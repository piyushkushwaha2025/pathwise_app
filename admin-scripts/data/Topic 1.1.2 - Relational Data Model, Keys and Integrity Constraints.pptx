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83" r:id="rId3"/>
    <p:sldId id="296" r:id="rId4"/>
    <p:sldId id="297" r:id="rId5"/>
    <p:sldId id="259" r:id="rId6"/>
    <p:sldId id="275" r:id="rId7"/>
    <p:sldId id="289" r:id="rId8"/>
    <p:sldId id="290" r:id="rId9"/>
    <p:sldId id="277" r:id="rId10"/>
    <p:sldId id="278" r:id="rId11"/>
    <p:sldId id="280" r:id="rId12"/>
    <p:sldId id="279" r:id="rId13"/>
    <p:sldId id="284" r:id="rId14"/>
    <p:sldId id="276" r:id="rId15"/>
    <p:sldId id="288" r:id="rId16"/>
    <p:sldId id="287" r:id="rId17"/>
    <p:sldId id="291" r:id="rId18"/>
    <p:sldId id="292" r:id="rId19"/>
    <p:sldId id="293" r:id="rId20"/>
    <p:sldId id="294" r:id="rId21"/>
    <p:sldId id="29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65" autoAdjust="0"/>
    <p:restoredTop sz="94456" autoAdjust="0"/>
  </p:normalViewPr>
  <p:slideViewPr>
    <p:cSldViewPr snapToGrid="0">
      <p:cViewPr varScale="1">
        <p:scale>
          <a:sx n="82" d="100"/>
          <a:sy n="82" d="100"/>
        </p:scale>
        <p:origin x="1352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82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1319D-6B02-4BE5-BD0B-BA1AF3EC16E9}" type="datetimeFigureOut">
              <a:rPr lang="en-IN" smtClean="0"/>
              <a:t>01/07/26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AE0A6-0A7F-4B72-99F5-962827FB0B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36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AE0A6-0A7F-4B72-99F5-962827FB0B5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071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AE0A6-0A7F-4B72-99F5-962827FB0B5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970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FAE0A6-0A7F-4B72-99F5-962827FB0B5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013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7DBA-7F34-492C-D94C-80C6F913A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3E8E0-7CAA-3545-4F08-3F8197241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61588-BB95-037C-820A-076F7F45B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E98B9-F178-4E2D-840B-758A04C95AAC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6A36A-ACB0-7423-9B4D-31FBD7C9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E5204-B5B8-6A73-49AC-459CD3A3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52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A13C-974B-5BDB-AC66-6D1EE5FE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4FD79-3DDE-7351-2093-1C4152930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A0EF6-E7DE-7EDA-5BA0-05BFB6D5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A4EBD-27FE-48A6-8A8F-9E0116DEAB8B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44745-C57A-F9DF-791D-A82614BE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43961-F090-624A-876E-1BA184B7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07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0CF5E-FD44-5CA2-14F9-2EE17400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C1CB6-BA13-BF4B-5F98-865285E53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936E1-DD1F-B865-4A8E-7956484AD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CFE36-8733-497D-B010-B44B1997D72F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22756-C261-2A10-9A73-A7383115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4D68B-5B15-6FF8-8932-4E6581DD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1E95-F462-CDC0-45A6-A1A33343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F7390-FF38-9996-90AC-7912AF61C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F9C138-E25E-464E-8E73-77D84A4BF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AE6C7-06BB-2F78-FA0A-96AF51ACD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BD72B-82D8-46E1-A05B-EE32ADA7E980}" type="datetime1">
              <a:rPr lang="en-IN" smtClean="0"/>
              <a:t>01/07/26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048CB-DC70-28D5-330A-5DD72D7A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03C54-3F16-73A9-B572-A68A385A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586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069E-43EC-F497-357B-77D76B86A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BBED1-A5F4-C0DB-163A-0B4140D35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1B065-FE9F-B134-7892-FA72F7B04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BCD4F-2E5D-65E6-A1A0-111EF0C16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FCD33-F677-9886-F4E6-3438DB4F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D9E6BF-C601-88FB-3996-68D46FAB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1925C-AD82-4F1A-97E4-43E9F0B7E63F}" type="datetime1">
              <a:rPr lang="en-IN" smtClean="0"/>
              <a:t>01/07/26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09F761-230E-508A-811B-3D52BEB4C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F4592-E588-5621-A6B0-E6D5E67C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152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36AAF-BB03-F442-05C2-474B6938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E7430-C703-D0F9-6951-9DC5E3359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D8A6-A508-4F5C-B37C-C0C807C13CD8}" type="datetime1">
              <a:rPr lang="en-IN" smtClean="0"/>
              <a:t>01/07/26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E62FD0-8637-85DF-D699-CCC269C6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5C394-EC0F-0FA6-B5DA-7584B64AD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950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2D607-562D-A848-8FC8-927236668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B8B42-9039-40E2-AD2E-81CAD04884DD}" type="datetime1">
              <a:rPr lang="en-IN" smtClean="0"/>
              <a:t>01/07/26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3897A-B984-956A-4011-1F881CF5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518C1-7BE3-FAAC-F77B-BB9434AC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83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7E67-B377-B9BE-CB43-9096DD78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66A9-EC52-3305-00D9-1E47D41C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7B95B-E844-1841-1BA2-562D6C51F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2601E-ED1B-7AC2-5544-9A21EAA6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AF3F7-CB24-460F-93CB-F74E429BBED8}" type="datetime1">
              <a:rPr lang="en-IN" smtClean="0"/>
              <a:t>01/07/26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26D71-59F7-7FD8-2271-DDED4C9F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4A8F2E-06B5-02AE-29AF-7A44C0DE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43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81B1-2071-3805-4AA7-2BA153B48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F0CAD-A21D-B118-F21C-90A8784CD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B4B3F-4651-9252-8C96-57A392920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BFB62-BC6F-9A83-21BA-0429B9AA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40E3D-842B-40DF-9AAF-13461DBF6A92}" type="datetime1">
              <a:rPr lang="en-IN" smtClean="0"/>
              <a:t>01/07/26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C21176-7239-9370-2031-DA25A7331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59DC4-CE6C-C171-EDAA-579AF675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440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366DF-93F4-9F7A-B5A4-85063E85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5F30B-C27A-180E-976C-041057F8B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B61EF-0675-599A-C423-BDE69A32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4AAC2-A559-4960-A4B1-8EDA6E06E30D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FAB6C-6D74-12D6-A835-46435B3A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71497-D7BE-0B60-9963-B07DF664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57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588C77-EE4F-3BAE-79F7-6A12F1849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451490-C372-D70A-6104-06533600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6A039-552F-508C-C9B6-85DC3A60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7CFB-11AB-4612-A48B-EFA6C5B8BC89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B2684-B1E0-B2FF-6361-E8B40901E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4C6FD-0607-0C1B-49EE-86630A51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662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42797-7714-83B7-92A8-500F36E1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3DE9A-63B7-92A0-74E5-2B09DB77A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73BD9-9472-77A7-808B-C85B66167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1E097-E8DA-407D-8F90-3C2EBE9ABE23}" type="datetime1">
              <a:rPr lang="en-IN" smtClean="0"/>
              <a:t>01/07/26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A65A6-AAC3-DBB8-6DFB-374C50538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2739-7172-6AB9-A96B-F7B48F781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72279-B3B6-4A72-9EF6-4BC6AEB91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60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0EA300-7053-370F-8485-ED270243C234}"/>
              </a:ext>
            </a:extLst>
          </p:cNvPr>
          <p:cNvSpPr/>
          <p:nvPr/>
        </p:nvSpPr>
        <p:spPr>
          <a:xfrm>
            <a:off x="236698" y="6214187"/>
            <a:ext cx="11753138" cy="541177"/>
          </a:xfrm>
          <a:prstGeom prst="rect">
            <a:avLst/>
          </a:prstGeom>
          <a:solidFill>
            <a:srgbClr val="ED1B24"/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233E72-0AEC-DD25-2D75-2FBA7C3380F3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348AC-7D23-C9C8-9DC5-BE9E05A9D4DF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78D321-5727-09E7-D111-D63D99ED7CE9}"/>
              </a:ext>
            </a:extLst>
          </p:cNvPr>
          <p:cNvSpPr txBox="1"/>
          <p:nvPr/>
        </p:nvSpPr>
        <p:spPr>
          <a:xfrm>
            <a:off x="95806" y="698545"/>
            <a:ext cx="11894030" cy="5309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School of </a:t>
            </a:r>
            <a:r>
              <a:rPr lang="en-US" sz="28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Computer Science &amp; Engg.</a:t>
            </a:r>
            <a:endParaRPr lang="en-US" sz="1000" b="0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Offered in All Engineering U.G. Programs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Times New Roman"/>
            </a:endParaRPr>
          </a:p>
          <a:p>
            <a:pPr lvl="0"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400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		</a:t>
            </a:r>
            <a:r>
              <a:rPr lang="en-US" sz="2400" b="1" i="0" u="none" strike="noStrike" cap="none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Semester-</a:t>
            </a:r>
            <a:r>
              <a:rPr lang="en-US" sz="2400" i="0" u="none" strike="noStrike" cap="none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3</a:t>
            </a:r>
            <a:r>
              <a:rPr lang="en-US" sz="2000" baseline="30000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rd</a:t>
            </a:r>
            <a:r>
              <a:rPr lang="en-US" sz="2400" i="0" u="none" strike="noStrike" cap="none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				</a:t>
            </a: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Subject Code- </a:t>
            </a:r>
            <a:r>
              <a:rPr lang="en-IN" sz="2000" dirty="0"/>
              <a:t>25CSH-211</a:t>
            </a:r>
          </a:p>
          <a:p>
            <a:pPr algn="ctr">
              <a:lnSpc>
                <a:spcPct val="15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ym typeface="Times New Roman"/>
              </a:rPr>
              <a:t> </a:t>
            </a:r>
            <a:r>
              <a:rPr lang="en-US" sz="2400" b="1" i="0" u="none" strike="noStrike" cap="none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Subject Name- </a:t>
            </a:r>
            <a:r>
              <a:rPr lang="en-IN" sz="2400" i="1" dirty="0"/>
              <a:t>Database Management System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Unit -1 </a:t>
            </a:r>
            <a:r>
              <a:rPr lang="en-IN" sz="2000" dirty="0"/>
              <a:t>Relational Model and Formal Query Languages</a:t>
            </a: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Chapter 1.1.2 – </a:t>
            </a:r>
            <a:r>
              <a:rPr lang="en-US" sz="2000" b="1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Relational Data Model, Keys and Integrity Constraints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.</a:t>
            </a: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cs typeface="Times New Roman" panose="02020603050405020304" pitchFamily="18" charset="0"/>
              </a:rPr>
              <a:t>Master Subject Coordinator</a:t>
            </a: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cs typeface="Times New Roman" panose="02020603050405020304" pitchFamily="18" charset="0"/>
              </a:rPr>
              <a:t>Mr. Vinod Vishwakarma</a:t>
            </a: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(Assistant Professor)</a:t>
            </a:r>
          </a:p>
          <a:p>
            <a:pPr algn="ctr" defTabSz="466725"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solidFill>
                  <a:prstClr val="black">
                    <a:lumMod val="85000"/>
                    <a:lumOff val="15000"/>
                  </a:prstClr>
                </a:solidFill>
                <a:cs typeface="Times New Roman" panose="02020603050405020304" pitchFamily="18" charset="0"/>
              </a:rPr>
              <a:t>School of Computer Science and Engineering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2CA661-5020-CE46-837C-DAFB298A44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098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21B59F-A127-EAE8-E1F9-C13C6B4A8343}"/>
              </a:ext>
            </a:extLst>
          </p:cNvPr>
          <p:cNvSpPr txBox="1"/>
          <p:nvPr/>
        </p:nvSpPr>
        <p:spPr>
          <a:xfrm>
            <a:off x="156768" y="1146272"/>
            <a:ext cx="11894028" cy="647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Relational Data Model Concept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Components of Relational Data Model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Keys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Data Integrity and Constraints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Advantages of Relational Data Model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Practice Questions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352272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 of Contents</a:t>
            </a:r>
            <a:endParaRPr lang="en-US" sz="3600" i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2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5C49AE-BD84-5941-AE51-8415855037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7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148765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Outcome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3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35DBA7-D9E4-1344-9D5D-6858BECCF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56" y="1125402"/>
            <a:ext cx="11586880" cy="50286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219DAA-FB02-2243-B885-3DF6F972E3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26814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383221"/>
            <a:ext cx="12192000" cy="9077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Mapping Of COs and POs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540B5C-B9C8-A448-A823-995F6EE13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31" y="893956"/>
            <a:ext cx="11753138" cy="49516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E43C9B-3291-BC49-981B-35E7AE4F5C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9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48A3-7088-C3F0-EE45-05C3FF3C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396733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1. Relational Data Model Concept 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8810" y="5366611"/>
            <a:ext cx="184731" cy="4001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02D5F-A128-E041-B636-E266C1B53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36" y="1091280"/>
            <a:ext cx="10445857" cy="50917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3CBB7C-A9FD-E644-99A5-72617BF631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94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341D37-3B15-1646-8E30-20E4D17039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89" y="1017436"/>
            <a:ext cx="10008783" cy="1074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4FFC38-1165-F148-88CB-52BBEC0D8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267" y="2092271"/>
            <a:ext cx="7716652" cy="33941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0854CA-0A85-544A-855E-82578B1D477E}"/>
              </a:ext>
            </a:extLst>
          </p:cNvPr>
          <p:cNvSpPr txBox="1"/>
          <p:nvPr/>
        </p:nvSpPr>
        <p:spPr>
          <a:xfrm>
            <a:off x="5191932" y="5811864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Fig.2.1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3EC2D2-0B39-224E-B681-265EEC3458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3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72F7B-1B51-1041-AC89-F1AD3192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7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0006A1-4C9B-8241-9DAE-55CF84E32EE3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4B012A-B7E5-974C-BB01-1D39DD1CDF36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FD8107-9341-8C40-8072-94F6FF8A1408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D939E053-D183-664E-8FB8-A4C67F4EA377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CC5930-2066-644D-9F77-394AA56291F0}"/>
              </a:ext>
            </a:extLst>
          </p:cNvPr>
          <p:cNvSpPr/>
          <p:nvPr/>
        </p:nvSpPr>
        <p:spPr>
          <a:xfrm>
            <a:off x="2171267" y="454640"/>
            <a:ext cx="86465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2. Components of Relational Data Model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045A9B-7A6D-624A-AC56-F8E5B6181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36" y="1444294"/>
            <a:ext cx="11189776" cy="45945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11DE24-7012-6E48-93EF-C31EDAFEA9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22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A94C1-4C4C-E44C-8171-97D46803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8</a:t>
            </a:fld>
            <a:endParaRPr lang="en-IN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57BA52-D1DA-684C-97F6-530F7DA86E14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73640-AD18-F84C-9BDA-CDFD2F631F76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AF9CB-9E41-CA4C-A635-8D1102F6F4C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E40B3C-DF4E-734D-9CA3-FBFCB7D662C9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4D70A2D-FF1E-AF40-9F79-4E300D77699C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23234-9B1F-FA42-805B-15C108EED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19" y="1581318"/>
            <a:ext cx="10182386" cy="44173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C48E10-E0FA-7C48-9600-0D66C44AA16B}"/>
              </a:ext>
            </a:extLst>
          </p:cNvPr>
          <p:cNvSpPr txBox="1"/>
          <p:nvPr/>
        </p:nvSpPr>
        <p:spPr>
          <a:xfrm>
            <a:off x="1689314" y="852413"/>
            <a:ext cx="1204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</a:rPr>
              <a:t>Cont.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D92CB4-D161-2845-8087-B5B67594B6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31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48A3-7088-C3F0-EE45-05C3FF3C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7DA47215-C29F-324F-BA6E-366D8F15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A172279-B3B6-4A72-9EF6-4BC6AEB91CC5}" type="slidenum">
              <a:rPr lang="en-IN" smtClean="0"/>
              <a:t>9</a:t>
            </a:fld>
            <a:endParaRPr lang="en-IN"/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7D5898AD-14F5-8D41-B436-1C9AEDF4CD1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A0F6D0-987A-1942-9F99-DC5C5F80D431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D5F092-7255-D149-992E-FDAD6975EF2D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BF0DA97-82A5-E245-9CC7-806A742C7E69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4" name="Slide Number Placeholder 1">
            <a:extLst>
              <a:ext uri="{FF2B5EF4-FFF2-40B4-BE49-F238E27FC236}">
                <a16:creationId xmlns:a16="http://schemas.microsoft.com/office/drawing/2014/main" id="{AAFB3B56-306E-4C42-9810-31D53E048F0A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8508AC-0747-8F4E-98FA-E7EFBFC086B6}"/>
              </a:ext>
            </a:extLst>
          </p:cNvPr>
          <p:cNvSpPr txBox="1"/>
          <p:nvPr/>
        </p:nvSpPr>
        <p:spPr>
          <a:xfrm>
            <a:off x="1689314" y="852413"/>
            <a:ext cx="1204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</a:rPr>
              <a:t>Cont.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F962DE-B839-214D-9052-2CA848CED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98744"/>
            <a:ext cx="10668000" cy="47750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C97521-82C3-924D-9027-2F05DD3EB3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46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48A3-7088-C3F0-EE45-05C3FF3C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633083B-C558-D741-9A3B-57430F8D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A172279-B3B6-4A72-9EF6-4BC6AEB91CC5}" type="slidenum">
              <a:rPr lang="en-IN" smtClean="0"/>
              <a:t>10</a:t>
            </a:fld>
            <a:endParaRPr lang="en-IN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C517020-10EF-B74A-B017-95171E46ECC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068C85-13B1-5143-8A35-445A77E2A44F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96531B-BB6F-7840-9FA9-71FCC9B4451B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2193D6-8BFA-6E49-8F0B-4A52EC24BF6C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EF144893-D1AC-594E-950F-EC64559C6FE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172279-B3B6-4A72-9EF6-4BC6AEB91CC5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BF3830-8F03-3649-BFF9-583E9EAAE108}"/>
              </a:ext>
            </a:extLst>
          </p:cNvPr>
          <p:cNvSpPr txBox="1"/>
          <p:nvPr/>
        </p:nvSpPr>
        <p:spPr>
          <a:xfrm>
            <a:off x="1689314" y="852413"/>
            <a:ext cx="1204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</a:rPr>
              <a:t>Cont.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2EF43-6141-1844-8872-0B39BE268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88914"/>
            <a:ext cx="10668000" cy="2527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2EA722-674B-5446-83F1-D9BE2128B4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99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319243"/>
            <a:ext cx="12192000" cy="794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 Keys </a:t>
            </a:r>
          </a:p>
          <a:p>
            <a:pPr algn="ctr"/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11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9BCB81-13B9-964D-8C23-A40E4E323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09905"/>
            <a:ext cx="10457481" cy="15093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6F8BB8-0532-4B41-AD03-9E9C9AADE3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619214"/>
            <a:ext cx="9993824" cy="36405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2A63D0-54ED-B54B-8AF3-B645109708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78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4675F37-0B9D-F81C-2923-A6C9913C88B3}"/>
              </a:ext>
            </a:extLst>
          </p:cNvPr>
          <p:cNvSpPr txBox="1">
            <a:spLocks/>
          </p:cNvSpPr>
          <p:nvPr/>
        </p:nvSpPr>
        <p:spPr>
          <a:xfrm>
            <a:off x="0" y="261257"/>
            <a:ext cx="12192000" cy="7561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D398B-558D-E645-9C19-A9C29FFE0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48354"/>
            <a:ext cx="10439400" cy="49114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B34935-1735-D340-BB22-244303E200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56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DD20CAB-3941-DA4D-BBA2-26994D83D065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A37443-6EF1-6E4F-82AF-E6CFD5AD6A1A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14114B-0663-854D-A5D9-FB881856CDDC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E03B5D93-AA19-0046-8AD0-9EAB2340C4B4}"/>
              </a:ext>
            </a:extLst>
          </p:cNvPr>
          <p:cNvSpPr txBox="1">
            <a:spLocks/>
          </p:cNvSpPr>
          <p:nvPr/>
        </p:nvSpPr>
        <p:spPr>
          <a:xfrm>
            <a:off x="0" y="261257"/>
            <a:ext cx="12192000" cy="7561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8B769980-1ACF-E141-96FD-FDE9232EE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A172279-B3B6-4A72-9EF6-4BC6AEB91CC5}" type="slidenum">
              <a:rPr lang="en-IN" smtClean="0"/>
              <a:t>13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0B5AC4-0AB1-DD45-90E7-07F6530A3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69" y="1461808"/>
            <a:ext cx="9670942" cy="4938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C3F162-11C3-A04C-88E6-DB07DA12441C}"/>
              </a:ext>
            </a:extLst>
          </p:cNvPr>
          <p:cNvSpPr txBox="1"/>
          <p:nvPr/>
        </p:nvSpPr>
        <p:spPr>
          <a:xfrm>
            <a:off x="10864312" y="5114440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Fig.2.2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65661C-0D8D-9142-8E90-1A42923C8A97}"/>
              </a:ext>
            </a:extLst>
          </p:cNvPr>
          <p:cNvSpPr txBox="1"/>
          <p:nvPr/>
        </p:nvSpPr>
        <p:spPr>
          <a:xfrm>
            <a:off x="945398" y="960894"/>
            <a:ext cx="3106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Diagram to Describe all keys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7F5853-96F7-A644-B2B6-15AA7124CA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455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FC54F9-CE5C-B3D7-C7E3-343335372BFD}"/>
              </a:ext>
            </a:extLst>
          </p:cNvPr>
          <p:cNvSpPr txBox="1">
            <a:spLocks/>
          </p:cNvSpPr>
          <p:nvPr/>
        </p:nvSpPr>
        <p:spPr>
          <a:xfrm>
            <a:off x="0" y="343332"/>
            <a:ext cx="12192000" cy="8885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 Data Integrity and Constraints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14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75FAF-D03C-2E41-824A-F1BAF8A83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231900"/>
            <a:ext cx="10210800" cy="4394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D3660D-7EC9-D443-A1EB-C716752AAE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57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15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E2C95E-D750-A24B-BE84-9DF58887BC56}"/>
              </a:ext>
            </a:extLst>
          </p:cNvPr>
          <p:cNvSpPr/>
          <p:nvPr/>
        </p:nvSpPr>
        <p:spPr>
          <a:xfrm>
            <a:off x="1610650" y="842105"/>
            <a:ext cx="8640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</a:rPr>
              <a:t>Cont.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E0BE00-389F-6A43-B5D5-55E1E3046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50" y="1393940"/>
            <a:ext cx="9980908" cy="4744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B145AA-1964-DC4D-B2DC-2FC610D71E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1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16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E19E1-0BE3-5C45-936E-A79837AFD71B}"/>
              </a:ext>
            </a:extLst>
          </p:cNvPr>
          <p:cNvSpPr/>
          <p:nvPr/>
        </p:nvSpPr>
        <p:spPr>
          <a:xfrm>
            <a:off x="1672643" y="842093"/>
            <a:ext cx="8640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</a:rPr>
              <a:t>Cont.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17E929-E8E1-0A49-AC1F-467B34E7E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0" y="1303757"/>
            <a:ext cx="11214100" cy="34542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69DDF3-4BC4-8D40-A3E9-A6666C0E77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1" y="47474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106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17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FE19E1-0BE3-5C45-936E-A79837AFD71B}"/>
              </a:ext>
            </a:extLst>
          </p:cNvPr>
          <p:cNvSpPr/>
          <p:nvPr/>
        </p:nvSpPr>
        <p:spPr>
          <a:xfrm>
            <a:off x="1672643" y="749105"/>
            <a:ext cx="8640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mbria" panose="02040503050406030204" pitchFamily="18" charset="0"/>
              </a:rPr>
              <a:t>Cont.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B7060A-D619-2C4E-B808-414D17296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31" y="1133280"/>
            <a:ext cx="10864312" cy="53754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42FBAE-72CA-7C4F-AA16-3174547FE2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1" y="50660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9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18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1A93BD-CDEA-0C4A-915E-91D96A6F62E1}"/>
              </a:ext>
            </a:extLst>
          </p:cNvPr>
          <p:cNvSpPr/>
          <p:nvPr/>
        </p:nvSpPr>
        <p:spPr>
          <a:xfrm>
            <a:off x="2131943" y="175674"/>
            <a:ext cx="84843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 Advantages of Relational Data Model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F48D77-D28F-2B46-B84D-A560A2881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50" y="991624"/>
            <a:ext cx="11214100" cy="4959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E82BE9-FE85-514B-AAF6-C1BAFA9D36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73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19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1A93BD-CDEA-0C4A-915E-91D96A6F62E1}"/>
              </a:ext>
            </a:extLst>
          </p:cNvPr>
          <p:cNvSpPr/>
          <p:nvPr/>
        </p:nvSpPr>
        <p:spPr>
          <a:xfrm>
            <a:off x="1768311" y="333378"/>
            <a:ext cx="84843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6. Conclusion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CCCDC-F935-C044-B94C-809A3578D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" y="1365250"/>
            <a:ext cx="10490200" cy="412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ED5856-F161-F841-BC57-F9226B360F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64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20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1A93BD-CDEA-0C4A-915E-91D96A6F62E1}"/>
              </a:ext>
            </a:extLst>
          </p:cNvPr>
          <p:cNvSpPr/>
          <p:nvPr/>
        </p:nvSpPr>
        <p:spPr>
          <a:xfrm>
            <a:off x="1768311" y="333378"/>
            <a:ext cx="84843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7. Practice Questions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DE16D4-C287-E646-9221-B1DB53C84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" y="1162348"/>
            <a:ext cx="10490200" cy="51749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90DC18-407F-9D49-B249-9DEA064DA1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34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DBC64-D950-8362-EFD5-7283378B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740670-F406-BECD-B5DE-0864752AF948}"/>
              </a:ext>
            </a:extLst>
          </p:cNvPr>
          <p:cNvSpPr txBox="1"/>
          <p:nvPr/>
        </p:nvSpPr>
        <p:spPr>
          <a:xfrm>
            <a:off x="236698" y="6263881"/>
            <a:ext cx="1934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www.culko.in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0066C-41D5-5EBC-2C30-2EF3AE541375}"/>
              </a:ext>
            </a:extLst>
          </p:cNvPr>
          <p:cNvSpPr txBox="1"/>
          <p:nvPr/>
        </p:nvSpPr>
        <p:spPr>
          <a:xfrm>
            <a:off x="9376428" y="6263881"/>
            <a:ext cx="2613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Nawabganj, Unnao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72279-B3B6-4A72-9EF6-4BC6AEB91CC5}" type="slidenum">
              <a:rPr lang="en-IN" smtClean="0"/>
              <a:t>21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48BB7-1003-6FBE-91A9-F844033EB2AA}"/>
              </a:ext>
            </a:extLst>
          </p:cNvPr>
          <p:cNvSpPr/>
          <p:nvPr/>
        </p:nvSpPr>
        <p:spPr>
          <a:xfrm>
            <a:off x="0" y="6446520"/>
            <a:ext cx="12192000" cy="400284"/>
          </a:xfrm>
          <a:prstGeom prst="rect">
            <a:avLst/>
          </a:prstGeom>
          <a:solidFill>
            <a:srgbClr val="ED1B24">
              <a:alpha val="36078"/>
            </a:srgbClr>
          </a:solidFill>
          <a:ln>
            <a:solidFill>
              <a:srgbClr val="ED1B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www.culko.in									         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Nawabganj</a:t>
            </a:r>
            <a:r>
              <a:rPr lang="en-I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IN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Unnao</a:t>
            </a:r>
            <a:endParaRPr lang="en-I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1A93BD-CDEA-0C4A-915E-91D96A6F62E1}"/>
              </a:ext>
            </a:extLst>
          </p:cNvPr>
          <p:cNvSpPr/>
          <p:nvPr/>
        </p:nvSpPr>
        <p:spPr>
          <a:xfrm>
            <a:off x="1768311" y="333378"/>
            <a:ext cx="84843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References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0C8F4-4C23-4942-B375-FF8ABB888003}"/>
              </a:ext>
            </a:extLst>
          </p:cNvPr>
          <p:cNvSpPr/>
          <p:nvPr/>
        </p:nvSpPr>
        <p:spPr>
          <a:xfrm>
            <a:off x="402956" y="1135760"/>
            <a:ext cx="12615620" cy="1122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 err="1"/>
              <a:t>Elmasri</a:t>
            </a:r>
            <a:r>
              <a:rPr lang="en-IN" dirty="0"/>
              <a:t>, R., &amp; </a:t>
            </a:r>
            <a:r>
              <a:rPr lang="en-IN" dirty="0" err="1"/>
              <a:t>Navathe</a:t>
            </a:r>
            <a:r>
              <a:rPr lang="en-IN" dirty="0"/>
              <a:t>, S. B. (2017). </a:t>
            </a:r>
            <a:r>
              <a:rPr lang="en-IN" i="1" dirty="0"/>
              <a:t>Fundamentals of database systems</a:t>
            </a:r>
            <a:r>
              <a:rPr lang="en-IN" dirty="0"/>
              <a:t> (7th ed.). Pearson.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dirty="0" err="1"/>
              <a:t>Silberschatz</a:t>
            </a:r>
            <a:r>
              <a:rPr lang="en-IN" dirty="0"/>
              <a:t>, A., </a:t>
            </a:r>
            <a:r>
              <a:rPr lang="en-IN" dirty="0" err="1"/>
              <a:t>Korth</a:t>
            </a:r>
            <a:r>
              <a:rPr lang="en-IN" dirty="0"/>
              <a:t>, H. F., &amp; Sudarshan, S. (2019). </a:t>
            </a:r>
            <a:r>
              <a:rPr lang="en-IN" i="1" dirty="0"/>
              <a:t>Database system concepts</a:t>
            </a:r>
            <a:r>
              <a:rPr lang="en-IN" dirty="0"/>
              <a:t> (7th ed.). McGraw-Hill..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A67241-EC7D-5B46-8348-64CA1AE7EE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6" y="111316"/>
            <a:ext cx="2329342" cy="8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45884"/>
      </p:ext>
    </p:extLst>
  </p:cSld>
  <p:clrMapOvr>
    <a:masterClrMapping/>
  </p:clrMapOvr>
</p:sld>
</file>

<file path=ppt/theme/theme1.xml><?xml version="1.0" encoding="utf-8"?>
<a:theme xmlns:a="http://schemas.openxmlformats.org/drawingml/2006/main" name="C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" id="{DA9FD078-2B42-4965-B6AF-07359C656AC0}" vid="{576062B0-8E11-418A-95B5-1F1982A2C3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</Template>
  <TotalTime>5563</TotalTime>
  <Words>453</Words>
  <Application>Microsoft Macintosh PowerPoint</Application>
  <PresentationFormat>Widescreen</PresentationFormat>
  <Paragraphs>132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</vt:lpstr>
      <vt:lpstr>Times New Roman</vt:lpstr>
      <vt:lpstr>CU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INSPECTION.BHOPAL</dc:creator>
  <cp:lastModifiedBy>Microsoft Office User</cp:lastModifiedBy>
  <cp:revision>156</cp:revision>
  <dcterms:created xsi:type="dcterms:W3CDTF">2025-06-17T09:23:05Z</dcterms:created>
  <dcterms:modified xsi:type="dcterms:W3CDTF">2026-07-01T09:39:09Z</dcterms:modified>
</cp:coreProperties>
</file>