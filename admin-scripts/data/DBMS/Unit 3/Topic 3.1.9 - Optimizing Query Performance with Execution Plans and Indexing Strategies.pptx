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optimizing query performance. We will focus specifically on how execution plans and indexing strategies transform slow queries into fast ones. This is a critical skill for any database professional working with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first two course outcomes. You will learn to explain the architectural foundations of query optimization and apply SQL constructs to formulate efficient queries. Understanding these outcomes is key to mastering database performance tuning.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execution plans and identify specific indexing strategies. We will analyze how these indexes reduce the heavy disk I/O operations that slow down databases. Finally, you will learn to evaluate the trade-offs between faster reads and slower writes.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execution plan as a recipe that the database follows to answer your query. The optimizer creates this plan by analyzing statistics about your data distribution. If the plan chooses a full table scan, it reads every row, which is slow. Visualizing this plan allows us to see exactly where the database is struggling.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library with a million books. A full table scan is like reading every single book to find one title. An index scan is like using the card catalog to find the shelf location immediately. The cost of a full scan grows linearly as the table gets bigger, while an index scan stays logarithmic.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B-tree is the workhorse of database indexing because it keeps data sorted and balanced. The root node acts as a guide, directing the search to the correct leaf node quickly. This structure ensures that even with millions of rows, the search complexity remains logarithmic. This means the time to find a record grows very slowly as the data expands.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clustered index physically sorts the data rows on the disk, so a table can only have one. This makes it ideal for range queries on primary keys. A non-clustered index is a separate structure that points to the data rows. You can have multiple non-clustered indexes, making them perfect for secondary key lookups.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covering index is a powerful optimization where the index contains every column the query needs. The database can answer the query using only the index, avoiding the slower table access. This drastically reduces disk I/O operations for that specific query. However, you must be careful not to overuse them as they increase storage and slow down writes.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If you query for a specific customer in a table of one million rows without an index, the database must scan every single row. This requires one million disk I/O operations. With an index, it only needs to scan the 50 matching rows. This results in a 20,000-fold speedup, demonstrating the massive impact of indexing.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Selectivity is a measure of how unique the values in a column are. A column like an ID has high selectivity because every value is unique. A column like gender has low selectivity because only a few values exist. The optimizer uses this selectivity to decide whether an index will actually help or if a full scan is better.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indexes allow you to index multiple columns together for complex queries. However, the order of columns is critical due to the leftmost prefix rule. An index on columns A and B can be used for queries filtering on A alone or both A and B. It cannot be used efficiently if the query only filters on column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you must avoid when indexing. Creating too many indexes will slow down your write operations because the database must update every index on every change. Ignoring the leftmost prefix rule or using functions on indexed columns can render your indexes completely useless. Always remember that indexes are not free; they come with storage and maintenance costs.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execution plans are the roadmap the database follows to retrieve data. B-tree indexes are essential for achieving logarithmic search performance on large datasets. Remember the distinction between clustered and non-clustered indexes and how covering indexes can eliminate table access. Finally, always consider selectivity before creating an index to ensure it actually improves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The book by Ramakrishnan and Gehrke provides excellent practical insights into query optimization. Finally, always consult the official Oracle and MySQL documentation for the latest syntax and features.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Optimizing Query Performance with Execution Plans and Indexing Strategies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role of execution plans in query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indexing strategies for performance improvement.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indexes reduce disk I/O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read speed and write overhead.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Interpret basic execution plan statistics for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Execution Plans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execution plan is a step-by-step guide for the database engine.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details how the engine retrieves data from physical storage.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generates the plan based on table statistics.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Plans determine the order of joins and index usage.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Poor plans often result in full table scans instead of index scans.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Visualizing the plan helps identify performance bottlenecks effectively.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SQL Server execution plan overview and usage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Full Table Scans vs Index Scans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full table scan reads every row in the table sequentially.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index scan reads only the relevant rows via a B-tree.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Full scans are efficient for small tables or returning most rows.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scans are superior for selective queries on large datasets.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cost of a full scan grows linearly with table size.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cost of an index scan remains logarithmic regardless of size.</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richardfoote.wordpress.com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B-Tree Index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B-trees are balanced tree structures used for most database indexes.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maintain sorted data for efficient range and equality searches.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root node guides the search to the correct leaf node.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Leaf nodes contain the actual data pointers or values.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complexity is O(log n) for any data size.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Insertions and deletions automatically rebalance the tree structure.</a:t>
            </a:r>
          </a:p>
        </p:txBody>
      </p:sp>
      <p:pic>
        <p:nvPicPr>
          <p:cNvPr id="25" name="Picture 24"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www.cs.emory.edu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Clustered vs Non-Clustered Indexes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clustered index determines the physical order of data rows.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table can have only one clustered index per table.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Non-clustered indexes store a separate structure with pointers.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Non-clustered indexes allow multiple indexes on a single table.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Clustered indexes are ideal for range queries on primary keys.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Non-clustered indexes are best for frequent lookups on secondary keys.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josipmisko.com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Covering Indexes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covering index contains all columns required by a specific query.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database can satisfy the query using only the index.</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eliminates the need to access the actual table data.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Covering indexes significantly reduce disk I/O operations.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are created by including additional columns in the index.</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Overuse can increase storage requirements and write overhead.</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images.squarespace-cdn.com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Query Cost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Query: SELECT × FROM Orders WHERE CustomerID = 105</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 A</a:t>
            </a:r>
          </a:p>
          <a:p>
            <a:pPr algn="l">
              <a:lnSpc>
                <a:spcPct val="135000"/>
              </a:lnSpc>
            </a:pPr>
            <a:r>
              <a:rPr sz="1300">
                <a:solidFill>
                  <a:srgbClr val="1A1A1A"/>
                </a:solidFill>
                <a:latin typeface="Calibri"/>
              </a:rPr>
              <a:t>No index requires scanning 1,000,000 rows.</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 B</a:t>
            </a:r>
          </a:p>
          <a:p>
            <a:pPr algn="l">
              <a:lnSpc>
                <a:spcPct val="135000"/>
              </a:lnSpc>
            </a:pPr>
            <a:r>
              <a:rPr sz="1300">
                <a:solidFill>
                  <a:srgbClr val="1A1A1A"/>
                </a:solidFill>
                <a:latin typeface="Calibri"/>
              </a:rPr>
              <a:t>Index on CustomerID requires scanning 50 rows.</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COST A</a:t>
            </a:r>
          </a:p>
          <a:p>
            <a:pPr algn="l">
              <a:lnSpc>
                <a:spcPct val="135000"/>
              </a:lnSpc>
            </a:pPr>
            <a:r>
              <a:rPr sz="1300">
                <a:solidFill>
                  <a:srgbClr val="1A1A1A"/>
                </a:solidFill>
                <a:latin typeface="Calibri"/>
              </a:rPr>
              <a:t>1,000,000 disk I/O operations (Full Scan).</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COST B</a:t>
            </a:r>
          </a:p>
          <a:p>
            <a:pPr algn="l">
              <a:lnSpc>
                <a:spcPct val="135000"/>
              </a:lnSpc>
            </a:pPr>
            <a:r>
              <a:rPr sz="1300">
                <a:solidFill>
                  <a:srgbClr val="1A1A1A"/>
                </a:solidFill>
                <a:latin typeface="Calibri"/>
              </a:rPr>
              <a:t>50 disk I/O operations (Index Scan).</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SPEEDUP</a:t>
            </a:r>
          </a:p>
          <a:p>
            <a:pPr algn="l">
              <a:lnSpc>
                <a:spcPct val="135000"/>
              </a:lnSpc>
            </a:pPr>
            <a:r>
              <a:rPr sz="1300">
                <a:solidFill>
                  <a:srgbClr val="1A1A1A"/>
                </a:solidFill>
                <a:latin typeface="Calibri"/>
              </a:rPr>
              <a:t>Scenario B is 20,000 × faster than Scenario A.</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images.squarespace-cdn.com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 Selectivity and Cardinality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Selectivity measures the uniqueness of values in a column.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 selectivity means most values are unique, like an ID.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Low selectivity means many rows share the same value, like gender.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High selectivity columns yield the best index performance.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Low selectivity columns often lead to full table scans.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optimizer chooses indexes based on estimated selectivity.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Composite Indexes for Multi-Column Queries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Composite indexes cover multiple columns in a single structure.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are effective for queries filtering on multiple columns.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order of columns in the index matters significantly.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leftmost prefix rule applies to composite index usage.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index on (A, B) supports queries on A and (A, B).</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does not support queries filtering only on column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Indexing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Creating too many indexes slows down write operations significantly.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Indexing columns with low selectivity wastes storage and time.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leftmost prefix rule renders composite indexes useless.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functions on indexed columns prevents index usage.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updating statistics leads to poor execution plan choices.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Over-indexing increases maintenance overhead and storage costs.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Execution plans dictate how the database retrieves data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B-tree indexes provide logarithmic search performance for large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Clustered indexes sort data physically while non-clustered are separate.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Covering indexes eliminate table access by including all needed columns.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Selectivity determines whether an index will improve query speed.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Query Performance with Execution Plans and Indexing Strategies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