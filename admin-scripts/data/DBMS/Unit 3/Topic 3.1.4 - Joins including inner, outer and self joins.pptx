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SQL and Advanced Query Formulation. We will dive deep into the mechanics of joining tables, a critical skill for any database professional. As Chandigarh University students, mastering these concepts will empower you to solve complex data retrieval challenges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CO1 is covered as we explore the relational algebra foundations of joins. CO5 is addressed when we discuss how different join types impact query optimization and storage performance in real-world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joins and distinguish between their types. You will learn to construct correct SQL queries and analyze their results on sample data. Finally, we will identify common pitfalls to ensure your queries are robust and error-free.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join as a bridge connecting two islands of data. If you have a student table and a course table, a join lets you see which student took which course in one view. This virtual table is created dynamically without altering the physical storage of your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inner join is like a strict filter that only keeps what matches perfectly. If a student has no enrolled courses, they will not appear in an inner join result. This ensures data integrity by showing only established relationships between your entities.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Outer joins are crucial when you need to see everything, even if there is no match. For example, a Left Join will show all students, even those who haven't registered for any courses yet. The unmatched columns will simply display null values to indicate the absence of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self join is like looking in a mirror to compare yourself with your reflection. In an employee table, you might join the table to itself to find who manages whom. You must use aliases, like E1 for Employee and M1 for Manager, to avoid confusion.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numerical example. If Table A has IDs 1, 2, 3 and Table B has 2, 3, 4, an inner join returns only 2 and 3. The ID 1 from A and ID 4 from B are dropped because they don't match. This demonstrates how inner joins strictly filter for existence.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Left Join, we keep everything from the left table. So, ID 1 from Table A appears, but the columns from Table B will be null. IDs 2 and 3 show combined data. This is vital for reporting where you need to list all items, even if some have no sales.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an employee table where ID 101 is the manager of ID 102. A self join links the Manager_ID of 102 to the ID of 101. This allows us to list the employee name alongside their manager's name. The top boss will have a null value for their manager, indicating no superior.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forgetting the ON clause, which creates a Cartesian product. If you join two tables of 100 rows each without a condition, you get 10,000 rows. This is a performance killer and usually indicates a logic error in your query formulation.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NULLs behave uniquely in SQL. In an inner join, a NULL in the join column means no match, so the row is dropped. In outer joins, the row is kept, but the joined columns show NULL. Always remember that NULL is not equal to NULL, requiring special operators.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joins are the backbone of relational queries. You must choose the right type: inner for strict matches, outer for inclusive lists, and self for hierarchies. Always watch out for Cartesian products and handle NULLs with care to ensure your data is accurate.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texts by Elmasri, Silberschatz, and Ramakrishnan. These books provide deep theoretical and practical insights into database systems. The Oracle and MySQL documentation is also an excellent resource for specific syntax implementations.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Joins including inner, outer and self joins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SQL and Advanced Query Formulation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SQL and Advanced Query Formulation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fundamental concept of a database join operation.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inner, outer, and self join types clearly.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SQL queries using various join syntaxes correctly.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results of joins on sample numerical datasets.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when formulating complex join statements.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Database Joins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join combines rows from two or more tables based on related columns.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operation relies on a common column, typically a primary or foreign key.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Joins allow retrieval of data that is logically related but physically separated.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result is a temporary virtual table containing combined data from inputs.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Without joins, complex queries would require multiple separate database calls.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Inner Join Mechanics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Inner Join returns only rows where the join condition is true for both tables.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Rows without matching values in the other table are excluded from results.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is the most common join type for finding exact relationships.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result set size is always less than or equal to the smallest input table.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effectively filters out orphan records that lack corresponding parent data.</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www.onlinemathlearning.com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Outer Join Variants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Left Outer Join returns all rows from the left table and matches from the right.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Right Outer Join returns all rows from the right table and matches from the left.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Full Outer Join returns all rows from both tables, filling gaps with nulls.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Null values appear in columns where no matching row exists in the other table.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Outer joins are essential for finding missing or orphaned records in datasets.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i.redd.it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Self Join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self join allows a table to be joined with itself using aliases.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used to compare rows within the same table structure.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Commonly used for hierarchical data like employee-manager relationships.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Aliases are mandatory to distinguish between the two instances of the table.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join condition typically compares a column to another column in the same table.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www.dundas.com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Inner Join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Table A has IDs 1, 2, 3 and Table B has IDs 2, 3, 4.</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Inner Join on ID returns rows with IDs 2 and 3 only.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Row with ID 1 from A is excluded because it has no match in B.</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Row with ID 4 from B is excluded because it has no match in 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Result contains exactly the intersection of the two ID sets.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www.joshwcomeau.com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Left Outer Join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Table A has IDs 1, 2, 3 and Table B has IDs 2, 3, 4.</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Left Join on ID returns rows with IDs 1, 2, and 3 from Table 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Row with ID 1 from A appears with null values for Table B columns.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Rows with IDs 2 and 3 match and display combined data from both tables.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Row with ID 4 from B is completely ignored in the result set.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Self Join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Join condition: Employees.Manager_ID = Employees.ID</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Table 'Employees' has columns: ID, Name, and Manager_ID.</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retrieves Employee Name and their corresponding Manager Name.</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Row for ID 101 (Manager) appears as a manager for ID 102 (Employee).</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The root manager (ID 100) appears with null for their own manager name.</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lexchart.com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Cartesian Product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Missing a join condition results in a Cartesian product of all rows.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Table A has 100 rows and Table B has 100 rows, result has 10,000 rows.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causes massive performance degradation and memory exhaustion issues.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verify that a valid ON clause exists in your join statement.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Cartesian products are rarely the intended outcome in practical queries.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NULL Handling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NULL values in join columns prevent matching in Inner Joins.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Outer Joins preserve rows with NULLs but display NULL in output.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Comparing NULL to any value using standard equality operators returns unknown.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IS NULL or IS NOT NULL operators for explicit null checks.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NULL semantics is critical for accurate data retrieval logic.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Joins combine tables based on related columns to form a unified view.</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Inner joins filter for matches, while outer joins preserve unmatched rows.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Self joins enable hierarchical queries within a single table structure.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Missing join conditions lead to inefficient Cartesian products.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NULL handling is essential for accurate query results.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Joins including inner, outer and self joins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