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Transaction Management. We are diving deep into how database systems handle concurrent operations through schedules. This is a critical topic for ensuring data integrity in real-world applications. Let us begin by understanding the fundamental building blocks of concurrency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CO4 by teaching you how to analyze schedules for correctness. We will also touch upon CO5 as efficient scheduling impacts overall system performance and scalability. Understanding these outcomes ensures you can build robust database applications. Please note these specific objectives as we progress through the slides.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what a schedule is in the context of transactions. You will learn to distinguish between serial and concurrent execution models clearly. We will evaluate how to check if a schedule is serializable using specific criteria. Finally, you will classify schedules into various types like conflict or view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schedule as a playlist where songs from different albums are mixed together. The order of songs within each album must remain unchanged, but albums can be interleaved. For example, if T1 reads X then writes X, T2 cannot insert a read of X between them. This interleaving is what creates concurrency challenges.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serial schedule, T1 finishes entirely before T2 begins, ensuring no conflicts. However, this wastes CPU time while one transaction waits. A concurrent schedule allows T1 and T2 to run simultaneously, boosting throughput. The challenge is ensuring this interleaving does not produce incorrect results.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Conflict equivalence is the foundation for checking serializability. If two schedules have the same operations but different orders of conflicting actions, they are not equivalent. For instance, if T1 writes X and T2 reads X, swapping them changes the result. We must preserve this order to maintain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test if a schedule is conflict serializable, we build a precedence graph. Each node represents a transaction, and edges show dependencies. If T1 writes X and T2 reads X, we draw an edge from T1 to T2. If this graph contains a cycle, the schedule is not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analyze this specific schedule step by step. T1 reads X, then T2 reads X, which is fine. But T1 writes X after T2 read it, creating a dependency. Then T2 writes X after T1 wrote it, creating another dependency. This creates a cycle in the graph, proving the schedule is not serializable.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View serializability is a more relaxed condition than conflict serializability. It focuses on the final state of the database rather than just the order of operations. A schedule might not be conflict serializable but still produce the correct final result. This allows for more concurrency in certain scenarios.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Recoverability is crucial for handling failures. If T1 reads data from T2, T1 cannot commit until T2 commits. If T2 fails, T1 must also roll back to avoid reading uncommitted data. This prevents cascading rollbacks where multiple transactions have to undo their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chain reaction where one failure causes a domino effect. If T2 aborts, and T1 read T2's data, T1 must also abort. This is a cascading rollback. It wastes resources because T1 has to redo its work. Recoverable schedules prevent this by ensuring T1 waits for T2 to commit.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assume any concurrent schedule is safe, which is a dangerous misconception. You must always check for cycles in the precedence graph. Another common error is confusing view serializability with conflict serializability. Always verify the specific criteria for each type before concluding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schedules are the backbone of concurrent execution in databases. We use conflict serializability and view serializability to ensure correctness. Recoverability is essential for handling failures without data loss. Always use precedence graphs to test for cycles and ensure your schedules are valid.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references provide comprehensive coverage of transaction management and scheduling. Elmasri and Navathe offer a strong theoretical foundation for serializability. Silberschatz provides excellent practical examples of scheduling algorithms. Ramakrishnan and Oracle documentation are essential for implementation details.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Schedules and types of schedules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Transaction Management and Scheduling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Transaction Management and Scheduling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a schedule and explain its role in concurrent transaction execution.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differences between serial and concurrent schedule execution models.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serializability criteria to determine if a schedule is correct.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Classify schedules into conflict serializable, view serializable, and recoverable types.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equivalence rules to transform complex schedules into serial forms.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a Schedule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schedule is a sequence of instructions from multiple transactions executed over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preserves the relative order of instructions within each individual transaction.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Instructions include read operations, write operations, commit, and abort actions.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scheduler determines the interleaving of operations from different transactions.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valid schedule must ensure that no transaction reads uncommitted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Serial vs Concurrent Schedules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serial schedule executes one transaction completely before starting the next.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concurrent schedule interleaves operations from two or more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Serial schedules are always correct but offer poor system throughput.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Concurrent schedules improve resource utilization but risk data inconsistency.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goal is to find a concurrent schedule equivalent to a serial 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 Equivalence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 schedules are conflict equivalent if they have the same operations.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must preserve the order of conflicting operations between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Conflicts occur when operations access the same data item with at least one write.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Read-Read operations do not cause conflicts and can be reordered freely.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Read-Write and Write-Write operations create dependencies that must be preserved.</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www.csestack.org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Conflict Serializability Criteria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schedule is conflict serializable if it is conflict equivalent to a serial schedule.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We use a precedence graph to test for conflict serializability efficiently.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Nodes in the graph represent transactions involved in the schedule.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directed edge exists from Ti to Tj if Ti conflicts with Tj.</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schedule is serializable if and only if the graph has no cycles.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Precedence Graph</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SCHEDULE S</a:t>
            </a:r>
          </a:p>
          <a:p>
            <a:pPr algn="l">
              <a:lnSpc>
                <a:spcPct val="135000"/>
              </a:lnSpc>
            </a:pPr>
            <a:r>
              <a:rPr sz="1300">
                <a:solidFill>
                  <a:srgbClr val="1A1A1A"/>
                </a:solidFill>
                <a:latin typeface="Calibri"/>
              </a:rPr>
              <a:t>T1: R(X), T2: R(X), T1: W(X), T2: W(X).</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T1 reads X before T2 reads X (no conflict).</a:t>
            </a:r>
          </a:p>
          <a:p>
            <a:pPr algn="l">
              <a:lnSpc>
                <a:spcPct val="135000"/>
              </a:lnSpc>
            </a:pPr>
            <a:r>
              <a:rPr sz="1300">
                <a:solidFill>
                  <a:srgbClr val="1A1A1A"/>
                </a:solidFill>
                <a:latin typeface="Calibri"/>
              </a:rPr>
              <a:t>•  T1 writes X after T2 reads X (conflict: T2 -&gt; T1).</a:t>
            </a:r>
          </a:p>
          <a:p>
            <a:pPr algn="l">
              <a:lnSpc>
                <a:spcPct val="135000"/>
              </a:lnSpc>
            </a:pPr>
            <a:r>
              <a:rPr sz="1300">
                <a:solidFill>
                  <a:srgbClr val="1A1A1A"/>
                </a:solidFill>
                <a:latin typeface="Calibri"/>
              </a:rPr>
              <a:t>•  T2 writes X after T1 writes X (conflict: T1 -&gt; T2).</a:t>
            </a:r>
          </a:p>
          <a:p>
            <a:pPr algn="l">
              <a:lnSpc>
                <a:spcPct val="135000"/>
              </a:lnSpc>
            </a:pPr>
            <a:r>
              <a:rPr sz="1300">
                <a:solidFill>
                  <a:srgbClr val="1A1A1A"/>
                </a:solidFill>
                <a:latin typeface="Calibri"/>
              </a:rPr>
              <a:t>•  Graph has a cycle T1 -&gt; T2 -&gt; T1, so S is not serializable.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View Serializability Concept</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View serializability is a broader condition than conflict serializability.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Two schedules are view equivalent if they produce the same final database state.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must preserve the initial read of data items by transactions.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must preserve the final write of data items by transactions.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Some schedules are view serializable but not conflict serializable.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media.geeksforgeeks.org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Recoverable Schedules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schedule is recoverable if no transaction commits before the transactions it reads.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T1 reads data written by T2, T1 must wait for T2 to commit.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T2 aborts after T1 reads its data, T1 must also abort.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Non-recoverable schedules can lead to cascading rollbacks and data loss.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Recoverability ensures the database remains consistent after a failure.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Cascading Rollbacks Explained</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cascading rollback occurs when one transaction abort forces others to abort.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happens in non-recoverable schedules where uncommitted data is read.</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T2 aborts, all transactions that read T2's data must also abort.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leads to significant performance degradation and wasted processing time.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Recoverable schedules prevent cascading rollbacks by enforcing commit dependencies.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Common Pitfalls in Scheduling</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Assuming all concurrent schedules are serializable without checking.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Ignoring the order of read-write operations when analyzing conflicts.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Overlooking the need for recovery in non-recoverable schedules.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Confusing view serializability with conflict serializability criteria.</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Failing to detect cycles in precedence graphs correctly.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Schedules define the interleaving of operations from concurrent transactions.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Conflict serializability ensures correctness by preserving conflict operation orders.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View serializability is a broader condition based on final database states.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Recoverable schedules prevent cascading rollbacks and ensure data consistency.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Precedence graphs are the primary tool for testing serializability.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Schedules and types of schedules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