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mapping ER models to relational schemas. This is a critical step in the database design process where we translate our conceptual designs into implementable structures. We will focus on the rules that ensure data integrity while maintaining the relationships defined in our ER diagrams. Let us begin by understanding the specific outcomes we aim to achieve in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key course outcomes. First, we will apply relational algebra concepts to ensure our mapped schemas support efficient queries. Second, we will analyze functional dependencies to design normalized schemas that guarantee lossless joins and dependency preservation. These skills are essential for creating robust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and apply specific rules for different entity types. We will evaluate how weak entities and complex relationships are handled differently than regular entities. You will synthesize a complete schema from a complex example, ensuring you understand the 'why' behind each table creation. Finally, we will critique common mistakes to avoid in your own designs.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simplest case: regular entity sets. Every regular entity set maps directly to a table. For example, the 'Student' entity becomes a 'Student' table where 'Student_ID' is the primary key. Composite attributes like 'Address' are flattened into 'Street', 'City', and 'Zip'. Multivalued attributes, such as 'Phone_Numbers', require a separate table to maintain first normal form.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 entities are unique because they cannot exist without a strong entity. Consider 'Order_Line' which depends on 'Order'. The 'Order_Line' table must include 'Order_ID' as a foreign key. The primary key of 'Order_Line' is a composite of 'Order_ID' and 'Line_Number'. This ensures that a line item cannot exist without a valid order, enforcing the dependency.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one-to-one relationships, we typically merge the tables. We add the primary key of one entity as a foreign key in the other. If participation is optional, the foreign key goes into the optional side. For example, if an 'Employee' has a 'Manager', the 'Employee' table gets a 'Manager_ID'. This avoids a separate 'Manages' table and simplifies queries.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one-to-many relationship, the foreign key goes into the 'many' side. For instance, one 'Department' has many 'Employees'. We add 'Dept_ID' to the 'Employee' table. This creates a direct link where each employee record points to their department. This is efficient and avoids unnecessary joins for simple lookups.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Many-to-many relationships require a separate table. For 'Student' and 'Course', we create an 'Enrollment' table. This table contains 'Student_ID' and 'Course_ID' as foreign keys. Together, they form the composite primary key. Any attributes of the relationship, like 'Grade' or 'Enrollment_Date', are added as columns here. This structure prevents data redundancy and maintains integrity.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three or more entities are involved, we treat it similarly to M:N. We create a new table for the relationship. For a 'Teaching' relationship involving 'Student', 'Course', and 'Instructor', the new table has keys from all three. The primary key is the combination of these three IDs. This ensures that a specific student is taught a specific course by a specific instructor.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 hierarchies can be mapped in three ways. Option 1 creates a table for each level, preserving all attributes but potentially creating sparse tables. Option 2 merges everything into one large table, which is simple but may have many nulls. Option 3 creates a superclass table and separate subclass tables. The best choice depends on how you plan to query the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apply this to a university example. 'Student' becomes a table with 'SID' as the key. 'Course' becomes a table with 'CID'. The 'Enrolls' relationship becomes a table with 'SID' and 'CID' as a composite key. This allows us to track which student is enrolled in which course and their grade. This structure is efficient for querying student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common pitfalls to avoid. A frequent mistake is trying to map M:N relationships with a single foreign key, which creates redundancy. Another is ignoring weak entity dependencies, leading to orphaned records. Incorrect handling of ISA hierarchies can also cause data loss. Always ensure your mapping preserves the relationships and constraints defined in the ER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regular entities map directly to tables. Weak entities need the owner's key. Many-to-many relationships always need a separate table. ISA hierarchies offer flexibility based on your needs. Finally, proper mapping ensures your database is normalized and efficient. These principles are the foundation of good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textbooks by Elmasri &amp; Navathe, Silberschatz et al., and Ramakrishnan &amp; Gehrke. These resources provide deep insights into database design and normalization. The Oracle and MySQL documentation are also excellent for practical implementation details. Thank you for your attention, and I am available for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Mapping ER model to relational schema</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Database Design and Advanced Normalization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Database Design and Advanced Normalization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rules for mapping regular entity sets to relations.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strategies for mapping weak entity sets and their identifying relationships.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transformation rules for binary and n-ary relationship sets in schemas.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a complete relational schema from a complex ER diagram example.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common pitfalls in mapping many-to-many relationships to tables.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Mapping Regular Entity Sets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Each regular entity set becomes a separate relation with its own primary key.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Attributes of the entity set become columns in the corresponding relation.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primary key of the entity set becomes the primary key of the relation.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Composite attributes are flattened into individual columns in the new relation.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Multivalued attributes require a separate relation linked by the primary key.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Derived attributes are typically omitted unless they are frequently queried.</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DBMS – ER Diagram to Table Conversion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Mapping Weak Entity Sets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Weak entities depend on a strong entity for their existence and identification.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relation for a weak entity includes the primary key of the strong entity.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primary key of the weak relation is a combination of its partial key and owner key.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relationship identifying the weak entity is implicit in the foreign key constraint.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Deleting the strong entity automatically deletes the associated weak entity records.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foreign key must be part of the primary key of the weak relation.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Mapping Binary 1</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1 Relationships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Map the relationship by adding the primary key of one entity to the other.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Choose the entity with the optional participation to receive the foreign key.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both sides are mandatory, choose either side arbitrarily for the foreign key.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foreign key constraint enforces the one-to-one cardinality requirement.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Merging two tables into one is an alternative if the relationship is mandatory.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avoids creating a separate relation for the relationship itself.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Mapping Binary 1</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 Relationships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Map the relationship by adding the primary key of the 'one' side to the 'many' side.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foreign key is placed in the relation corresponding to the 'many' entity.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primary key of the 'many' entity remains unchanged in the new relation.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creates a direct link without requiring a separate relationship table.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foreign key constraint ensures referential integrity between the two entities.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is the most common mapping strategy for one-to-many associations.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Mapping Binary 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 Relationships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M:N relationships cannot be represented by a simple foreign key in either table.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separate relation is created with the primary keys of both entities.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primary key of the new relation is the combination of both foreign keys.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Attributes of the relationship become columns in this new relationship table.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ensures that each pair of entities is uniquely identified in the schema.</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foreign keys reference the primary keys of the participating entity tables.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Mapping N-ary Relationships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N-ary relationships involve three or more entity sets participating in a relationship.</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separate relation is created for the relationship with all participating keys.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primary key is a combination of the primary keys of all entities.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Attributes of the relationship are included as columns in the new relation.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generalizes the M:N mapping strategy to higher cardinalities.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Referential integrity is maintained through foreign keys to all participating entities.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Mapping ISA Hierarchies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ISA hierarchies represent generalization and specialization among entity sets.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Option 1: Map each entity set to a separate relation with inheritance.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Option 2: Map the superclass and subclass into a single combined relation.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Option 3: Map the superclass to a relation and subclasses to separate tables.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choice depends on query patterns and storage efficiency requirements.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Option 1 preserves all attributes but may lead to sparse tables.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www.tutorialspoint.com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University Schema</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Entity 'Student' maps to table Student(SID, Name, Major, GPA).</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Entity 'Course' maps to table Course(CID, Title, Credits).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Relationship 'Enrolls' (M:N) maps to table Enrollment(SID, CID, Grade).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Primary key of Enrollment is (SID, CID) to ensure unique enrollment.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Foreign keys reference Student(SID) and Course(CID) for integrity.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schema supports queries for student grades and course enrollments.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Mapping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create a separate table for M:N relationships causes redundancy.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 single foreign key for M:N relationships violates normalization rules.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weak entity dependencies leads to orphaned records in the database.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Incorrectly handling ISA hierarchies can result in loss of specific attributes.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Over-normalizing can lead to excessive joins and performance degradation.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derived attributes may require complex queries later.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Regular entities map directly to tables with flattened attributes.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Weak entities require the owner's primary key in their own table.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M:N relationships always require a separate relation with composite keys.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ISA hierarchies offer multiple mapping strategies based on query needs.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mapping ensures lossless joins and dependency preservation in schemas.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Mapping ER model to relational schema</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