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lecture on Schema Decomposition Algorithms. We are diving deep into the core of database design to ensure our structures are robust. Remember, the goal is to transform complex schemas into efficient, normalized forms. Let's begin our journey into Discover. Learn. Empower.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session directly addresses our first two course outcomes. We will explain the architectural foundations of decomposition algorithms under CO1. Simultaneously, we will apply these concepts to formulate efficient query structures as required by CO2. These outcomes are the backbone of our design skills.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lecture, you will be able to define why we decompose schemas. You will analyze critical properties like lossless joins. We will apply the synthesis algorithm to real-world scenarios. Finally, you will evaluate the performance trade-offs involved in these designs.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Imagine a massive table where changing a professor's name requires updating hundreds of rows. This is redundancy. Decomposition solves this by splitting the table. It isolates dependencies so that one change does not ripple through the entire dataset. This is the fundamental reason we design schemas this way.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lossless join property ensures we do not lose information. If we split a table, we must be able to join them back perfectly. The intersection of the two new tables must act as a key. Otherwise, we get spurious tuples that look like real data but are not.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Dependency preservation means we can check constraints without joining tables. If a rule like 'A determines B' is split across two tables, we must join them to verify it. This is expensive. 3NF ensures all rules are preserved within individual tables for efficiency.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synthesis algorithm is a systematic approach to 3NF design. We start by finding a minimal cover of our dependencies. Then we group them by the left-hand side. Each group becomes a new table. This guarantees a lossless join and dependency preservation.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grouping, we must simplify. We remove redundant rules and extraneous attributes. For example, if A determines B and B determines C, A determines C is redundant. We strip this down to the essential rules. This minimal cover is the foundation of our design.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group the simplified dependencies. If A determines B and C, we create a relation with A, B, and C. We do this for every unique determinant. This creates the core set of tables. Each table represents a specific functional dependency cluster.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must ensure the original key is preserved. If the key does not appear in any of our generated tables, we add a new table for it. This step is crucial for the lossless join property. Without it, we might lose the ability to reconstruct the original data.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apply this to a concrete example. We have a relation with five attributes and a cycle of dependencies. A determines B, B determines C, and so on. A is a candidate key. We will walk through the synthesis steps to normalize this specific schema.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group the dependencies. A determines B, so we get R1. B determines C, so we get R2. We continue this for C and D. We end up with four relations. Each relation captures a specific dependency. This is the core of the synthesis process.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decomposition is essential for robust database design. We must ensure lossless joins and dependency preservation. The synthesis algorithm is a reliable method to achieve 3NF. Always remember to check that the original key is preserved in your final schema.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standard texts for our course. Elmasri and Navathe provide a comprehensive foundation. Silberschatz offers deep theoretical insights. Ramakrishnan and Oracle documentation provide practical implementation details. Please refer to these for further study.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jp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Schema Decomposition Algorithms</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500" i="1">
                <a:solidFill>
                  <a:srgbClr val="C8102E"/>
                </a:solidFill>
                <a:latin typeface="Calibri"/>
              </a:rPr>
              <a:t>Database Management System | Database Design and Advanced Normalization</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Database Management System   |   Chapter: Database Design and Advanced Normalization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Explain database architecture, relational model concepts and formal query language foundations including relational algebra and relational calculus.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relational algebra, relational calculus and SQL constructs to formulate correct and efficient database queries.</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functional dependencies and design normalized relational schemas up to 5NF ensuring lossless join and dependency preservation.</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transaction schedules and concurrency control mechanisms to determine serializability, recoverability and correctness.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Evaluate storage structures, indexing strategies and query optimization techniques for performance, scalability and reliability.</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the necessity of schema decomposition in database design.</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properties of lossless join and dependency preservation.</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Apply the synthesis algorithm to convert relations into 3NF.</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trade-offs between normalization and query performance.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Demonstrate decomposition using a concrete numerical example.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Why Decompose Schemas?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Decomposition splits large relations into smaller, manageable sub-relations.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eliminates data redundancy and prevents update anomalies.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improves data integrity by isolating specific functional dependencies.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enhances query performance by reducing the scan area.</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facilitates better concurrency control in multi-user environments.</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Relational Database | Learn Relational Database Model RDBMS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Lossless Join Property</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MATHEMATICALLY</a:t>
            </a:r>
          </a:p>
          <a:p>
            <a:pPr algn="l">
              <a:lnSpc>
                <a:spcPct val="135000"/>
              </a:lnSpc>
            </a:pPr>
            <a:r>
              <a:rPr sz="1300">
                <a:solidFill>
                  <a:srgbClr val="1A1A1A"/>
                </a:solidFill>
                <a:latin typeface="Calibri"/>
              </a:rPr>
              <a:t>R1 ∩ R2 must functionally determine R1 or R2.</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A decomposition is lossless if the natural join recovers the original relation.</a:t>
            </a:r>
          </a:p>
          <a:p>
            <a:pPr algn="l">
              <a:lnSpc>
                <a:spcPct val="135000"/>
              </a:lnSpc>
            </a:pPr>
            <a:r>
              <a:rPr sz="1300">
                <a:solidFill>
                  <a:srgbClr val="1A1A1A"/>
                </a:solidFill>
                <a:latin typeface="Calibri"/>
              </a:rPr>
              <a:t>•  No spurious tuples are generated during the reconstruction process.</a:t>
            </a:r>
          </a:p>
          <a:p>
            <a:pPr algn="l">
              <a:lnSpc>
                <a:spcPct val="135000"/>
              </a:lnSpc>
            </a:pPr>
            <a:r>
              <a:rPr sz="1300">
                <a:solidFill>
                  <a:srgbClr val="1A1A1A"/>
                </a:solidFill>
                <a:latin typeface="Calibri"/>
              </a:rPr>
              <a:t>•  The intersection of decomposed relations must be a superkey of one.</a:t>
            </a:r>
          </a:p>
          <a:p>
            <a:pPr algn="l">
              <a:lnSpc>
                <a:spcPct val="135000"/>
              </a:lnSpc>
            </a:pPr>
            <a:r>
              <a:rPr sz="1300">
                <a:solidFill>
                  <a:srgbClr val="1A1A1A"/>
                </a:solidFill>
                <a:latin typeface="Calibri"/>
              </a:rPr>
              <a:t>•  Without this property, data integrity is compromised permanently.</a:t>
            </a:r>
          </a:p>
        </p:txBody>
      </p:sp>
      <p:pic>
        <p:nvPicPr>
          <p:cNvPr id="19" name="Picture 18"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slidemodel.com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Dependency Preservation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All functional dependencies must be enforceable on the decomposed relations.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Checking constraints should not require joining multiple tables.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ensures data integrity checks remain efficient and local.</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If a dependency spans relations, it is not preserved.</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3NF guarantees dependency preservation for all functional dependencies.</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res.cloudinary.com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Synthesis Algorithm Overview</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Start with a minimal cover of the functional dependencies.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Group dependencies that share the same left-hand side attribute.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Create a relation for each group of dependencies.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Ensure the key of the original relation is present in a relation.</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result is always in 3NF with dependency preservation.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Step 1</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Minimal Cover</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Eliminate redundant functional dependencies from the set.</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Reduce the right-hand side to a single attribute.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Remove extraneous attributes from the left-hand side.</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 minimal cover is unique in terms of closure.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This step simplifies the algorithm before grouping relations.</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cdn.processon.io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Step 2</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Grouping Dependencies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Collect all dependencies with the same left-hand side attribute.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Form a relation schema from the left-hand side and right-hand side.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Each group forms a candidate relation in the final schema.</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Attributes appearing only on the right-hand side are included.</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This creates the core set of normalized relations.</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www.bestprog.net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Step 3</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Verification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Identify the candidate key of the original relation.</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Check if the key appears in any of the generated relations.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If not, create a new relation containing only the key attributes.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This ensures the lossless join property is maintained.</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final schema includes all generated relations plus the key.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Setup</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DEPENDENCIES</a:t>
            </a:r>
          </a:p>
          <a:p>
            <a:pPr algn="l">
              <a:lnSpc>
                <a:spcPct val="135000"/>
              </a:lnSpc>
            </a:pPr>
            <a:r>
              <a:rPr sz="1300">
                <a:solidFill>
                  <a:srgbClr val="1A1A1A"/>
                </a:solidFill>
                <a:latin typeface="Calibri"/>
              </a:rPr>
              <a:t>A→B, B→C, C→D, D→E, E→A.</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Relation R(A, B, C, D, E) with functional dependencies.</a:t>
            </a:r>
          </a:p>
          <a:p>
            <a:pPr algn="l">
              <a:lnSpc>
                <a:spcPct val="135000"/>
              </a:lnSpc>
            </a:pPr>
            <a:r>
              <a:rPr sz="1300">
                <a:solidFill>
                  <a:srgbClr val="1A1A1A"/>
                </a:solidFill>
                <a:latin typeface="Calibri"/>
              </a:rPr>
              <a:t>•  We need to decompose R into 3NF using synthesis.</a:t>
            </a:r>
          </a:p>
          <a:p>
            <a:pPr algn="l">
              <a:lnSpc>
                <a:spcPct val="135000"/>
              </a:lnSpc>
            </a:pPr>
            <a:r>
              <a:rPr sz="1300">
                <a:solidFill>
                  <a:srgbClr val="1A1A1A"/>
                </a:solidFill>
                <a:latin typeface="Calibri"/>
              </a:rPr>
              <a:t>•  First, find the minimal cover of these dependencies.</a:t>
            </a:r>
          </a:p>
          <a:p>
            <a:pPr algn="l">
              <a:lnSpc>
                <a:spcPct val="135000"/>
              </a:lnSpc>
            </a:pPr>
            <a:r>
              <a:rPr sz="1300">
                <a:solidFill>
                  <a:srgbClr val="1A1A1A"/>
                </a:solidFill>
                <a:latin typeface="Calibri"/>
              </a:rPr>
              <a:t>•  Note that A is a candidate key for the whole relation.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Execution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MINIMAL COVER YIELDS</a:t>
            </a:r>
          </a:p>
          <a:p>
            <a:pPr algn="l">
              <a:lnSpc>
                <a:spcPct val="135000"/>
              </a:lnSpc>
            </a:pPr>
            <a:r>
              <a:rPr sz="1300">
                <a:solidFill>
                  <a:srgbClr val="1A1A1A"/>
                </a:solidFill>
                <a:latin typeface="Calibri"/>
              </a:rPr>
              <a:t>A→B, B→C, C→D, D→E, E→A.</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Group 1: A→B creates relation R1(A, B).</a:t>
            </a:r>
          </a:p>
          <a:p>
            <a:pPr algn="l">
              <a:lnSpc>
                <a:spcPct val="135000"/>
              </a:lnSpc>
            </a:pPr>
            <a:r>
              <a:rPr sz="1300">
                <a:solidFill>
                  <a:srgbClr val="1A1A1A"/>
                </a:solidFill>
                <a:latin typeface="Calibri"/>
              </a:rPr>
              <a:t>•  Group 2: B→C creates relation R2(B, C).</a:t>
            </a:r>
          </a:p>
          <a:p>
            <a:pPr algn="l">
              <a:lnSpc>
                <a:spcPct val="135000"/>
              </a:lnSpc>
            </a:pPr>
            <a:r>
              <a:rPr sz="1300">
                <a:solidFill>
                  <a:srgbClr val="1A1A1A"/>
                </a:solidFill>
                <a:latin typeface="Calibri"/>
              </a:rPr>
              <a:t>•  Group 3: C→D creates relation R3(C, D).</a:t>
            </a:r>
          </a:p>
          <a:p>
            <a:pPr algn="l">
              <a:lnSpc>
                <a:spcPct val="135000"/>
              </a:lnSpc>
            </a:pPr>
            <a:r>
              <a:rPr sz="1300">
                <a:solidFill>
                  <a:srgbClr val="1A1A1A"/>
                </a:solidFill>
                <a:latin typeface="Calibri"/>
              </a:rPr>
              <a:t>•  Group 4: D→E creates relation R4(D, 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Schema decomposition eliminates redundancy and update anomalies.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Lossless join ensures no data is lost during reconstruction.</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Dependency preservation allows efficient constraint checking.</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Synthesis algorithm guarantees 3NF with dependency preservation.</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Always verify the original key is present in the schema.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Fundamentals of Database Systems — Ramez Elmasri &amp; Shamkant B. Navathe</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Database System Concepts — Silberschatz, Korth &amp; Sudarshan</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Database Management Systems — Raghu Ramakrishnan &amp; Johannes Gehrke</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Oracle/MySQL Documentation — Oracle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Schema Decomposition Algorithms</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