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Database Design. We are focusing on two critical properties: lossless join and dependency preservation. These concepts ensure our database decompositions are both safe and functional. Let's begin by understanding why these matter for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Course Outcomes. CO1 requires you to explain the theoretical foundations of database architecture, which includes normalization theory. CO2 expects you to apply these concepts to formulate correct queries and designs. Mastering lossless joins ensures your designs meet these rigorous academic standards.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lossless joins clearly. You will learn to identify the specific conditions that prevent data loss. We will also explore dependency preservation and how to verify it. Finally, you will apply these rules to real-world database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lossless join like cutting a puzzle into two pieces. When you put them back together, you get the exact original picture. If you lose pieces or add fake ones, the picture is wrong. In databases, we must ensure the join reconstructs the original table perfectly.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rule is simple: the common attributes must act as a key for one of the parts. If the intersection is a key for R1, we are safe. This ensures that when we join, we don't create duplicate rows that didn't exist before. It is the mathematical guarantee of data safety.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 preservation is about keeping our rules intact. If we have a rule like 'Student ID determines Name', that rule must still be checkable without joining tables. If we lose this, we might insert invalid data without the database catching it. It is crucial for maintaining data quality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lossy join as a photocopy that gets blurry and adds extra lines. You end up with data that never existed. A lossless join is like a perfect copy where nothing is added or lost. We always aim for the lossless version to ensure our database remains accurate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have a relation with attributes A, B, and C. We split it into R1 and R2 sharing attribute B. Since B determines C in R2, B is a key there. This satisfies our condition, so the join is lossless. We can safely reconstruct the original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a case where B is not a key for either part. If we join R1 and R2, we might get rows that never existed. For instance, a combination of A and C that wasn't in the original table. This creates garbage data, making the decomposition lossy and unsafe for production 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check if dependencies are preserved, we calculate the closure of dependencies for each new table. We then combine these closures and see if we can still derive the original rules. If the combined set implies all original rules, we have successfully preserved the dependencies. This is a rigorous mathematical check.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the mistake of assuming 3NF is always perfect. It is not. You can have a 3NF decomposition that is lossy or loses dependencies. Always check the intersection condition for lossless joins. Also, ensure you can enforce rules without joining tables. These pitfalls can lead to inefficient and incorrect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complex cases, we use the chase algorithm. It involves creating a table of symbols and applying functional dependencies to change them. If we end up with a row of identical symbols, the join is lossless. This is a powerful tool for proving properties in advanced database design scenarios.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 lossless join means no data is lost or added. The intersection must be a key. Dependency preservation means we can check rules easily. Both are essential for good design. Always verify these before finalizing your schema.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Elmasri, Silberschatz, and Ramakrishnan. These books provide deep insights into normalization and decomposition. The Oracle documentation is also excellent for practical implementation details. Thank you for your attention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Lossless join and dependency preservation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lossless join decomposition in relational databases.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conditions required for a decomposition to be lossless.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necessity of dependency preservation in database normalization.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lossless and lossy join operations using examples.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chase algorithm to verify decomposition properties.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Lossless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decomposition is lossless if the natural join of sub-relations reconstructs the original relation.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 spurious tuples are generated during the join operation of decomposed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original data is fully recoverable without any information loss or duplication.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property is essential for maintaining data integrity during schema decomposition.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Lossless join ensures that R equals the join of R1 and R2.</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Electronic Resistor Circuits &amp; Diagrams | PCB Project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Condition for Lossless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intersection of attributes must be a superkey for at least one sub-relation.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R1 ∩ R2 is a key for R1, the decomposition is guaranteed to be lossless.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R1 ∩ R2 is a key for R2, the decomposition is also guaranteed to be lossless.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common attributes must functionally determine all attributes in one of the relations.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Failure to meet this condition results in a lossy join with spurious data.</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Dependency Preservation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Dependency preservation ensures all functional dependencies hold in the decomposed schema.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Every functional dependency in the original set must be enforceable in the new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 avoid the need to perform joins to check for constraint violations.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property improves query performance by reducing join operations during updates.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decomposition preserves dependencies if the union of projected dependencies covers the original set.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media.aofoundation.org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Lossy Join vs Lossless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lossy join generates spurious tuples that were not present in the original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Lossy joins occur when the intersection is not a superkey for either relation.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Lossless joins guarantee that the join result is exactly equal to the original relation.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Lossy joins lead to data redundancy and potential update anomalies in the system.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the intersection condition before finalizing a database decomposition strategy.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www.strike.money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Lossless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Relation R(A, B, C) with FDs: A → B, B → 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Decompose into R1(A, B) and R2(B, 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Intersection is B, which is a key for R2 because B → 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Since B is a key for R2, the decomposition is lossless.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Joining R1 and R2 on B reconstructs R without spurious tuples.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www.rforecology.com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Lossy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Relation R(A, B, C) with FDs: A → B, C → B.</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Decompose into R1(A, B) and R2(B, 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Intersection is B, which is not a key for R1 or R2.</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Joining R1 and R2 creates spurious tuples not in the original relation.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decomposition is lossy and violates the lossless join condition.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www.rforecology.com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Checking Dependency Preservation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Compute the closure of the original functional dependencies for each sub-relation.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Union the closures of all sub-relations to form the new dependency set.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if the original dependencies can be derived from this new set.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closure of the union equals the closure of the original set, it is preserved.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process ensures no constraints are lost during the decomposition process.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www.invensislearning.com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Decomposition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any decomposition into 3NF is automatically lossless and dependency preserving.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the intersection condition when verifying the lossless join property.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check if functional dependencies are enforceable without joins.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Over-normalizing a schema which leads to excessive join operations for queries.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Neglecting to verify both properties simultaneously for a robust database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Chase Algorithm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chase algorithm is a systematic method to test for lossless joins.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uses a tableau to track how tuples transform under functional dependencies.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 row becomes all identical symbols, the decomposition is lossless.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algorithm works for any set of functional dependencies and relations.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provides a definitive proof for the lossless join property in complex cases.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Lossless join ensures the original relation is perfectly reconstructed after decomposition.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intersection of sub-relations must be a superkey for at least one part.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Dependency preservation allows checking constraints without performing expensive join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properties are critical for a robust and efficient database normalization strategy.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these conditions before finalizing any database schema decomposition.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Lossless join and dependency preservation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