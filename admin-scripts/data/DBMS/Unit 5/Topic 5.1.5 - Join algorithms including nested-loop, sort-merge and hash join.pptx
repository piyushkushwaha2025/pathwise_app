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lecture on Join algorithms. We are focusing specifically on how databases physically combine data from different tables. This is a critical part of query optimization within our storage structures chapter. Let us begin by understanding the core outcomes of this session.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outcomes guide our entire discussion today. CO4 ensures we understand how joins fit into transaction correctness. CO5 is our primary focus, asking us to evaluate which join method offers the best performance and reliability for specific data sizes.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the nested-loop approach and its limitations. You will evaluate how sorting data changes the join strategy entirely. We will also assess the hash join, which is often the fastest for large tables. Finally, you will learn to compare these methods to select the right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Nested-Loop Join like reading a phone book to find a match. You take one name from the list, then check every single other name against it. If you have 1000 rows in each table, you perform 1 million comparisons. This is why it is O(n × m) and often too slow for modern databases.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optimize the basic nested loop by using Block Nested-Loop Join. Instead of reading one row at a time, we load a whole block of rows into memory. This drastically reduces the number of disk reads. If we also have an index, we can skip the full scan entirely, making it much faster.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two sorted lists of names. You start at the top of both lists and compare them. If they match, you output the pair and move both pointers. If one is smaller, you move that pointer forward. The cost is mostly in the initial sorting, which is O(n log n). This makes it great for range queries.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numerically. We have Table A with IDs 10, 20, 30 and Table B with 20, 30, 40. We start at 10 and 20. Since 10 is less than 20, we skip 10. Now we compare 20 and 20. They match! We output the pair. We move to 30 and 30, which also match. This linear pass is very efficient once sorted.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Hash Join is like looking up a word in a dictionary. You build a dictionary (hash table) from the smaller table. Then, for every word in the larger table, you look it up directly. This is O(n + m), which is linear and very fast. It is the standard choice for large equality joins in modern databases.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hash. If we use H(ID) = ID mod 3, then 10 goes to bucket 1, 20 to bucket 2, and 30 to bucket 0. Now we scan Table B. For ID 20, we calculate 20 mod 3 = 2. We go directly to bucket 2 and find the match. This direct access is why it is so fast.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using the basic Nested-Loop on large tables. If you have 1 million rows, that is a trillion comparisons. You must always check if the inner table is indexed. If it is, use Index Nested-Loop. If not, consider other algorithms. Also, always put the smaller table on the outside to minimize iterations.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pitfall here is sorting data that is already small or unsorted. Sorting takes O(n log n), which can be expensive. If the tables are already sorted, Sort-Merge is great. But if you have to sort them first, you might be better off with a Hash Join. Also, ensure you handle duplicates correctly.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 Join has a critical constraint: the build table must fit in memory. If it doesn't, the database spills to disk, which is slow. Also, if your data is skewed, many rows might go into one bucket, causing collisions. This degrades performance to O(n²). Always ensure your hash function distributes data evenly.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Nested-Loop is simple but slow without indexes. Sort-Merge is great if data is already sorted or for range queries. Hash Join is the fastest for large equality joins. Always consider your data size and memory when choosing. Modern optimizers will pick the best one, but you must understand the trade-offs.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textbooks and documentation we recommend for further study. Elmasri and Navathe provide a deep theoretical foundation. Silberschatz offers excellent practical examples. Ramakrishnan covers optimization in great detail. Finally, the Oracle and MySQL documentation provides specific implementation details for these algorithms.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Join algorithms including nested-loop, sort-merge and hash join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Nested-Loop Join algorithm and its computational complexity.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Sort-Merge Join strategy for handling sorted data inputs.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Hash Join mechanism for efficient equality joins on large datasets.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performance trade-offs between the three primary join algorithms.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selection criteria to choose the optimal join method for a query.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Nested-Loop Join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Nested-Loop Join iterates through every row of the outer table.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 each outer row, it scans every row of the inner table.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compares the join condition for every possible pair of rows.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Basic complexity is O(n × m) where n and m are table sizes.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method requires no pre-sorting or hashing of the input data.</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the simplest algorithm but often the slowest for large tables.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depends heavily on whether the inner table fits in memory.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Circular Infinite Loop Arrow Diagram | Graphics Presentation | Background  for PowerPoint | PPT Designs | Slide Designs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Nested-Loop Join Optimization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Block Nested-Loop Join reads multiple rows of the inner table at once.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uses available memory buffers to reduce disk I/O operations significantly.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Complexity improves to O(n + (n/b) × m) where b is buffer size.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outer table is typically the smaller one to minimize iterations.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Index Nested-Loop Join uses an index on the inner table for lookups.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This reduces the inner scan from O(m) to O(log m) per outer row.</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highly efficient when the join column is indexed and selective.</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mwidlake.wordpress.com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Sort-Merge Join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Sort-Merge Join requires both input tables to be sorted on the join key.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performs a linear scan of both tables simultaneously after sorting.</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Matching rows are identified by comparing the current keys of both streams.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complexity is O(n log n + m log m) for sorting plus linear scan.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ideal when data is already sorted or when range joins are needed.</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handles duplicate keys naturally by outputting all matching combinations.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 additional memory structures like hash tables are required for the join.</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stack.convex.dev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Sort-Merge Join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TABLE A SORTED BY ID</a:t>
            </a:r>
          </a:p>
          <a:p>
            <a:pPr algn="l">
              <a:lnSpc>
                <a:spcPct val="135000"/>
              </a:lnSpc>
            </a:pPr>
            <a:r>
              <a:rPr sz="1300">
                <a:solidFill>
                  <a:srgbClr val="1A1A1A"/>
                </a:solidFill>
                <a:latin typeface="Calibri"/>
              </a:rPr>
              <a:t>10, 20, 30, 40, 50.</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TABLE B SORTED BY ID</a:t>
            </a:r>
          </a:p>
          <a:p>
            <a:pPr algn="l">
              <a:lnSpc>
                <a:spcPct val="135000"/>
              </a:lnSpc>
            </a:pPr>
            <a:r>
              <a:rPr sz="1300">
                <a:solidFill>
                  <a:srgbClr val="1A1A1A"/>
                </a:solidFill>
                <a:latin typeface="Calibri"/>
              </a:rPr>
              <a:t>20, 30, 40, 50, 60.</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ADVANCE BOTH POINTERS TO NEXT VALUES</a:t>
            </a:r>
          </a:p>
          <a:p>
            <a:pPr algn="l">
              <a:lnSpc>
                <a:spcPct val="135000"/>
              </a:lnSpc>
            </a:pPr>
            <a:r>
              <a:rPr sz="1300">
                <a:solidFill>
                  <a:srgbClr val="1A1A1A"/>
                </a:solidFill>
                <a:latin typeface="Calibri"/>
              </a:rPr>
              <a:t>30 and 30.</a:t>
            </a:r>
          </a:p>
        </p:txBody>
      </p:sp>
      <p:sp>
        <p:nvSpPr>
          <p:cNvPr id="22" name="Rectangle 21"/>
          <p:cNvSpPr/>
          <p:nvPr/>
        </p:nvSpPr>
        <p:spPr>
          <a:xfrm>
            <a:off x="3669715"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Compare 10 (A) with 20 (B): 10 is smaller, advance A.</a:t>
            </a:r>
          </a:p>
          <a:p>
            <a:pPr algn="l">
              <a:lnSpc>
                <a:spcPct val="135000"/>
              </a:lnSpc>
            </a:pPr>
            <a:r>
              <a:rPr sz="1300">
                <a:solidFill>
                  <a:srgbClr val="1A1A1A"/>
                </a:solidFill>
                <a:latin typeface="Calibri"/>
              </a:rPr>
              <a:t>•  Compare 20 (A) with 20 (B): Match found, output (20, 20).</a:t>
            </a:r>
          </a:p>
          <a:p>
            <a:pPr algn="l">
              <a:lnSpc>
                <a:spcPct val="135000"/>
              </a:lnSpc>
            </a:pPr>
            <a:r>
              <a:rPr sz="1300">
                <a:solidFill>
                  <a:srgbClr val="1A1A1A"/>
                </a:solidFill>
                <a:latin typeface="Calibri"/>
              </a:rPr>
              <a:t>•  Compare 30 (A) with 30 (B): Match found, output (30, 30).</a:t>
            </a:r>
          </a:p>
          <a:p>
            <a:pPr algn="l">
              <a:lnSpc>
                <a:spcPct val="135000"/>
              </a:lnSpc>
            </a:pPr>
            <a:r>
              <a:rPr sz="1300">
                <a:solidFill>
                  <a:srgbClr val="1A1A1A"/>
                </a:solidFill>
                <a:latin typeface="Calibri"/>
              </a:rPr>
              <a:t>•  Continue until one list is exhausted to complete the join.</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i0.wp.com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Join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 Join builds a hash table on the smaller table (build phase).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probes the hash table with rows from the larger table (probe phase).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uses a hash function to map join keys to specific bucket locations.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Complexity is O(n + m) assuming a good hash function and sufficient memory.</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generally the fastest algorithm for large equality joins.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requires no sorting of the input data before the join operation.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Performance degrades if hash collisions are frequent or memory is insufficient.</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abhinavpradeep.com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Join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Hash function: H(ID) = ID mod 3</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BUILD PHASE</a:t>
            </a:r>
          </a:p>
          <a:p>
            <a:pPr algn="l">
              <a:lnSpc>
                <a:spcPct val="135000"/>
              </a:lnSpc>
            </a:pPr>
            <a:r>
              <a:rPr sz="1300">
                <a:solidFill>
                  <a:srgbClr val="1A1A1A"/>
                </a:solidFill>
                <a:latin typeface="Calibri"/>
              </a:rPr>
              <a:t>Hash Table on Table A (IDs: 10, 20, 30).</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PROBE PHASE</a:t>
            </a:r>
          </a:p>
          <a:p>
            <a:pPr algn="l">
              <a:lnSpc>
                <a:spcPct val="135000"/>
              </a:lnSpc>
            </a:pPr>
            <a:r>
              <a:rPr sz="1300">
                <a:solidFill>
                  <a:srgbClr val="1A1A1A"/>
                </a:solidFill>
                <a:latin typeface="Calibri"/>
              </a:rPr>
              <a:t>Scan Table B (IDs: 20, 30, 40).</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Bucket 0: 30 (since 30 mod 3 = 0).</a:t>
            </a:r>
          </a:p>
          <a:p>
            <a:pPr algn="l">
              <a:lnSpc>
                <a:spcPct val="135000"/>
              </a:lnSpc>
            </a:pPr>
            <a:r>
              <a:rPr sz="1300">
                <a:solidFill>
                  <a:srgbClr val="1A1A1A"/>
                </a:solidFill>
                <a:latin typeface="Calibri"/>
              </a:rPr>
              <a:t>•  Bucket 1: 10 (since 10 mod 3 = 1).</a:t>
            </a:r>
          </a:p>
          <a:p>
            <a:pPr algn="l">
              <a:lnSpc>
                <a:spcPct val="135000"/>
              </a:lnSpc>
            </a:pPr>
            <a:r>
              <a:rPr sz="1300">
                <a:solidFill>
                  <a:srgbClr val="1A1A1A"/>
                </a:solidFill>
                <a:latin typeface="Calibri"/>
              </a:rPr>
              <a:t>•  Bucket 2: 20 (since 20 mod 3 = 2).</a:t>
            </a:r>
          </a:p>
          <a:p>
            <a:pPr algn="l">
              <a:lnSpc>
                <a:spcPct val="135000"/>
              </a:lnSpc>
            </a:pPr>
            <a:r>
              <a:rPr sz="1300">
                <a:solidFill>
                  <a:srgbClr val="1A1A1A"/>
                </a:solidFill>
                <a:latin typeface="Calibri"/>
              </a:rPr>
              <a:t>•  Match 20: Hash(20)=2, check Bucket 2, find match.</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www.databricks.com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Nested-Loop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Nested-Loop on large tables without indexes causes severe slowdowns.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Selecting the larger table as the outer loop increases I/O operations.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use Block Nested-Loop wastes available memory buffers.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existing indexes on the join column leads to full table scans.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constant performance regardless of data distribution is a major error.</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considering the cost of disk I/O when estimating execution time.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the benefit of Index Nested-Loop when indexes are available.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Sort-Merge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Applying Sort-Merge when data is unsorted incurs high sorting overhead.</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cost of sorting can make it slower than Nested-Loop.</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handle duplicate keys correctly leads to missing results.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Sort-Merge for non-equality joins without proper range logic.</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utilizing pre-sorted data when it is already available in storage.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sorting is free when it requires significant CPU and I/O.</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Overlooking that Sort-Merge is the only choice for range joins.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Join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 Join fails if the build table does not fit in available memory.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Poor hash functions cause collisions, degrading performance to O(n²).</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Hash Join for range queries is incorrect as it requires equality.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the cost of building the hash table for very small tables.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handling null values correctly in the hash function logic.</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uniform data distribution when data is skewed across buckets.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spill to disk when memory is insufficient for the hash table.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Nested-Loop is simple but slow O(n×m) unless optimized with indexes.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Sort-Merge is efficient for sorted data or range joins with O(n log 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Hash Join is fastest for large equality joins with O(n + m) complexity.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 the algorithm based on data size, memory, and existing indexes.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optimizers automatically choose the best join strategy for execution.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Join algorithms including nested-loop, sort-merge and hash join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