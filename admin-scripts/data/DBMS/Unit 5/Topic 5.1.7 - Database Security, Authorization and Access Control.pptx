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Database Security. We are focusing on how we protect data within the storage structures and indexing layers. Remember, security is not an afterthought but a fundamental requirement for any robust database system. Let us begin by understanding the core mechanisms that keep our data safe.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first two course outcomes. CO1 requires you to explain the architecture, which includes the security layer as a critical component. CO2 asks you to apply SQL constructs, and authorization commands like GRANT and REVOKE are essential SQL tools for managing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security concepts clearly. You will understand how authorization acts as a gatekeeper for our data. We will also explore how these security mechanisms interact with the underlying storage structures and indexing methods we studied earlier.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CIA triad as the foundation of all security. Confidentiality is like locking a diary so only you can read it. Integrity ensures no one has tampered with the pages. Availability means the diary is not lost or destroyed. In our context, these must apply to how data is stored and indexed.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the process of granting or denying permissions. Instead of assigning rights to every individual, we use roles. For example, a 'Student' role might have read-only access to grades, while a 'Professor' role can update them. This reduces administrative overhead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models for controlling access. DAC is like a house owner deciding who enters. MAC is like a military base where only specific clearance levels work. RBAC is the standard for universities and businesses because it scales well with large user groups.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RBAC, a user is a member of a role, and a role has permissions. If you are a 'Manager', you might inherit all permissions of a 'Staff' member plus the ability to approve requests. This hierarchy makes it easy to manage complex access needs without creating unique rules for every person.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SQL commands to implement these models. The GRANT command gives permissions, while REVOKE takes them away. For instance, granting SELECT on a table allows a user to read data. The WITH GRANT OPTION is powerful but risky if given to untrusted users.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isn't just logical; it's physical too. Data sitting on a hard drive is vulnerable if the drive is stolen. We encrypt data at rest so that even if someone steals the disk, they cannot read the information. Indexes also need protection to hide data patterns.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critical point: indexes can leak information. If an attacker sees which index nodes you access, they might guess what data you are looking for. We need secure indexing techniques that hide these access patterns while still allowing efficient queries.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grant SELECT permission to a Professor on the Grades table. This allows them to see all student grades. We also grant SELECT to a Student, but with a view that filters rows. This ensures they only see their own data, maintaining privacy.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mistakes we must avoid. Giving everyone 'admin' access is a huge risk. Hardcoding passwords in scripts is dangerous because they can be exposed in version control. Also, forgetting to remove access when a student graduates leaves data vulnerable.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security is about protecting data through the CIA triad. We use authorization and roles to manage who can do what. RBAC is the most efficient way to handle this in large systems. Finally, remember that storage and indexing layers also need specific security measures.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textbooks and documentation we recommend for further reading. Elmasri and Navathe provide a deep dive into database architecture. Silberschatz offers excellent coverage of security concepts. Ramakrishnan and Oracle documentation provide practical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gi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Database Security, Authorization and Access Control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concepts of database security and confidentiality.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role of authorization in controlling user access levels.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mechanisms of access control lists and role-based models.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how security policies impact query optimization strategies.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vulnerabilities in database storage and indexing 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Core Concepts of Database Security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security ensures confidentiality, integrity, and availability of stored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Confidentiality prevents unauthorized users from reading sensitive information.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Integrity ensures data remains accurate and unaltered during storage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Availability guarantees that authorized users can access data when needed.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Security mechanisms must be integrated into storage structures and indexes.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Authorization and User Roles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Authorization determines what actions a user can perform on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Users are assigned specific roles based on their job responsibilities.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Roles simplify management by grouping permissions for multiple users.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Privileges include SELECT, INSERT, UPDATE, and DELETE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Granular control allows restricting access to specific tables or columns.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Access Control Models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Discretionary Access Control (DAC) lets owners define their own rules.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Mandatory Access Control (MAC) enforces strict system-wide security policies.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Role-Based Access Control (RBAC) assigns permissions to roles, not users.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Attribute-Based Access Control (ABAC) uses attributes to make decisions.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RBAC is the most common model in modern enterprise database systems.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blogger.googleusercontent.com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Role-Based Access Control (RBAC)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RBAC maps users to roles and roles to permissions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Users inherit all permissions associated with their assigned roles.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Hierarchical roles allow senior roles to inherit permissions from junior ones.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Separation of duties prevents conflicts of interest in critical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RBAC simplifies auditing and compliance reporting for security teams.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www.oracleug.com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SQL Authorization Commands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GRANT command assigns specific privileges to users or roles.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REVOKE command removes previously assigned privileges from users.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Commands can target specific tables, views, or entire database schemas.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 GRANT OPTION allows users to pass privileges to others.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SQL standard defines syntax for managing access control effectively.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Security in Storage Structures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at rest must be encrypted within physical storage blocks.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 structures require encryption to prevent inference attacks.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control lists are stored alongside data pages for quick lookup.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security prevents unauthorized access to disk drives and servers.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Encryption keys must be managed separately from the data itself.</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docs.oracle.com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Security in Indexing Mechanisms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Indexes can inadvertently leak information through access patterns.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 patterns on encrypted indexes may reveal data distribution.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Secure indexing requires techniques like oblivious RAM or oblivious search.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control must apply to index traversal operations as well.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Optimization must balance security overhead with query performance.</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assets.algo.monster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Granting Privileges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Professor needs to view grades but not modify them.</a:t>
            </a:r>
          </a:p>
        </p:txBody>
      </p:sp>
      <p:sp>
        <p:nvSpPr>
          <p:cNvPr id="16" name="Rectangle 15"/>
          <p:cNvSpPr/>
          <p:nvPr/>
        </p:nvSpPr>
        <p:spPr>
          <a:xfrm>
            <a:off x="6185916" y="1625600"/>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COMMAND</a:t>
            </a:r>
          </a:p>
          <a:p>
            <a:pPr algn="l">
              <a:lnSpc>
                <a:spcPct val="135000"/>
              </a:lnSpc>
            </a:pPr>
            <a:r>
              <a:rPr sz="1300">
                <a:solidFill>
                  <a:srgbClr val="1A1A1A"/>
                </a:solidFill>
                <a:latin typeface="Calibri"/>
              </a:rPr>
              <a:t>GRANT SELECT ON Grades TO Professor;</a:t>
            </a:r>
          </a:p>
        </p:txBody>
      </p:sp>
      <p:sp>
        <p:nvSpPr>
          <p:cNvPr id="19" name="Rectangle 18"/>
          <p:cNvSpPr/>
          <p:nvPr/>
        </p:nvSpPr>
        <p:spPr>
          <a:xfrm>
            <a:off x="502920" y="3238669"/>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Student needs to view their own grades only.</a:t>
            </a:r>
          </a:p>
        </p:txBody>
      </p:sp>
      <p:sp>
        <p:nvSpPr>
          <p:cNvPr id="22" name="Rectangle 21"/>
          <p:cNvSpPr/>
          <p:nvPr/>
        </p:nvSpPr>
        <p:spPr>
          <a:xfrm>
            <a:off x="6185916" y="3238669"/>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3357541"/>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COMMAND</a:t>
            </a:r>
          </a:p>
          <a:p>
            <a:pPr algn="l">
              <a:lnSpc>
                <a:spcPct val="135000"/>
              </a:lnSpc>
            </a:pPr>
            <a:r>
              <a:rPr sz="1300">
                <a:solidFill>
                  <a:srgbClr val="1A1A1A"/>
                </a:solidFill>
                <a:latin typeface="Calibri"/>
              </a:rPr>
              <a:t>GRANT SELECT ON Grades TO Student;</a:t>
            </a:r>
          </a:p>
        </p:txBody>
      </p:sp>
      <p:sp>
        <p:nvSpPr>
          <p:cNvPr id="25" name="Rectangle 24"/>
          <p:cNvSpPr/>
          <p:nvPr/>
        </p:nvSpPr>
        <p:spPr>
          <a:xfrm>
            <a:off x="502920" y="4851738"/>
            <a:ext cx="5500116"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5083556"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Professor sees all rows; Student sees filtered rows.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Security Pitfalls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Over-privileged accounts increase the risk of data breaches significantly.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Hardcoded passwords in application code are a major vulnerability.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index security can lead to information leakage attacks.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revoke access when users change roles creates risks.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Lack of audit logs makes detecting breaches extremely difficult.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Security ensures confidentiality, integrity, and availability of database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Authorization controls user actions through roles and privileges.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RBAC is the preferred model for managing complex access requirements.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Encryption and secure indexing protect data in storage structures.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SQL commands like GRANT and REVOKE enforce access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Security, Authorization and Access Control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