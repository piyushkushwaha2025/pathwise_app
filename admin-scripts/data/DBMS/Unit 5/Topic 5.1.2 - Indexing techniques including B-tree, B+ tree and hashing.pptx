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indexing techniques. We will focus specifically on B-trees, B+ trees, and hashing within the context of storage structures. These are the fundamental mechanisms that allow databases to retrieve data efficiently. Remember, without these structures, searching through millions of records would be painfully slow.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explain the foundations of database architecture through the lens of indexing. Second, we evaluate how B-trees and hashing strategies impact performance and reliability in real-world systems. Understanding these links is crucial for your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why indexing is necessary for large datasets. You will describe how B-trees differ from B+ trees, specifically regarding leaf nodes. We will also analyze hashing techniques and compare their trade-offs against tree-based structures for different query types.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index like the index at the back of a textbook. Without it, you must read every page to find a topic. With it, you jump directly to the page number. This reduces the search time from O(n) to O(log n). However, remember that every index consumes disk space and slows down write operations slightly.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B-tree is a self-balancing tree where all leaf nodes are at the same level. Unlike binary trees, internal nodes can hold multiple keys, which reduces the tree height significantly. This structure ensures that search, insertion, and deletion operations remain efficient at O(log n) regardless of data size.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difference is where data resides. In a B-tree, data can be in internal nodes, but in a B+ tree, all data pointers are strictly in the leaf nodes. Furthermore, B+ tree leaf nodes are linked together, forming a linked list. This makes range queries, like finding all students between ages 20 and 25, extremely fast.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search for key 30. We start at the root with key 20. Since 30 is greater than 20, we move to the right child. This child contains 30 and 40. We find our target immediately. This entire process required only two disk accesses, demonstrating the efficiency of the logarithmic height.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Hashing uses a function to calculate the exact address of a record. If you search for a specific ID, it is instant, O(1). However, if you need to find all records between two values, hashing fails because the data is not sorted. Collisions are inevitable, so we use chaining or open addressing to handle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chaining, if two keys collide, we simply add a new node to the list at that bucket. In open addressing, we search for the next empty slot using a probe sequence. Chaining is often better for databases because it handles variable record sizes easily. However, if chains get too long, performance drops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address for key 123 using a modulo function with table size 10. 123 divided by 10 leaves a remainder of 3. So, the record goes to bucket 3. If we insert 133, it also lands in bucket 3. This collision means we must use chaining to store both records in that bucket.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creating too many indexes. While this speeds up reads, it drastically slows down inserts and updates. Another pitfall is indexing low-selectivity columns, like gender, which provides little filtering power. Always ensure your indexes are selective and that the database statistics are up to date.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need to find a specific ID, hashing is faster. But if you need to find all records in a range, B+ trees are superior. Hashing cannot handle range queries efficiently because the data is not ordered. Therefore, B+ trees are the standard for general-purpose databases where both types of queries are common.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indexing is essential for performance, reducing search × dramatically. B+ trees are the most versatile structure, handling both point and range queries. Hashing is fast for exact matches but limited. Finally, remember that more indexes are not always better; they come with a cost to write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reference texts for this course. Elmasri and Navathe provide a deep theoretical foundation. Silberschatz offers excellent practical examples. Ramakrishnan covers optimization techniques in detail. Finally, the Oracle and MySQL documentation provides specific implementation details for these indexing structures.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Indexing techniques including B-tree, B+ tree and hashing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purpose of indexing in database storage structures.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structural differences between B-tree and B+ tree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role of leaf nodes in B+ tree sequential access.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hashing techniques provide constant time data retrieval.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trade-offs between B+ trees and hashing for queries.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Purpose of Indexing in Storage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Indexing acts as a lookup table to avoid full table scans.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reduces disk I/O operations by locating data blocks directly.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indexing, search complexity is O(n) for linear scans.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 indexing, search complexity drops to O(log n) or O(1).</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Indexes consume additional storage space proportional to the table size.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Maintenance overhead increases during frequent insert, update, and delete operations.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indexes are built on primary keys to ensure uniqueness.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Indexes vs. Full Table Scan: Picture vs. 1000 Words (Pictures Of Lily) |  Richard Foote's Oracle Blog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B-tree Structure and Properties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B-trees are self-balancing search trees maintaining sorted data.</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All leaf nodes appear at the same depth level in the tree.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Internal nodes store keys and pointers to child nodes simultaneously.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node can hold multiple keys and multiple child pointers.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tree height remains logarithmic relative to the number of records.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Root node is the only node without a parent pointer.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insertion, and deletion operations all take O(log n) time.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miro.medium.com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vs B-tree Differences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store all data pointers only in the leaf nodes.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Internal nodes in B+ trees contain only keys for navigation.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Leaf nodes in B+ trees are linked sequentially via pointers.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linkage allows efficient range queries and sequential access.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typically store more keys per node than B-trees.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performance is consistent for both point and range queries.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are the standard choice for most database management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Search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Formula for height h = log_m(n)</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m is order and n is records.</a:t>
            </a:r>
          </a:p>
        </p:txBody>
      </p:sp>
      <p:sp>
        <p:nvSpPr>
          <p:cNvPr id="17" name="Oval 16"/>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8" name="TextBox 17"/>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a B+ tree with order 3 and keys: 10, 20, 30, 40.</a:t>
            </a:r>
          </a:p>
        </p:txBody>
      </p:sp>
      <p:sp>
        <p:nvSpPr>
          <p:cNvPr id="19" name="Oval 18"/>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20" name="TextBox 19"/>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Root node contains key 20 with left child 20.</a:t>
            </a:r>
          </a:p>
        </p:txBody>
      </p:sp>
      <p:sp>
        <p:nvSpPr>
          <p:cNvPr id="21" name="Oval 20"/>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2" name="TextBox 21"/>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To find key 30, compare 30 with root key 20.</a:t>
            </a:r>
          </a:p>
        </p:txBody>
      </p:sp>
      <p:sp>
        <p:nvSpPr>
          <p:cNvPr id="23" name="Oval 22"/>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4" name="TextBox 23"/>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Since 30 &gt; 20, traverse to the right child node.</a:t>
            </a:r>
          </a:p>
        </p:txBody>
      </p:sp>
      <p:sp>
        <p:nvSpPr>
          <p:cNvPr id="25" name="Oval 24"/>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6" name="TextBox 25"/>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Right child contains keys 30 and 40; locate 30 directly.</a:t>
            </a:r>
          </a:p>
        </p:txBody>
      </p:sp>
      <p:sp>
        <p:nvSpPr>
          <p:cNvPr id="27" name="Oval 26"/>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8" name="TextBox 27"/>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disk accesses required for this search is exactly 2.</a:t>
            </a:r>
          </a:p>
        </p:txBody>
      </p:sp>
      <p:pic>
        <p:nvPicPr>
          <p:cNvPr id="29" name="Picture 2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0" name="TextBox 2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sivakumarkumaravelu.wordpress.com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Hashing Techniques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maps search keys directly to bucket addresses using a function.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hash function h(k) computes the address for key k.</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Ideal hashing provides O(1) constant time for exact match lookups.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Collision occurs when two different keys map to the same bucket.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Open addressing resolves collisions by probing for the next free slot.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Chaining resolves collisions by storing a linked list at each bucket.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is optimal for equality queries but poor for range queries.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Hashing</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Chaining vs Open Addressing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Chaining stores a linked list of records at each hash bucket.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Overflow records are appended to the list at the collision site.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degrades if the chain length becomes excessively long.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Open addressing stores all records directly in the hash table array.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Probing sequences like linear or quadratic search find empty slots.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Clustering occurs in open addressing, reducing search efficiency over time.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Chaining is generally preferred for databases with variable record sizes.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Function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Use the modulo hash function: h(k) = k mod m</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Let table size m = 10 and search for key k = 123.</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Calculate 123 mod 10 which equals 3.</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record for key 123 is stored at bucket index 3.</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If key 133 is inserted, 133 mod 10 also equals 3.</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creates a collision requiring chaining or probing resolution.</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Average search time is 1 + α/2 where α is load factor.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Indexing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Creating too many indexes slows down write operations significantly.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selectivity leads to indexes that are never used by the optimizer.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non-selective columns like gender for indexing yields poor results.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Fragmentation occurs over time, reducing the efficiency of B+ trees.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data types in index columns prevent efficient range scans.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Over-indexing increases storage costs and maintenance overhead unnecessarily.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update statistics causes the query optimizer to choose wrong paths.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Performance 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 Tree vs Hashing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support both equality and range queries efficiently.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supports only equality queries with O(1) average time.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require O(log n) time for range scans.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requires a full table scan for range queries.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handle sorting and ordering naturally without extra cost.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requires re-sorting data for any ordered output requirement.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 trees are preferred for general-purpose database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Indexing transforms O(n) searches into O(log n) or O(1)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 trees are ideal for range queries due to linked leaf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Hashing offers instant lookups but fails for range and sorting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Collisions in hashing must be managed via chaining or open addressing.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Excessive indexing degrades write performance and increases storage costs.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Indexing techniques including B-tree, B+ tree and hashing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