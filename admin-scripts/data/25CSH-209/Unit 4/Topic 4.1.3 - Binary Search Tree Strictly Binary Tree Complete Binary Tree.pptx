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session on Tree and Heap structures. Today we focus specifically on three critical types of binary trees: Binary Search Trees, Strictly Binary Trees, and Complete Binary Trees. These structures form the backbone of efficient data organization in computer science. Let us begin by understanding their unique properties and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CO1 by helping you understand and apply specific data structures like BSTs and their complexity. It also touches on CO5 as tree traversals are fundamental graph algorithms used in DFS and BFS implementations. Mastering these trees is essential for solving complex graph problems later in the course.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and distinguish these three tree types clearly. You will learn to construct a BST from a sequence of numbers and understand why the order matters. We will also analyze why some trees offer faster search × than others.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BST like a phone book where names are sorted alphabetically. If you look for 'Smith', you go right if the current name is before 'Smith' and left if it is after. This ordering allows us to eliminate half the tree with every comparison, making searches very efficient.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the insertion of 20. We start at 50, go left to 30, and since 20 is less than 30, we go left again. This creates a path of comparisons. If we insert 40 next, it goes right of 30 but left of 50. This specific placement maintains the sorted order property essential for the BST.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family tree where every parent either has no children or exactly two children. You never see a parent with just one child. This is crucial in Huffman coding where we combine two nodes to create a new parent, ensuring no single-child nodes exist in the final tree.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verify this with a small example. If we have a root with two leaves, we have 1 internal node and 2 leaves. 2 equals 1 plus 1. If we expand one leaf into two new leaves, we gain one internal node and one leaf, maintaining the difference of one. This invariant is a powerful check for tree validity.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Complete Binary Tree like a queue of people waiting for a bus. Everyone fills the seats from the front row to the back, and within the last row, they sit from left to right. There are no empty seats in between people. This compactness is why we use arrays to store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map a node at index 2. Its left child is at 2(2) + 1 = 5, and its right child is at 2(2) + 2 = 6. Its parent is at floor((2-1)/2) = 0. This mathematical relationship allows us to navigate the tree using simple arithmetic, which is much faster than following pointer links.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important to note that a tree can be both a BST and a Strictly Binary Tree, but it is not required. A BST might have a node with only a right child, which disqualifies it from being Strictly Binary. Conversely, a Strictly Binary tree might have random values, making it useless for searching.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Complete Binary Tree where the root is 10, left is 20, and right is 5. This is a valid Complete Binary Tree but not a BST because 20 is greater than 5 but on the left. The structural property of being 'full' is independent of the value ordering property of a BST.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inserting sorted data like 1, 2, 3, 4 into a BST without balancing. This creates a 'skewed' tree that looks like a linked list, degrading search time from O(log n) to O(n). Always remember that the power of a BST relies on it remaining somewhat balanced.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that BSTs are about order, Strictly Binary Trees are about node degree, and Complete Binary Trees are about structural filling. Each serves a different purpose in algorithm design. Choosing the right one depends on whether you need fast searching, specific structural properties, or memory efficiency.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textbooks listed on this slide. Gilberg and Forouzan provide excellent pseudocode approaches, while Lipschutz offers a comprehensive theoretical foundation. AK Sharma and P. S. Deshpandey are also excellent resources for C-based implementations.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Binary Search Tree Strictly Binary Tree Complete Binary Tree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Tree and Heap</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Tree and Heap   |   Program: Bachelor of Engineering   |   Institution: Chandigarh University</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structural properties of Binary Search Trees and their ordering rules.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Distinguish between Strictly Binary Trees and Complete Binary Trees based on node counts.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time complexity differences for search operations in these specific tree types.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a valid Binary Search Tree from a given sequence of numerical inputs.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when implementing insertion and deletion logic in BSTs.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Binary Search Tree Definition and Rules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Binary Search Tree is a rooted binary tree with ordered left and right subtrees.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Every node's left child must contain a value strictly less than the parent node.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Every node's right child must contain a value strictly greater than the parent node.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Both left and right subtrees must also satisfy the Binary Search Tree property recursively.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Duplicate values are typically not allowed or handled by specific insertion rules in BSTs.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in-order traversal of a BST always yields a sorted sequence of values.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Constructing a BST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INSERT SEQUENCE</a:t>
            </a:r>
          </a:p>
          <a:p>
            <a:pPr algn="l">
              <a:lnSpc>
                <a:spcPct val="135000"/>
              </a:lnSpc>
            </a:pPr>
            <a:r>
              <a:rPr sz="1300">
                <a:solidFill>
                  <a:srgbClr val="1A1A1A"/>
                </a:solidFill>
                <a:latin typeface="Calibri"/>
              </a:rPr>
              <a:t>50, 30, 70, 20, 40, 60, 80 into an initially empty BST.</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Insert 50 as the root node since the tree is currently empty.</a:t>
            </a:r>
          </a:p>
          <a:p>
            <a:pPr algn="l">
              <a:lnSpc>
                <a:spcPct val="135000"/>
              </a:lnSpc>
            </a:pPr>
            <a:r>
              <a:rPr sz="1300">
                <a:solidFill>
                  <a:srgbClr val="1A1A1A"/>
                </a:solidFill>
                <a:latin typeface="Calibri"/>
              </a:rPr>
              <a:t>•  Insert 30: compare with 50, 30 is less, so place 30 as the left child.</a:t>
            </a:r>
          </a:p>
          <a:p>
            <a:pPr algn="l">
              <a:lnSpc>
                <a:spcPct val="135000"/>
              </a:lnSpc>
            </a:pPr>
            <a:r>
              <a:rPr sz="1300">
                <a:solidFill>
                  <a:srgbClr val="1A1A1A"/>
                </a:solidFill>
                <a:latin typeface="Calibri"/>
              </a:rPr>
              <a:t>•  Insert 70: compare with 50, 70 is greater, so place 70 as the right child.</a:t>
            </a:r>
          </a:p>
          <a:p>
            <a:pPr algn="l">
              <a:lnSpc>
                <a:spcPct val="135000"/>
              </a:lnSpc>
            </a:pPr>
            <a:r>
              <a:rPr sz="1300">
                <a:solidFill>
                  <a:srgbClr val="1A1A1A"/>
                </a:solidFill>
                <a:latin typeface="Calibri"/>
              </a:rPr>
              <a:t>•  Insert 20: compare with 50 (left), then 30 (left), place 20 as left of 30.</a:t>
            </a:r>
          </a:p>
          <a:p>
            <a:pPr algn="l">
              <a:lnSpc>
                <a:spcPct val="135000"/>
              </a:lnSpc>
            </a:pPr>
            <a:r>
              <a:rPr sz="1300">
                <a:solidFill>
                  <a:srgbClr val="1A1A1A"/>
                </a:solidFill>
                <a:latin typeface="Calibri"/>
              </a:rPr>
              <a:t>•  Final structure has 20, 30, 40 on the left and 60, 70, 80 on the right.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Strictly Binary Tree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Strictly Binary Tree is a tree where every node has either zero or two children.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 node in a Strictly Binary Tree can have exactly one child node.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Every internal node must have both a left child and a right child present.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Leaf nodes in a Strictly Binary Tree have zero children by definition.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structure is often used in Huffman coding and expression tree representations.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tree with a single root node is considered a Strictly Binary Tree.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Strictly Binary Tree Numerical Property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Formula: Number of Leaves = Number of Internal Nodes + 1</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In a Strictly Binary Tree, the number of leaf nodes is always one greater than internal nodes.</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Total nodes in a Strictly Binary Tree is always an odd number.</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If a tree has 10 internal nodes, it must have exactly 11 leaf nodes.</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Total nodes = 2 × (Number of Internal Nodes) + 1.</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This property holds true regardless of the specific values stored in the nodes.</a:t>
            </a:r>
          </a:p>
        </p:txBody>
      </p:sp>
      <p:pic>
        <p:nvPicPr>
          <p:cNvPr id="26" name="Picture 25"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7" name="TextBox 26"/>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www.investopedia.com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Complete Binary Tree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Complete Binary Tree is filled level by level from left to right without gaps.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All levels except possibly the last are completely filled with nodes.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last level has all nodes as far left as possible.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structure allows efficient storage in a simple array without wasted space.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the standard structure used for implementing binary heaps efficiently.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tree with a single node is considered a Complete Binary Tree.</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dz2cdn1.dzone.com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Complete Binary Tree Array Mapping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Root node is stored at index 0 in the array representation.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 a node at index i, left child is at index 2i + 1.</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 a node at index i, right child is at index 2i + 2.</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 a node at index i, parent is at index floor((i - 1) / 2).</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mapping eliminates the need for explicit pointers in memory.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Accessing any node takes constant time O(1) using this index calculation.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Comparison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BST vs Strictly Binary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BST focuses on value ordering for efficient search and retrieval operations.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Strictly Binary Tree focuses on structural balance of having 0 or 2 children.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BST can have nodes with only one child, violating Strictly Binary rules.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Strictly Binary Tree does not require values to be sorted or ordered.</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BSTs are used for databases and search algorithms requiring fast lookups.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Strictly Binary Trees are used in compression algorithms like Huffman coding.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Comparison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BST vs Complete Binary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BST requires value ordering, while Complete Binary requires structural filling order.</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Complete Binary Tree does not guarantee that left children are smaller than right.</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BST is not necessarily Complete; it can be skewed or unbalanced.</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Complete Binary Trees are ideal for Heap implementations due to array efficiency.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BSTs are ideal for dynamic sets where elements are frequently inserted and deleted.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tree can be both Complete and a BST, but this is a specific case.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BST Implementation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handle duplicate values correctly can lead to infinite loops or errors.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recursive nature of BST insertion can cause structural violations.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Not balancing the tree can lead to O(n) search time in worst cases.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 BST is always balanced is a dangerous misconception for performance.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 pointer updates during deletion can disconnect parts of the tree.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a BST for data that is not comparable will cause runtime exceptions.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BSTs use value ordering to enable efficient search, insert, and delete operations.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Strictly Binary Trees require every node to have 0 or 2 children.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Complete Binary Trees are filled left-to-right and map efficiently to arrays.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Leaf count in Strictly Binary Trees is always internal nodes plus one.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these distinctions is vital for selecting the right data structure.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Binary Search Tree Strictly Binary Tree Complete Binary Tree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