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Trees and Heaps. We are focusing specifically on the foundational definitions and properties of Binary Trees. This topic is critical for understanding more complex data structures like Heaps and Binary Search Trees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by teaching you how to construct and analyze tree structures. We will also touch upon CO5, as trees are a specific type of graph used in DFS and BFS algorithms. Understanding these outcomes ensures you can apply these concepts to real-world problem solving.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 tree and list its fundamental structural properties. You will analyze the specific constraints of a Binary Tree and calculate the maximum number of nodes for a given height. Finally, you will distinguish between different types of binary trees and identify common implementation pitfalls.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tree like a family genealogy chart where the root is the ancestor. Every node except the root has exactly one parent, ensuring a single path from the root to any node. Nodes with no children are called leaf nodes, representing the end of a branch. This hierarchical structure is the foundation for all tree-based algorithms.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depth of a node is the length of the path from the root to that specific node. The height of a tree is the maximum depth of any node in the entire structure. A tree with N nodes always has exactly N minus 1 edges, which is a crucial property for validation. Understanding these properties helps in analyzing the efficiency of tree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binary tree is a tree where each node has at most two children, labeled left and right. Unlike general trees, the order of children matters in a binary tree, making left distinct from right. A node can have zero, one, or two children, and an empty binary tree is a valid state. This distinction is vital for algorithms like binary 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maximum number of nodes at level L is 2 to the power of L minus 1, starting from level 1. The maximum number of nodes in a binary tree of height H is 2 to the power of H plus 1 minus 1. The minimum number of nodes in a binary tree of height H is H plus 1. These properties help us estimate memory usage and algorithm complexity.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full binary tree has every node with either zero or two children, ensuring no node has just one child. A complete binary tree fills all levels except possibly the last one, which is filled from left to right. A perfect binary tree is full and complete with all leaves at the same level. Understanding these types helps in choosing the right data structure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max nodes for a binary tree of height 4 using the formula. The formula is Max Nodes equals 2 to the power of H plus 1 minus 1. Substituting H equals 4, we get 2 to the power of 5 minus 1. This calculation yields 32 minus 1, which equals 31 nodes maximum for height 4. This verification assumes a perfect binary tree structure for maximum capacity.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the minimum height for a binary tree with 15 nodes using the formula. The formula is Min Height equals floor of log base 2 of N plus 1. Substituting N equals 15, we get floor of log base 2 of 15 plus 1. The calculation shows log base 2 of 15 is approximately 3.9, and the floor is 3. The result is a minimum height of 3 plus 1, which equals 4 levels.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Confusing tree height with depth can lead to incorrect algorithm complexity and performance issues. Assuming all binary trees are balanced leads to poor performance estimates in worst-case scenarios. Ignoring null pointers causes segmentation faults during traversal implementations, which is a common crash source. Mixing up left and right children violates the binary tree definition and breaks search logic.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Properties determine the time complexity of search, insert, and delete operations, which is crucial for performance. Knowing node counts helps in allocating optimal memory for tree structures in embedded systems. Height constraints dictate the worst-case scenario for algorithm execution time, ensuring reliability. These properties form the basis for advanced structures like Heaps and Binary Search Trees.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tree is a hierarchical structure with a single root and N minus 1 edges, forming the basis of our study. Binary trees restrict each node to at most two distinct children, creating a specific hierarchy. Maximum nodes at level L is 2 to the power of L minus 1, a key formula to remember. Minimum height for N nodes is floor of log base 2 of N plus 1, defining the most compact tree. Distinguishing tree types is essential for efficient algorithm design and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refer to the recommended textbooks for further reading and practice problems. 'Data Structures: A Pseudocode Approach with C' by Gilberg and Forouzan provides excellent pseudocode examples. 'Data Structures' by Lipschutz offers a comprehensive theoretical foundation. 'Data Structure Using C' by AK Sharma and 'C and Data structure' by P. S. Deshpandey are also essential resources for this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Trees: Definition and Properties Binary Tree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tree and list its fundamental structural properties.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specific constraints and characteristics of a Binary Tree.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maximum number of nodes for a given tree height.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different types of binary trees based on properties.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tree traversal logic.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 Tree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is a finite set of one or more nodes with a hierarchical relationship.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topmost node is called the root and has no parent node.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node except the root has exactly one parent node.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Nodes with no children are called leaf nodes or external nodes.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with zero nodes is defined as an empty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relationship between parent and child defines the tree hierarchy.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Introduction to Tree Data Structure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Properties of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path length is the number of edges on the path from root.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depth of a node is the length of the path from root.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height of a tree is the maximum depth of any node.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degree of a node is the number of subtrees it contains.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level of a node is its depth plus one, starting at 1.</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with N nodes always has exactly N minus 1 edges.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www.baeldung.com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 Binary Tree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binary tree is a tree where each node has at most two children.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two children are distinctively labeled as the left child and right child.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general trees, the order of children matters in a binary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node can have zero, one, or two children in a binary tree.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empty binary tree is a valid state with zero nodes.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left and right subtrees are themselves binary trees recursively.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Properties of Binary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maximum number of nodes at level L is 2 to the power of L minus 1.</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maximum number of nodes in a binary tree of height H is 2 to the power of H plus 1 minus 1.</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minimum number of nodes in a binary tree of height H is H plus 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minimum height of a binary tree with N nodes is floor of log base 2 of N plus 1.</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binary tree with N nodes has exactly N plus 1 null pointers.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number of leaf nodes is always one more than the number of nodes with degree 2.</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analystprep.com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Types of Binary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full binary tree has every node with either zero or two children.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binary tree fills all levels except possibly the last one.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perfect binary tree is full and complete with all leaves at same level.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degenerate tree has every node with only one child, acting like a list.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skewed tree is either left-skewed or right-skewed based on child placement.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types helps in choosing the right data structure for specific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Node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Max Nodes = 2 to the power of H plus 1 minus 1</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32 minus 1 equals 31 nodes maximum for height 4.</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VERIFY WITH LEVEL SUMS</a:t>
            </a:r>
          </a:p>
          <a:p>
            <a:pPr algn="l">
              <a:lnSpc>
                <a:spcPct val="135000"/>
              </a:lnSpc>
            </a:pPr>
            <a:r>
              <a:rPr sz="1300">
                <a:solidFill>
                  <a:srgbClr val="1A1A1A"/>
                </a:solidFill>
                <a:latin typeface="Calibri"/>
              </a:rPr>
              <a:t>1 + 2 + 4 + 8 + 16 equals 31 nodes.</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Calculate max nodes for a binary tree of height 4 using the formula.</a:t>
            </a:r>
          </a:p>
          <a:p>
            <a:pPr algn="l">
              <a:lnSpc>
                <a:spcPct val="135000"/>
              </a:lnSpc>
            </a:pPr>
            <a:r>
              <a:rPr sz="1300">
                <a:solidFill>
                  <a:srgbClr val="1A1A1A"/>
                </a:solidFill>
                <a:latin typeface="Calibri"/>
              </a:rPr>
              <a:t>•  Substitute H = 4: Max Nodes = 2 to the power of 5 minus 1.</a:t>
            </a:r>
          </a:p>
          <a:p>
            <a:pPr algn="l">
              <a:lnSpc>
                <a:spcPct val="135000"/>
              </a:lnSpc>
            </a:pPr>
            <a:r>
              <a:rPr sz="1300">
                <a:solidFill>
                  <a:srgbClr val="1A1A1A"/>
                </a:solidFill>
                <a:latin typeface="Calibri"/>
              </a:rPr>
              <a:t>•  This calculation assumes a perfect binary tree structure for maximum capacity.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theyieldgrid.com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Height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Min Height = floor of log base 2 of N plus 1</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log base 2 of 15 is approximately 3.9, floor is 3.</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Minimum height is 3 plus 1, which equals 4 levels.</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Find minimum height for a binary tree with 15 nodes.</a:t>
            </a:r>
          </a:p>
          <a:p>
            <a:pPr algn="l">
              <a:lnSpc>
                <a:spcPct val="135000"/>
              </a:lnSpc>
            </a:pPr>
            <a:r>
              <a:rPr sz="1300">
                <a:solidFill>
                  <a:srgbClr val="1A1A1A"/>
                </a:solidFill>
                <a:latin typeface="Calibri"/>
              </a:rPr>
              <a:t>•  Substitute N = 15: Min Height = floor of log base 2 of 15 plus 1.</a:t>
            </a:r>
          </a:p>
          <a:p>
            <a:pPr algn="l">
              <a:lnSpc>
                <a:spcPct val="135000"/>
              </a:lnSpc>
            </a:pPr>
            <a:r>
              <a:rPr sz="1300">
                <a:solidFill>
                  <a:srgbClr val="1A1A1A"/>
                </a:solidFill>
                <a:latin typeface="Calibri"/>
              </a:rPr>
              <a:t>•  This represents the most compact arrangement of 15 nodes possible.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tree height with depth can lead to incorrect algorithm complexity.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binary trees are balanced leads to poor performance estimates.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null pointers causes segmentation faults during traversal implementations.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up left and right children violates the binary tree definition.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that a single node tree has height 1, not 0.</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N plus 1 null pointers property in memory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Properties Matter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Properties determine the time complexity of search, insert, and delete operations.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Knowing node counts helps in allocating optimal memory for tree structures.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Height constraints dictate the worst-case scenario for algorithm execution time.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types guides the selection of appropriate tree algorithms.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Mathematical bounds provide guarantees for system performance and reliability.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properties form the basis for advanced structures like Heaps and BSTs.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tree is a hierarchical structure with a single root and N minus 1 edges.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trees restrict each node to at most two distinct children.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Maximum nodes at level L is 2 to the power of L minus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Minimum height for N nodes is floor of log base 2 of N plus 1.</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Distinguishing tree types is essential for efficient algorithm design and implementation.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Trees: Definition and Properties Binary Tree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