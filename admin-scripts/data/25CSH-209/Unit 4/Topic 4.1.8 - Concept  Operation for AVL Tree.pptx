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AVL Trees. We are diving deep into the 'Tree and Heap' chapter to understand how we maintain balance in binary search trees. This concept is crucial for ensuring our algorithms remain efficient even as data grows. Let's begin by exploring the core definition and why it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CO1 requires us to understand and apply basic data structures, which AVL trees exemplify perfectly through their balancing logic. While CO2 focuses on stacks and queues, the underlying principles of ADTs and complexity analysis we discuss here form the foundation for those structures as well.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an AVL tree and explain its height-balancing property. You will learn to identify the four rotation types used for rebalancing and analyze the time complexity of AVL operations. Finally, we will demonstrate the step-by-step insertion process with a numerical example to solidify your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AVL tree is a self-balancing Binary Search Tree named after inventors Adelson-Velsky and Landis. Every node must satisfy the height-balancing property strictly, meaning the height difference between left and right subtrees is at most 1. This property ensures the tree height remains logarithmic O(log n), preventing the tree from degenerating into a linked list structure which would slow down operations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balance factor is calculated as the height of the left subtree minus the height of the right subtree. A valid AVL node must have a balance factor of -1, 0, or 1, while a value of 2 or -1 indicates the tree is unbalanced. We calculate this factor after every insertion or deletion operation, and if the factor exceeds the limit, a rotation is immediately triggered to restore balance.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Rotations restructure the tree without violating the BST property, preserving the in-order traversal sequence of the data elements. They reduce the height of the unbalanced subtree locally and are the only mechanism to fix balance factor violations. There are four distinct rotation types based on insertion position, and the operation is local, affecting only the node and its children to ensure O(1) time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Left Rotation is used when the right subtree is heavier, indicated by a Balance Factor of -2. The right child becomes the new root of the subtree, while the original root becomes the left child of the new root. The left child of the new root becomes the right child of the old root, shifting weight from the right side to the left side to restore the balance factor.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Right Rotation is used when the left subtree is heavier, indicated by a Balance Factor of 2. The left child becomes the new root of the subtree, while the original root becomes the right child of the new root. The right child of the new root becomes the left child of the old root, shifting weight from the left side to the right side to restore the balance factor.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Left-Right rotation occurs when a left-heavy node has a right-heavy child, requiring a Left Rotation on the left child first. This is followed by a Right Rotation on the original root node, handling the 'Zig-Zag' imbalance pattern effectively. The middle element of the three becomes the new root, resolving complex imbalances that single rotations cannot fix.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Right-Left rotation occurs when a right-heavy node has a left-heavy child, requiring a Right Rotation on the right child first. This is followed by a Left Rotation on the original root node, handling the 'Zig-Zag' imbalance pattern effectively. The middle element of the three becomes the new root, resolving complex imbalances that single rotations cannot fix.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the insertion sequence: 10, 20, 30, 40, 50, 25. After inserting 30, node 10 becomes unbalanced with a Balance Factor of -2, requiring a Right Rotation. Inserting 40 makes node 20 unbalanced, triggering another Right Rotation. Finally, inserting 25 makes node 30 unbalanced with a Balance Factor of 2, requiring a Left-Right rotation to fix the Left-Right case.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pitfalls include forgetting to update heights after a rotation operation or calculating the balance factor before updating the child's height. Students often confuse Left-Left with Left-Right rotation triggers or apply rotation when the tree is already balanced. It is crucial to remember the recursive nature of height updates up the tree and not assume AVL trees are always faster than simple BSTs due to rotation overhead.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AVL trees maintain O(log n) height via strict balance factors, ensuring efficient operations. The balance factor must always be -1, 0, or 1 for validity, and four rotation types fix all imbalances. Rotations preserve BST order while restoring structural balance, keeping the complexity of search, insert, and delete at O(log 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'Data Structures: A Pseudocode Approach with C' by Gilberg and Forouzan. You may also consult 'Data Structures' by Lipschutz, 'Data Structure Using C' by AK Sharma, and 'C and Data structure' by P. S. Deshpandey. These texts provide comprehensive coverage of the concepts discussed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gi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Concept &amp; Operation for AVL Tree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AVL tree and its height-balancing property.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role of the balance factor in maintaining order.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four rotation types used for rebalancing.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of AVL operations compared to BST.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step-by-step insertion process with a numerical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AVL Tree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AVL tree is a self-balancing Binary Search Tree (BST).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was named after inventors Adelson-Velsky and Landis.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node must satisfy the height-balancing property strictly.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height difference between left and right subtrees is at most 1.</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property ensures the tree height remains logarithmic O(log 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this, a BST can degenerate into a linked list structure.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balance factor is the key metric for checking tree validity.</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Red-Black Tree vs. AVL Tree | Baeldung on Computer Science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Balance Factor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Balance factor = Height(Left Subtree) - Height(Right Subtree)</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 valid AVL node must have a balance factor of -1, 0, or 1.</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 value of 2 or -1 indicates the tree is unbalanced.</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We calculate this factor after every insertion or deletion operation.</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factor exceeds the limit, a rotation is immediately triggered.</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metric acts as the trigger mechanism for rebalancing algorithms.</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It ensures that no single path becomes significantly longer than others.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Rotations are Necessary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Rotations restructure the tree without violating the BST property.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preserve the in-order traversal sequence of the data elements.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Rotations reduce the height of the unbalanced subtree locally.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are the only mechanism to fix balance factor violations.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There are four distinct rotation types based on insertion position.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operation is local, affecting only the node and its children.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ensures O(1) time complexity for the rebalancing step itself.</a:t>
            </a:r>
          </a:p>
        </p:txBody>
      </p:sp>
      <p:pic>
        <p:nvPicPr>
          <p:cNvPr id="27" name="Picture 26"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pontus.digipen.edu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Left Rotation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Used when the right subtree is heavier (Balance Factor = -2)</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right child becomes the new root of the subtree.</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original root becomes the left child of the new root.</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left child of the new root becomes the right child of the old root.</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shifts weight from the right side to the left side.</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It restores the balance factor to the valid range of -1 to 1.</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Commonly used in Right-Left and Right-Right imbalance scenarios.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www.onlinemathlearning.com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Right Rotation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Used when the left subtree is heavier (Balance Factor = 2)</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left child becomes the new root of the subtree.</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original root becomes the right child of the new root.</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right child of the new root becomes the left child of the old root.</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shifts weight from the left side to the right side.</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It restores the balance factor to the valid range of -1 to 1.</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Commonly used in Left-Left and Left-Right imbalance scenarios.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www.onlinemathlearning.com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Double Rotations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Left-Right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Occurs when a left-heavy node has a right-heavy child.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Requires a Left Rotation on the left child first.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Followed by a Right Rotation on the original root node.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handles the 'Zig-Zag' imbalance pattern effectively.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middle element of the three becomes the new root.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resolves complex imbalances that single rotations cannot fix.</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Essential for maintaining balance during specific insertion sequences.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www.oreilly.com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Double Rotations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Right-Left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Occurs when a right-heavy node has a left-heavy child.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Requires a Right Rotation on the right child first.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Followed by a Left Rotation on the original root node.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handles the 'Zig-Zag' imbalance pattern effectively.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middle element of the three becomes the new root.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resolves complex imbalances that single rotations cannot fix.</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Essential for maintaining balance during specific insertion sequences.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www.oreilly.com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After inserting 30, node 10 becomes unbalanced (Balance Factor = -2)</a:t>
            </a:r>
          </a:p>
        </p:txBody>
      </p:sp>
      <p:sp>
        <p:nvSpPr>
          <p:cNvPr id="16" name="Rectangle 15"/>
          <p:cNvSpPr/>
          <p:nvPr/>
        </p:nvSpPr>
        <p:spPr>
          <a:xfrm>
            <a:off x="502920"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INSERT SEQUENCE</a:t>
            </a:r>
          </a:p>
          <a:p>
            <a:pPr algn="l">
              <a:lnSpc>
                <a:spcPct val="135000"/>
              </a:lnSpc>
            </a:pPr>
            <a:r>
              <a:rPr sz="1300">
                <a:solidFill>
                  <a:srgbClr val="1A1A1A"/>
                </a:solidFill>
                <a:latin typeface="Calibri"/>
              </a:rPr>
              <a:t>10, 20, 30, 40, 50, 25.</a:t>
            </a:r>
          </a:p>
        </p:txBody>
      </p:sp>
      <p:sp>
        <p:nvSpPr>
          <p:cNvPr id="19" name="Rectangle 18"/>
          <p:cNvSpPr/>
          <p:nvPr/>
        </p:nvSpPr>
        <p:spPr>
          <a:xfrm>
            <a:off x="6185916"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Perform Right Rotation on 10 to fix the Right-Right case.</a:t>
            </a:r>
          </a:p>
          <a:p>
            <a:pPr algn="l">
              <a:lnSpc>
                <a:spcPct val="135000"/>
              </a:lnSpc>
            </a:pPr>
            <a:r>
              <a:rPr sz="1300">
                <a:solidFill>
                  <a:srgbClr val="1A1A1A"/>
                </a:solidFill>
                <a:latin typeface="Calibri"/>
              </a:rPr>
              <a:t>•  Insert 40: Node 20 becomes unbalanced (Balance Factor = -2).</a:t>
            </a:r>
          </a:p>
          <a:p>
            <a:pPr algn="l">
              <a:lnSpc>
                <a:spcPct val="135000"/>
              </a:lnSpc>
            </a:pPr>
            <a:r>
              <a:rPr sz="1300">
                <a:solidFill>
                  <a:srgbClr val="1A1A1A"/>
                </a:solidFill>
                <a:latin typeface="Calibri"/>
              </a:rPr>
              <a:t>•  Perform Right Rotation on 20 to restore balance.</a:t>
            </a:r>
          </a:p>
          <a:p>
            <a:pPr algn="l">
              <a:lnSpc>
                <a:spcPct val="135000"/>
              </a:lnSpc>
            </a:pPr>
            <a:r>
              <a:rPr sz="1300">
                <a:solidFill>
                  <a:srgbClr val="1A1A1A"/>
                </a:solidFill>
                <a:latin typeface="Calibri"/>
              </a:rPr>
              <a:t>•  Insert 25: Node 30 becomes unbalanced (Balance Factor = 2).</a:t>
            </a:r>
          </a:p>
          <a:p>
            <a:pPr algn="l">
              <a:lnSpc>
                <a:spcPct val="135000"/>
              </a:lnSpc>
            </a:pPr>
            <a:r>
              <a:rPr sz="1300">
                <a:solidFill>
                  <a:srgbClr val="1A1A1A"/>
                </a:solidFill>
                <a:latin typeface="Calibri"/>
              </a:rPr>
              <a:t>•  Perform Left-Right rotation to fix the Left-Right case.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AVL Trees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update heights after a rotation operation.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Calculating balance factor before updating the child's height.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Left-Left with Left-Right rotation triggers.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Applying rotation when the tree is already balanced.</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recursive nature of height updates up the tree.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AVL trees are always faster than simple BSTs.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constant overhead of rotations during insertions.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AVL trees maintain O(log n) height via strict balance factors.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Balance factor must always be -1, 0, or 1 for validity.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Four rotation types (LL, RR, LR, RL) fix all imbalances.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Rotations preserve BST order while restoring structural balance.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Complexity of search, insert, and delete remains O(log 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Implementation requires careful height tracking and recursive updates.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&amp; Operation for AVL Tree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