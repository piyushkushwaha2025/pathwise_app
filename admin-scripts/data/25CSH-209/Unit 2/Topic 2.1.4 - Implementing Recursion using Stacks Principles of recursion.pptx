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Data Structures. We will explore how the Abstract Data Type Stack serves as the fundamental mechanism for implementing recursion. This session bridges the gap between theoretical recursion and its practical execution in memory. Let us begin by understanding the core principles that drive this relationship.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two specific Course Outcomes. First, we apply our knowledge of ADTs and algorithms to solve complex problems. Second, we see how stack-based recursion is the engine behind graph traversal algorithms like DFS. Mastering this concept is essential for solving real-world computational problems.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how the system stack manages function calls. You will evaluate why explicit stacks are needed for deep recursion. We will construct iterative algorithms to replace recursive ones. Finally, you will demonstrate the state changes during a factorial calculation.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the system stack as a vertical pile of plates where you only add or remove from the top. When you call a recursive function, the computer pushes a new frame onto this pile. Each frame holds the specific data needed for that specific call. If you recurse too deeply, the pile becomes too tall and crashes the system.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Recursion relies on two critical principles: a base case and a recursive step. Without a base case, the function calls itself forever until the stack overflows. Once the base case is hit, the stack begins to unwind, returning values back up the chain. This process is strictly governed by the LIFO nature of the stack.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trace the calculation of 4 factorial manually. We push 4, then 3, then 2, then 1 onto our stack. Once we hit 1, we start popping. We pop 1, multiply by 2 to get 2. Then we pop 2, multiply by 3 to get 6. Finally, we pop 3, multiply by 4 to get 24. This mimics exactly what the computer does internally.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can convert any recursive algorithm into an iterative one using an explicit stack. Instead of relying on the system's call stack, we manage our own stack data structure. We push the initial state, then loop until the stack is empty. This approach gives us full control over memory usage and prevents stack overflow errors.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analyzing complexity, recursion is efficient in time but costly in space. For a factorial of n, we make n calls, so time is O(n). However, we also store n frames on the stack, making space O(n). By converting to an iterative solution with an explicit stack, we can optimize space to O(1) while keeping the same time efficiency.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recursion is fundamentally a stack-based process managed by the system. The LIFO principle ensures that the most recent call returns first. Always ensure you have a base case to stop the recursion. You can simulate this manually or convert it to an iterative solution for better space efficiency.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please refer to the standard textbooks listed on this slide. Gilberg and Forouzan provide excellent pseudocode approaches. Lipschutz offers a comprehensive theoretical foundation. Sharma and Deshpandey provide practical C implementations. These resources will help you deepen your understanding of stacks and recursion.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Implementing Recursion using Stacks: Principles of recursion</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ADT: Stack and Queue</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ADT: Stack and Queue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structural relationship between the call stack and recursive function execution.</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necessity of explicit stack management when recursion depth is limited.</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Construct an iterative algorithm using a stack to replace a recursive solution.</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Demonstrate the step-by-step state changes of a stack during a factorial calculation.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The System Stack and Recursion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Every recursive function call creates a new activation record on the system stack.</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activation record stores local variables, parameters, and the return address for the caller.</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stack operates on a Last-In-First-Out (LIFO) principle during function execution.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most recent function call is the first one to complete and return control.</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Stack overflow occurs if the recursion depth exceeds the allocated memory limit.</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L12: Procedures and Stacks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Principles of Recursive Execution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Recursion requires a base case to terminate the infinite chain of function calls.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base case returns a value without making further recursive calls.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recursive step calls the function with a modified argument closer to the base case.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system stack unwinds only after the base case is reached and returns.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Each return value is multiplied by the current level's value during the unwind phase.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Manual Stack Simulation for Factorial</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To compute 4!, we push the state (n=4) onto the stack and decrement n</a:t>
            </a:r>
          </a:p>
        </p:txBody>
      </p:sp>
      <p:sp>
        <p:nvSpPr>
          <p:cNvPr id="16" name="Oval 15"/>
          <p:cNvSpPr/>
          <p:nvPr/>
        </p:nvSpPr>
        <p:spPr>
          <a:xfrm>
            <a:off x="502920" y="27960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7" name="TextBox 16"/>
          <p:cNvSpPr txBox="1"/>
          <p:nvPr/>
        </p:nvSpPr>
        <p:spPr>
          <a:xfrm>
            <a:off x="1078992" y="27960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We continue pushing states (3, 2, 1) until we reach the base case n=1.</a:t>
            </a:r>
          </a:p>
        </p:txBody>
      </p:sp>
      <p:sp>
        <p:nvSpPr>
          <p:cNvPr id="18" name="Oval 17"/>
          <p:cNvSpPr/>
          <p:nvPr/>
        </p:nvSpPr>
        <p:spPr>
          <a:xfrm>
            <a:off x="502920" y="37040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9" name="TextBox 18"/>
          <p:cNvSpPr txBox="1"/>
          <p:nvPr/>
        </p:nvSpPr>
        <p:spPr>
          <a:xfrm>
            <a:off x="1078992" y="37040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The stack now contains [4, 3, 2, 1] with 1 at the top ready to return.</a:t>
            </a:r>
          </a:p>
        </p:txBody>
      </p:sp>
      <p:sp>
        <p:nvSpPr>
          <p:cNvPr id="20" name="Oval 19"/>
          <p:cNvSpPr/>
          <p:nvPr/>
        </p:nvSpPr>
        <p:spPr>
          <a:xfrm>
            <a:off x="502920" y="461213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21" name="TextBox 20"/>
          <p:cNvSpPr txBox="1"/>
          <p:nvPr/>
        </p:nvSpPr>
        <p:spPr>
          <a:xfrm>
            <a:off x="1078992" y="461213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We pop 1, multiply by 2, push result 2, then pop 2 and multiply by 3.</a:t>
            </a:r>
          </a:p>
        </p:txBody>
      </p:sp>
      <p:sp>
        <p:nvSpPr>
          <p:cNvPr id="22" name="Oval 21"/>
          <p:cNvSpPr/>
          <p:nvPr/>
        </p:nvSpPr>
        <p:spPr>
          <a:xfrm>
            <a:off x="502920" y="552018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3" name="TextBox 22"/>
          <p:cNvSpPr txBox="1"/>
          <p:nvPr/>
        </p:nvSpPr>
        <p:spPr>
          <a:xfrm>
            <a:off x="1078992" y="5520182"/>
            <a:ext cx="5574639" cy="761746"/>
          </a:xfrm>
          <a:prstGeom prst="rect">
            <a:avLst/>
          </a:prstGeom>
          <a:noFill/>
        </p:spPr>
        <p:txBody>
          <a:bodyPr wrap="square" tIns="0" lIns="0" rIns="0" bIns="0">
            <a:spAutoFit/>
          </a:bodyPr>
          <a:lstStyle/>
          <a:p>
            <a:pPr algn="l">
              <a:lnSpc>
                <a:spcPct val="130000"/>
              </a:lnSpc>
            </a:pPr>
            <a:r>
              <a:rPr sz="1600">
                <a:solidFill>
                  <a:srgbClr val="1A1A1A"/>
                </a:solidFill>
                <a:latin typeface="Calibri"/>
              </a:rPr>
              <a:t>Finally, we pop 3, multiply by 4, and the final result 24 is returned.</a:t>
            </a:r>
          </a:p>
        </p:txBody>
      </p:sp>
      <p:pic>
        <p:nvPicPr>
          <p:cNvPr id="24" name="Picture 23"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5" name="TextBox 24"/>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cass-kul.github.io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Converting Recursion to Iteration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 explicit stack data structure replaces the implicit system stack in iterative solutions.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algorithm pushes initial parameters onto the stack before entering the loop.</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loop continues as long as the stack is not empty.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Inside the loop, we pop the current state and process the result.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If a recursive call is needed, we push the new parameters onto the stack.</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homework.study.com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Complexity Analysis of Stack Recursion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time complexity of a standard recursive factorial is O(n) for n calls.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space complexity is O(n) due to the n activation records on the stack.</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Each stack frame consumes memory for local variables and return addresses.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Iterative conversion reduces space complexity to O(1) by using a fixed-size stack.</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Time complexity remains O(n) as the number of operations does not change.</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paper-attachments.dropbox.com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Recursion relies on the LIFO property of the system stack to manage function calls.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Every recursive call creates a new activation record containing local variables and return addresses.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base case is mandatory to prevent infinite recursion and stack overflow errors.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Explicit stacks allow manual simulation of recursion and enable iterative conversion of algorithms.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Iterative solutions using stacks offer better space efficiency compared to deep recursion.</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www.slideteam.net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Implementing Recursion using Stacks: Principles of recursion</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