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3.xml" ContentType="application/vnd.openxmlformats-officedocument.theme+xml"/>
  <Override PartName="/ppt/slideLayouts/slideLayout23.xml" ContentType="application/vnd.openxmlformats-officedocument.presentationml.slideLayout+xml"/>
  <Override PartName="/ppt/theme/theme4.xml" ContentType="application/vnd.openxmlformats-officedocument.theme+xml"/>
  <Override PartName="/ppt/slideLayouts/slideLayout24.xml" ContentType="application/vnd.openxmlformats-officedocument.presentationml.slideLayout+xml"/>
  <Override PartName="/ppt/theme/theme5.xml" ContentType="application/vnd.openxmlformats-officedocument.theme+xml"/>
  <Override PartName="/ppt/slideLayouts/slideLayout25.xml" ContentType="application/vnd.openxmlformats-officedocument.presentationml.slideLayout+xml"/>
  <Override PartName="/ppt/theme/theme6.xml" ContentType="application/vnd.openxmlformats-officedocument.theme+xml"/>
  <Override PartName="/ppt/slideLayouts/slideLayout26.xml" ContentType="application/vnd.openxmlformats-officedocument.presentationml.slideLayout+xml"/>
  <Override PartName="/ppt/theme/theme7.xml" ContentType="application/vnd.openxmlformats-officedocument.theme+xml"/>
  <Override PartName="/ppt/slideLayouts/slideLayout27.xml" ContentType="application/vnd.openxmlformats-officedocument.presentationml.slideLayout+xml"/>
  <Override PartName="/ppt/theme/theme8.xml" ContentType="application/vnd.openxmlformats-officedocument.theme+xml"/>
  <Override PartName="/ppt/slideLayouts/slideLayout28.xml" ContentType="application/vnd.openxmlformats-officedocument.presentationml.slideLayout+xml"/>
  <Override PartName="/ppt/theme/theme9.xml" ContentType="application/vnd.openxmlformats-officedocument.theme+xml"/>
  <Override PartName="/ppt/slideLayouts/slideLayout29.xml" ContentType="application/vnd.openxmlformats-officedocument.presentationml.slideLayout+xml"/>
  <Override PartName="/ppt/theme/theme10.xml" ContentType="application/vnd.openxmlformats-officedocument.theme+xml"/>
  <Override PartName="/ppt/slideLayouts/slideLayout30.xml" ContentType="application/vnd.openxmlformats-officedocument.presentationml.slideLayout+xml"/>
  <Override PartName="/ppt/theme/theme11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12.xml" ContentType="application/vnd.openxmlformats-officedocument.theme+xml"/>
  <Override PartName="/ppt/theme/theme1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2" r:id="rId1"/>
    <p:sldMasterId id="2147483653" r:id="rId2"/>
    <p:sldMasterId id="2147483665" r:id="rId3"/>
    <p:sldMasterId id="2147483677" r:id="rId4"/>
    <p:sldMasterId id="2147483679" r:id="rId5"/>
    <p:sldMasterId id="2147483681" r:id="rId6"/>
    <p:sldMasterId id="2147483683" r:id="rId7"/>
    <p:sldMasterId id="2147483685" r:id="rId8"/>
    <p:sldMasterId id="2147483687" r:id="rId9"/>
    <p:sldMasterId id="2147483689" r:id="rId10"/>
    <p:sldMasterId id="2147483691" r:id="rId11"/>
    <p:sldMasterId id="2147483695" r:id="rId12"/>
  </p:sldMasterIdLst>
  <p:notesMasterIdLst>
    <p:notesMasterId r:id="rId27"/>
  </p:notesMasterIdLst>
  <p:sldIdLst>
    <p:sldId id="256" r:id="rId13"/>
    <p:sldId id="258" r:id="rId14"/>
    <p:sldId id="295" r:id="rId15"/>
    <p:sldId id="307" r:id="rId16"/>
    <p:sldId id="313" r:id="rId17"/>
    <p:sldId id="314" r:id="rId18"/>
    <p:sldId id="308" r:id="rId19"/>
    <p:sldId id="315" r:id="rId20"/>
    <p:sldId id="316" r:id="rId21"/>
    <p:sldId id="317" r:id="rId22"/>
    <p:sldId id="318" r:id="rId23"/>
    <p:sldId id="319" r:id="rId24"/>
    <p:sldId id="320" r:id="rId25"/>
    <p:sldId id="271" r:id="rId26"/>
  </p:sldIdLst>
  <p:sldSz cx="9144000" cy="6858000" type="screen4x3"/>
  <p:notesSz cx="6858000" cy="9144000"/>
  <p:embeddedFontLst>
    <p:embeddedFont>
      <p:font typeface="Adobe Caslon Pro" panose="0205050205050A020403" pitchFamily="18" charset="0"/>
      <p:regular r:id="rId28"/>
      <p:bold r:id="rId29"/>
      <p:italic r:id="rId30"/>
      <p:boldItalic r:id="rId31"/>
    </p:embeddedFont>
    <p:embeddedFont>
      <p:font typeface="Arial Black" panose="020B0A04020102020204" pitchFamily="34" charset="0"/>
      <p:regular r:id="rId32"/>
      <p:bold r:id="rId33"/>
    </p:embeddedFont>
    <p:embeddedFont>
      <p:font typeface="Cambria" panose="02040503050406030204" pitchFamily="18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6" roundtripDataSignature="AMtx7mhzKJmzJ3v4G5F0XgOBdRCyo0pET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60" y="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26" Type="http://schemas.openxmlformats.org/officeDocument/2006/relationships/slide" Target="slides/slide14.xml"/><Relationship Id="rId21" Type="http://schemas.openxmlformats.org/officeDocument/2006/relationships/slide" Target="slides/slide9.xml"/><Relationship Id="rId34" Type="http://schemas.openxmlformats.org/officeDocument/2006/relationships/font" Target="fonts/font7.fntdata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4.xml"/><Relationship Id="rId20" Type="http://schemas.openxmlformats.org/officeDocument/2006/relationships/slide" Target="slides/slide8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2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58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3.xml"/><Relationship Id="rId23" Type="http://schemas.openxmlformats.org/officeDocument/2006/relationships/slide" Target="slides/slide11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57" Type="http://schemas.openxmlformats.org/officeDocument/2006/relationships/presProps" Target="presProp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7.xml"/><Relationship Id="rId31" Type="http://schemas.openxmlformats.org/officeDocument/2006/relationships/font" Target="fonts/font4.fntdata"/><Relationship Id="rId60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2.xml"/><Relationship Id="rId22" Type="http://schemas.openxmlformats.org/officeDocument/2006/relationships/slide" Target="slides/slide10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56" Type="http://customschemas.google.com/relationships/presentationmetadata" Target="metadata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5.xml"/><Relationship Id="rId25" Type="http://schemas.openxmlformats.org/officeDocument/2006/relationships/slide" Target="slides/slide13.xml"/><Relationship Id="rId33" Type="http://schemas.openxmlformats.org/officeDocument/2006/relationships/font" Target="fonts/font6.fntdata"/><Relationship Id="rId5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95272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>
          <a:extLst>
            <a:ext uri="{FF2B5EF4-FFF2-40B4-BE49-F238E27FC236}">
              <a16:creationId xmlns:a16="http://schemas.microsoft.com/office/drawing/2014/main" id="{44413504-79F7-2ADC-DF21-6BBF7046F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6:notes">
            <a:extLst>
              <a:ext uri="{FF2B5EF4-FFF2-40B4-BE49-F238E27FC236}">
                <a16:creationId xmlns:a16="http://schemas.microsoft.com/office/drawing/2014/main" id="{3D667ADF-AC2F-6F73-EF15-6544B77877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6:notes">
            <a:extLst>
              <a:ext uri="{FF2B5EF4-FFF2-40B4-BE49-F238E27FC236}">
                <a16:creationId xmlns:a16="http://schemas.microsoft.com/office/drawing/2014/main" id="{AB29D6EE-4EA9-F3FD-3E82-0F6A66BDB3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842761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>
          <a:extLst>
            <a:ext uri="{FF2B5EF4-FFF2-40B4-BE49-F238E27FC236}">
              <a16:creationId xmlns:a16="http://schemas.microsoft.com/office/drawing/2014/main" id="{0E06A95E-D04C-1D33-4302-CF5554E34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:notes">
            <a:extLst>
              <a:ext uri="{FF2B5EF4-FFF2-40B4-BE49-F238E27FC236}">
                <a16:creationId xmlns:a16="http://schemas.microsoft.com/office/drawing/2014/main" id="{1EA35FAF-947D-29CC-7B6D-E84723CC01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2:notes">
            <a:extLst>
              <a:ext uri="{FF2B5EF4-FFF2-40B4-BE49-F238E27FC236}">
                <a16:creationId xmlns:a16="http://schemas.microsoft.com/office/drawing/2014/main" id="{F4511CDE-FDA4-F73A-A7D1-73E0E40F58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209767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>
          <a:extLst>
            <a:ext uri="{FF2B5EF4-FFF2-40B4-BE49-F238E27FC236}">
              <a16:creationId xmlns:a16="http://schemas.microsoft.com/office/drawing/2014/main" id="{53447E8A-FB50-4ADB-F920-529F347B7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:notes">
            <a:extLst>
              <a:ext uri="{FF2B5EF4-FFF2-40B4-BE49-F238E27FC236}">
                <a16:creationId xmlns:a16="http://schemas.microsoft.com/office/drawing/2014/main" id="{58C288E0-12E6-4A59-F497-1A4B31FCDC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2:notes">
            <a:extLst>
              <a:ext uri="{FF2B5EF4-FFF2-40B4-BE49-F238E27FC236}">
                <a16:creationId xmlns:a16="http://schemas.microsoft.com/office/drawing/2014/main" id="{C607DF21-BBDF-0131-4E0D-8799C397C5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534230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>
          <a:extLst>
            <a:ext uri="{FF2B5EF4-FFF2-40B4-BE49-F238E27FC236}">
              <a16:creationId xmlns:a16="http://schemas.microsoft.com/office/drawing/2014/main" id="{2F87412C-4557-7B2B-927B-E6373687D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6:notes">
            <a:extLst>
              <a:ext uri="{FF2B5EF4-FFF2-40B4-BE49-F238E27FC236}">
                <a16:creationId xmlns:a16="http://schemas.microsoft.com/office/drawing/2014/main" id="{C398E574-8A20-4AED-1E60-292FDDB426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6:notes">
            <a:extLst>
              <a:ext uri="{FF2B5EF4-FFF2-40B4-BE49-F238E27FC236}">
                <a16:creationId xmlns:a16="http://schemas.microsoft.com/office/drawing/2014/main" id="{9182D5BA-C627-78C6-023D-B8B95D651F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490435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>
          <a:extLst>
            <a:ext uri="{FF2B5EF4-FFF2-40B4-BE49-F238E27FC236}">
              <a16:creationId xmlns:a16="http://schemas.microsoft.com/office/drawing/2014/main" id="{E674B022-302F-30E3-485F-931D1360C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6:notes">
            <a:extLst>
              <a:ext uri="{FF2B5EF4-FFF2-40B4-BE49-F238E27FC236}">
                <a16:creationId xmlns:a16="http://schemas.microsoft.com/office/drawing/2014/main" id="{3FEFB0B1-C4B8-BAEF-622C-DDA1036701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6:notes">
            <a:extLst>
              <a:ext uri="{FF2B5EF4-FFF2-40B4-BE49-F238E27FC236}">
                <a16:creationId xmlns:a16="http://schemas.microsoft.com/office/drawing/2014/main" id="{67682E81-F9EA-33CA-179F-64A3AFB01E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127716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>
          <a:extLst>
            <a:ext uri="{FF2B5EF4-FFF2-40B4-BE49-F238E27FC236}">
              <a16:creationId xmlns:a16="http://schemas.microsoft.com/office/drawing/2014/main" id="{5AEFCB8A-05A9-46FA-2BF6-22AEAE4EF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6:notes">
            <a:extLst>
              <a:ext uri="{FF2B5EF4-FFF2-40B4-BE49-F238E27FC236}">
                <a16:creationId xmlns:a16="http://schemas.microsoft.com/office/drawing/2014/main" id="{04B89570-85AD-367D-906C-94DDBDD34E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6:notes">
            <a:extLst>
              <a:ext uri="{FF2B5EF4-FFF2-40B4-BE49-F238E27FC236}">
                <a16:creationId xmlns:a16="http://schemas.microsoft.com/office/drawing/2014/main" id="{43742DAD-97A0-6B55-216E-EAA0E53A50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403756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>
          <a:extLst>
            <a:ext uri="{FF2B5EF4-FFF2-40B4-BE49-F238E27FC236}">
              <a16:creationId xmlns:a16="http://schemas.microsoft.com/office/drawing/2014/main" id="{634D9FCC-C55C-5255-7EFB-452EDE65D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6:notes">
            <a:extLst>
              <a:ext uri="{FF2B5EF4-FFF2-40B4-BE49-F238E27FC236}">
                <a16:creationId xmlns:a16="http://schemas.microsoft.com/office/drawing/2014/main" id="{85294F3F-46FD-97AC-03F7-FABE1C2185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6:notes">
            <a:extLst>
              <a:ext uri="{FF2B5EF4-FFF2-40B4-BE49-F238E27FC236}">
                <a16:creationId xmlns:a16="http://schemas.microsoft.com/office/drawing/2014/main" id="{C7616633-28B3-5812-B2E7-D9914798FE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123242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>
          <a:extLst>
            <a:ext uri="{FF2B5EF4-FFF2-40B4-BE49-F238E27FC236}">
              <a16:creationId xmlns:a16="http://schemas.microsoft.com/office/drawing/2014/main" id="{8B62AECA-1692-961C-1D0D-9436BAAC8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6:notes">
            <a:extLst>
              <a:ext uri="{FF2B5EF4-FFF2-40B4-BE49-F238E27FC236}">
                <a16:creationId xmlns:a16="http://schemas.microsoft.com/office/drawing/2014/main" id="{50FC8172-1464-1F1F-EDB6-4FD5C909B9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6:notes">
            <a:extLst>
              <a:ext uri="{FF2B5EF4-FFF2-40B4-BE49-F238E27FC236}">
                <a16:creationId xmlns:a16="http://schemas.microsoft.com/office/drawing/2014/main" id="{5A0F45E3-68F6-89BD-54C7-04FF3F1711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430004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>
          <a:extLst>
            <a:ext uri="{FF2B5EF4-FFF2-40B4-BE49-F238E27FC236}">
              <a16:creationId xmlns:a16="http://schemas.microsoft.com/office/drawing/2014/main" id="{CB563A16-5E2E-6857-169E-C116179AD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6:notes">
            <a:extLst>
              <a:ext uri="{FF2B5EF4-FFF2-40B4-BE49-F238E27FC236}">
                <a16:creationId xmlns:a16="http://schemas.microsoft.com/office/drawing/2014/main" id="{9D0451F7-BFEB-8FE8-47A4-2709A352D7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6:notes">
            <a:extLst>
              <a:ext uri="{FF2B5EF4-FFF2-40B4-BE49-F238E27FC236}">
                <a16:creationId xmlns:a16="http://schemas.microsoft.com/office/drawing/2014/main" id="{9AA2405B-9C44-FD8C-27FA-0BAD4D6D45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450709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>
          <a:extLst>
            <a:ext uri="{FF2B5EF4-FFF2-40B4-BE49-F238E27FC236}">
              <a16:creationId xmlns:a16="http://schemas.microsoft.com/office/drawing/2014/main" id="{ACE37FCA-2556-84E6-AF70-D325CF2F5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6:notes">
            <a:extLst>
              <a:ext uri="{FF2B5EF4-FFF2-40B4-BE49-F238E27FC236}">
                <a16:creationId xmlns:a16="http://schemas.microsoft.com/office/drawing/2014/main" id="{3B58AD8D-3DCA-F85E-C8B0-E67EFD6791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6:notes">
            <a:extLst>
              <a:ext uri="{FF2B5EF4-FFF2-40B4-BE49-F238E27FC236}">
                <a16:creationId xmlns:a16="http://schemas.microsoft.com/office/drawing/2014/main" id="{E1CE315B-33B5-6AAB-A593-9E9ABCA377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05990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4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4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5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5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6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6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26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5" name="Google Shape;55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7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7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7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9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0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0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7" name="Google Shape;77;p30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78" name="Google Shape;78;p30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9" name="Google Shape;79;p30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80" name="Google Shape;80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1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3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86" name="Google Shape;86;p31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87" name="Google Shape;87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2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32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p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3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4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34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3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3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3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6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36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7" name="Google Shape;117;p3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3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3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7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37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p3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3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3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8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38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38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30" name="Google Shape;130;p3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3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3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3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6" name="Google Shape;136;p3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37" name="Google Shape;137;p3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3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3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4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4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1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4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4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4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2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4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52" name="Google Shape;152;p4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53" name="Google Shape;153;p4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54" name="Google Shape;154;p4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55" name="Google Shape;155;p4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4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4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4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61" name="Google Shape;161;p43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62" name="Google Shape;162;p4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4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4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4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8" name="Google Shape;168;p4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4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4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5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4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4" name="Google Shape;174;p4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4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4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6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46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0" name="Google Shape;180;p4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4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4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8"/>
          <p:cNvSpPr txBox="1">
            <a:spLocks noGrp="1"/>
          </p:cNvSpPr>
          <p:nvPr>
            <p:ph type="ctrTitle"/>
          </p:nvPr>
        </p:nvSpPr>
        <p:spPr>
          <a:xfrm>
            <a:off x="1143000" y="3429000"/>
            <a:ext cx="7772400" cy="1066799"/>
          </a:xfrm>
          <a:prstGeom prst="rect">
            <a:avLst/>
          </a:prstGeom>
          <a:solidFill>
            <a:schemeClr val="lt1"/>
          </a:solidFill>
          <a:ln w="19050" cap="sq" cmpd="thinThick">
            <a:solidFill>
              <a:schemeClr val="dk1"/>
            </a:solidFill>
            <a:prstDash val="solid"/>
            <a:bevel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endParaRPr/>
          </a:p>
        </p:txBody>
      </p:sp>
      <p:sp>
        <p:nvSpPr>
          <p:cNvPr id="193" name="Google Shape;193;p4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4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48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50"/>
          <p:cNvSpPr txBox="1">
            <a:spLocks noGrp="1"/>
          </p:cNvSpPr>
          <p:nvPr>
            <p:ph type="body" idx="1"/>
          </p:nvPr>
        </p:nvSpPr>
        <p:spPr>
          <a:xfrm>
            <a:off x="762000" y="14478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83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3" name="Google Shape;203;p50"/>
          <p:cNvSpPr txBox="1">
            <a:spLocks noGrp="1"/>
          </p:cNvSpPr>
          <p:nvPr>
            <p:ph type="body" idx="2"/>
          </p:nvPr>
        </p:nvSpPr>
        <p:spPr>
          <a:xfrm>
            <a:off x="1066800" y="609600"/>
            <a:ext cx="7924800" cy="68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 rtl="0">
              <a:spcBef>
                <a:spcPts val="64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52"/>
          <p:cNvSpPr>
            <a:spLocks noGrp="1"/>
          </p:cNvSpPr>
          <p:nvPr>
            <p:ph type="pic" idx="2"/>
          </p:nvPr>
        </p:nvSpPr>
        <p:spPr>
          <a:xfrm>
            <a:off x="2895600" y="1371600"/>
            <a:ext cx="6019800" cy="4724400"/>
          </a:xfrm>
          <a:prstGeom prst="rect">
            <a:avLst/>
          </a:prstGeom>
          <a:noFill/>
          <a:ln>
            <a:noFill/>
          </a:ln>
        </p:spPr>
      </p:sp>
      <p:sp>
        <p:nvSpPr>
          <p:cNvPr id="214" name="Google Shape;214;p52"/>
          <p:cNvSpPr txBox="1">
            <a:spLocks noGrp="1"/>
          </p:cNvSpPr>
          <p:nvPr>
            <p:ph type="body" idx="1"/>
          </p:nvPr>
        </p:nvSpPr>
        <p:spPr>
          <a:xfrm>
            <a:off x="228600" y="1371600"/>
            <a:ext cx="2590800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5" name="Google Shape;215;p5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p5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52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54"/>
          <p:cNvSpPr txBox="1">
            <a:spLocks noGrp="1"/>
          </p:cNvSpPr>
          <p:nvPr>
            <p:ph type="body" idx="1"/>
          </p:nvPr>
        </p:nvSpPr>
        <p:spPr>
          <a:xfrm>
            <a:off x="609600" y="1524000"/>
            <a:ext cx="83058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5" name="Google Shape;225;p54"/>
          <p:cNvSpPr txBox="1">
            <a:spLocks noGrp="1"/>
          </p:cNvSpPr>
          <p:nvPr>
            <p:ph type="body" idx="2"/>
          </p:nvPr>
        </p:nvSpPr>
        <p:spPr>
          <a:xfrm>
            <a:off x="1066800" y="533400"/>
            <a:ext cx="7848600" cy="68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5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6" name="Google Shape;236;p5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7" name="Google Shape;237;p56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58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endParaRPr/>
          </a:p>
        </p:txBody>
      </p:sp>
      <p:sp>
        <p:nvSpPr>
          <p:cNvPr id="247" name="Google Shape;247;p58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8" name="Google Shape;248;p58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9" name="Google Shape;249;p5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0" name="Google Shape;250;p5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1" name="Google Shape;251;p58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6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endParaRPr/>
          </a:p>
        </p:txBody>
      </p:sp>
      <p:sp>
        <p:nvSpPr>
          <p:cNvPr id="261" name="Google Shape;261;p6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262" name="Google Shape;262;p6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3" name="Google Shape;263;p6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4" name="Google Shape;264;p6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5" name="Google Shape;265;p60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62"/>
          <p:cNvSpPr txBox="1">
            <a:spLocks noGrp="1"/>
          </p:cNvSpPr>
          <p:nvPr>
            <p:ph type="title"/>
          </p:nvPr>
        </p:nvSpPr>
        <p:spPr>
          <a:xfrm>
            <a:off x="304800" y="1371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endParaRPr/>
          </a:p>
        </p:txBody>
      </p:sp>
      <p:sp>
        <p:nvSpPr>
          <p:cNvPr id="275" name="Google Shape;275;p62"/>
          <p:cNvSpPr txBox="1">
            <a:spLocks noGrp="1"/>
          </p:cNvSpPr>
          <p:nvPr>
            <p:ph type="body" idx="1"/>
          </p:nvPr>
        </p:nvSpPr>
        <p:spPr>
          <a:xfrm rot="5400000">
            <a:off x="2286000" y="228600"/>
            <a:ext cx="42672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6" name="Google Shape;276;p6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7" name="Google Shape;277;p6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8" name="Google Shape;278;p62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8FB7251-DB5A-429E-A88B-1F5E33E95CC3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49D63091-BBA9-45A7-9F92-63D4E6081C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3476624"/>
      </p:ext>
    </p:extLst>
  </p:cSld>
  <p:clrMapOvr>
    <a:masterClrMapping/>
  </p:clrMapOvr>
  <p:hf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21164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8FB7251-DB5A-429E-A88B-1F5E33E95CC3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49D63091-BBA9-45A7-9F92-63D4E6081C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439505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8FB7251-DB5A-429E-A88B-1F5E33E95CC3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49D63091-BBA9-45A7-9F92-63D4E6081C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2733691"/>
      </p:ext>
    </p:extLst>
  </p:cSld>
  <p:clrMapOvr>
    <a:masterClrMapping/>
  </p:clrMapOvr>
  <p:hf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8FB7251-DB5A-429E-A88B-1F5E33E95CC3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49D63091-BBA9-45A7-9F92-63D4E6081C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0643853"/>
      </p:ext>
    </p:extLst>
  </p:cSld>
  <p:clrMapOvr>
    <a:masterClrMapping/>
  </p:clrMapOvr>
  <p:hf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8FB7251-DB5A-429E-A88B-1F5E33E95CC3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49D63091-BBA9-45A7-9F92-63D4E6081C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26082"/>
      </p:ext>
    </p:extLst>
  </p:cSld>
  <p:clrMapOvr>
    <a:masterClrMapping/>
  </p:clrMapOvr>
  <p:hf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8FB7251-DB5A-429E-A88B-1F5E33E95CC3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49D63091-BBA9-45A7-9F92-63D4E6081C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9591059"/>
      </p:ext>
    </p:extLst>
  </p:cSld>
  <p:clrMapOvr>
    <a:masterClrMapping/>
  </p:clrMapOvr>
  <p:hf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8FB7251-DB5A-429E-A88B-1F5E33E95CC3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49D63091-BBA9-45A7-9F92-63D4E6081C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3445161"/>
      </p:ext>
    </p:extLst>
  </p:cSld>
  <p:clrMapOvr>
    <a:masterClrMapping/>
  </p:clrMapOvr>
  <p:hf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8FB7251-DB5A-429E-A88B-1F5E33E95CC3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49D63091-BBA9-45A7-9F92-63D4E6081C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6949198"/>
      </p:ext>
    </p:extLst>
  </p:cSld>
  <p:clrMapOvr>
    <a:masterClrMapping/>
  </p:clrMapOvr>
  <p:hf hdr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8FB7251-DB5A-429E-A88B-1F5E33E95CC3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49D63091-BBA9-45A7-9F92-63D4E6081C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6389211"/>
      </p:ext>
    </p:extLst>
  </p:cSld>
  <p:clrMapOvr>
    <a:masterClrMapping/>
  </p:clrMapOvr>
  <p:hf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8FB7251-DB5A-429E-A88B-1F5E33E95CC3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49D63091-BBA9-45A7-9F92-63D4E6081C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1146155"/>
      </p:ext>
    </p:extLst>
  </p:cSld>
  <p:clrMapOvr>
    <a:masterClrMapping/>
  </p:clrMapOvr>
  <p:hf hdr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8FB7251-DB5A-429E-A88B-1F5E33E95CC3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49D63091-BBA9-45A7-9F92-63D4E6081C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8666638"/>
      </p:ext>
    </p:extLst>
  </p:cSld>
  <p:clrMapOvr>
    <a:masterClrMapping/>
  </p:clrMapOvr>
  <p:hf hdr="0" ft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2367846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23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24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25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26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27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28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29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30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13" Type="http://schemas.openxmlformats.org/officeDocument/2006/relationships/theme" Target="../theme/theme12.xml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42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5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22"/>
          <p:cNvSpPr txBox="1"/>
          <p:nvPr/>
        </p:nvSpPr>
        <p:spPr>
          <a:xfrm>
            <a:off x="0" y="64579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University Institute of Engineering (UIE)</a:t>
            </a:r>
            <a:endParaRPr/>
          </a:p>
        </p:txBody>
      </p:sp>
      <p:cxnSp>
        <p:nvCxnSpPr>
          <p:cNvPr id="31" name="Google Shape;31;p22"/>
          <p:cNvCxnSpPr/>
          <p:nvPr/>
        </p:nvCxnSpPr>
        <p:spPr>
          <a:xfrm>
            <a:off x="0" y="6400800"/>
            <a:ext cx="9144000" cy="0"/>
          </a:xfrm>
          <a:prstGeom prst="straightConnector1">
            <a:avLst/>
          </a:prstGeom>
          <a:noFill/>
          <a:ln w="88900" cap="flat" cmpd="thickThin">
            <a:solidFill>
              <a:srgbClr val="C0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pic>
        <p:nvPicPr>
          <p:cNvPr id="32" name="Google Shape;32;p22" descr="https://encrypted-tbn3.gstatic.com/images?q=tbn:ANd9GcTyg3Gq4WoxkxO75aZWNEjYFvavmMfWdiMvs57jpDF8YRR3yCybqQ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2400" y="152400"/>
            <a:ext cx="768350" cy="12192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Google Shape;35;p2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" name="Google Shape;37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" name="Google Shape;38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5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0" name="Google Shape;110;p3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1" name="Google Shape;111;p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2" name="Google Shape;112;p3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3" name="Google Shape;113;p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47"/>
          <p:cNvSpPr txBox="1"/>
          <p:nvPr/>
        </p:nvSpPr>
        <p:spPr>
          <a:xfrm>
            <a:off x="0" y="64579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University Institute of Engineering (UIE)</a:t>
            </a:r>
            <a:endParaRPr/>
          </a:p>
        </p:txBody>
      </p:sp>
      <p:cxnSp>
        <p:nvCxnSpPr>
          <p:cNvPr id="185" name="Google Shape;185;p47"/>
          <p:cNvCxnSpPr/>
          <p:nvPr/>
        </p:nvCxnSpPr>
        <p:spPr>
          <a:xfrm>
            <a:off x="0" y="6400800"/>
            <a:ext cx="9144000" cy="0"/>
          </a:xfrm>
          <a:prstGeom prst="straightConnector1">
            <a:avLst/>
          </a:prstGeom>
          <a:noFill/>
          <a:ln w="88900" cap="flat" cmpd="thickThin">
            <a:solidFill>
              <a:srgbClr val="C0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pic>
        <p:nvPicPr>
          <p:cNvPr id="186" name="Google Shape;186;p47" descr="https://encrypted-tbn3.gstatic.com/images?q=tbn:ANd9GcTyg3Gq4WoxkxO75aZWNEjYFvavmMfWdiMvs57jpDF8YRR3yCybqQ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52400"/>
            <a:ext cx="76835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47"/>
          <p:cNvSpPr txBox="1"/>
          <p:nvPr/>
        </p:nvSpPr>
        <p:spPr>
          <a:xfrm>
            <a:off x="2805112" y="87312"/>
            <a:ext cx="6338887" cy="369887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(CSE)</a:t>
            </a:r>
            <a:endParaRPr/>
          </a:p>
        </p:txBody>
      </p:sp>
      <p:sp>
        <p:nvSpPr>
          <p:cNvPr id="188" name="Google Shape;188;p4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9" name="Google Shape;189;p4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0" name="Google Shape;190;p47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8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49"/>
          <p:cNvSpPr txBox="1"/>
          <p:nvPr/>
        </p:nvSpPr>
        <p:spPr>
          <a:xfrm>
            <a:off x="0" y="64579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University Institute of Engineering (UIE)</a:t>
            </a:r>
            <a:endParaRPr/>
          </a:p>
        </p:txBody>
      </p:sp>
      <p:cxnSp>
        <p:nvCxnSpPr>
          <p:cNvPr id="198" name="Google Shape;198;p49"/>
          <p:cNvCxnSpPr/>
          <p:nvPr/>
        </p:nvCxnSpPr>
        <p:spPr>
          <a:xfrm>
            <a:off x="0" y="6400800"/>
            <a:ext cx="9144000" cy="0"/>
          </a:xfrm>
          <a:prstGeom prst="straightConnector1">
            <a:avLst/>
          </a:prstGeom>
          <a:noFill/>
          <a:ln w="88900" cap="flat" cmpd="thickThin">
            <a:solidFill>
              <a:srgbClr val="C0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pic>
        <p:nvPicPr>
          <p:cNvPr id="199" name="Google Shape;199;p49" descr="https://encrypted-tbn3.gstatic.com/images?q=tbn:ANd9GcTyg3Gq4WoxkxO75aZWNEjYFvavmMfWdiMvs57jpDF8YRR3yCybqQ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52400"/>
            <a:ext cx="76835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49"/>
          <p:cNvSpPr txBox="1"/>
          <p:nvPr/>
        </p:nvSpPr>
        <p:spPr>
          <a:xfrm>
            <a:off x="2805112" y="87312"/>
            <a:ext cx="6186487" cy="369887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and Communication Engineering (CCE)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0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51"/>
          <p:cNvSpPr txBox="1"/>
          <p:nvPr/>
        </p:nvSpPr>
        <p:spPr>
          <a:xfrm>
            <a:off x="0" y="64579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University Institute of Engineering (UIE)</a:t>
            </a:r>
            <a:endParaRPr/>
          </a:p>
        </p:txBody>
      </p:sp>
      <p:cxnSp>
        <p:nvCxnSpPr>
          <p:cNvPr id="206" name="Google Shape;206;p51"/>
          <p:cNvCxnSpPr/>
          <p:nvPr/>
        </p:nvCxnSpPr>
        <p:spPr>
          <a:xfrm>
            <a:off x="0" y="6400800"/>
            <a:ext cx="9144000" cy="0"/>
          </a:xfrm>
          <a:prstGeom prst="straightConnector1">
            <a:avLst/>
          </a:prstGeom>
          <a:noFill/>
          <a:ln w="88900" cap="flat" cmpd="thickThin">
            <a:solidFill>
              <a:srgbClr val="C0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pic>
        <p:nvPicPr>
          <p:cNvPr id="207" name="Google Shape;207;p51" descr="https://encrypted-tbn3.gstatic.com/images?q=tbn:ANd9GcTyg3Gq4WoxkxO75aZWNEjYFvavmMfWdiMvs57jpDF8YRR3yCybqQ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52400"/>
            <a:ext cx="76835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51"/>
          <p:cNvSpPr txBox="1"/>
          <p:nvPr/>
        </p:nvSpPr>
        <p:spPr>
          <a:xfrm>
            <a:off x="2805112" y="87312"/>
            <a:ext cx="6338887" cy="369887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(CSE)</a:t>
            </a:r>
            <a:endParaRPr/>
          </a:p>
        </p:txBody>
      </p:sp>
      <p:sp>
        <p:nvSpPr>
          <p:cNvPr id="209" name="Google Shape;209;p5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0" name="Google Shape;210;p5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1" name="Google Shape;211;p51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2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53"/>
          <p:cNvSpPr txBox="1"/>
          <p:nvPr/>
        </p:nvSpPr>
        <p:spPr>
          <a:xfrm>
            <a:off x="0" y="64579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University Institute of Engineering (UIE)</a:t>
            </a:r>
            <a:endParaRPr/>
          </a:p>
        </p:txBody>
      </p:sp>
      <p:cxnSp>
        <p:nvCxnSpPr>
          <p:cNvPr id="220" name="Google Shape;220;p53"/>
          <p:cNvCxnSpPr/>
          <p:nvPr/>
        </p:nvCxnSpPr>
        <p:spPr>
          <a:xfrm>
            <a:off x="0" y="6400800"/>
            <a:ext cx="9144000" cy="0"/>
          </a:xfrm>
          <a:prstGeom prst="straightConnector1">
            <a:avLst/>
          </a:prstGeom>
          <a:noFill/>
          <a:ln w="88900" cap="flat" cmpd="thickThin">
            <a:solidFill>
              <a:srgbClr val="C0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pic>
        <p:nvPicPr>
          <p:cNvPr id="221" name="Google Shape;221;p53" descr="https://encrypted-tbn3.gstatic.com/images?q=tbn:ANd9GcTyg3Gq4WoxkxO75aZWNEjYFvavmMfWdiMvs57jpDF8YRR3yCybqQ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52400"/>
            <a:ext cx="76835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53"/>
          <p:cNvSpPr txBox="1"/>
          <p:nvPr/>
        </p:nvSpPr>
        <p:spPr>
          <a:xfrm>
            <a:off x="3009900" y="0"/>
            <a:ext cx="6057900" cy="354012"/>
          </a:xfrm>
          <a:prstGeom prst="rect">
            <a:avLst/>
          </a:prstGeom>
          <a:solidFill>
            <a:srgbClr val="63252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Calibri"/>
              <a:buNone/>
            </a:pPr>
            <a:r>
              <a:rPr lang="en-US" sz="1700" b="1" i="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Department of Computer and Communicationq Engineering (CCE)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4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55"/>
          <p:cNvSpPr txBox="1"/>
          <p:nvPr/>
        </p:nvSpPr>
        <p:spPr>
          <a:xfrm>
            <a:off x="0" y="64579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University Institute of Engineering (UIE)</a:t>
            </a:r>
            <a:endParaRPr/>
          </a:p>
        </p:txBody>
      </p:sp>
      <p:cxnSp>
        <p:nvCxnSpPr>
          <p:cNvPr id="228" name="Google Shape;228;p55"/>
          <p:cNvCxnSpPr/>
          <p:nvPr/>
        </p:nvCxnSpPr>
        <p:spPr>
          <a:xfrm>
            <a:off x="0" y="6400800"/>
            <a:ext cx="9144000" cy="0"/>
          </a:xfrm>
          <a:prstGeom prst="straightConnector1">
            <a:avLst/>
          </a:prstGeom>
          <a:noFill/>
          <a:ln w="88900" cap="flat" cmpd="thickThin">
            <a:solidFill>
              <a:srgbClr val="C0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pic>
        <p:nvPicPr>
          <p:cNvPr id="229" name="Google Shape;229;p55" descr="https://encrypted-tbn3.gstatic.com/images?q=tbn:ANd9GcTyg3Gq4WoxkxO75aZWNEjYFvavmMfWdiMvs57jpDF8YRR3yCybqQ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52400"/>
            <a:ext cx="76835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55"/>
          <p:cNvSpPr txBox="1"/>
          <p:nvPr/>
        </p:nvSpPr>
        <p:spPr>
          <a:xfrm>
            <a:off x="2805112" y="87312"/>
            <a:ext cx="6338887" cy="369887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(CSE)</a:t>
            </a:r>
            <a:endParaRPr/>
          </a:p>
        </p:txBody>
      </p:sp>
      <p:sp>
        <p:nvSpPr>
          <p:cNvPr id="231" name="Google Shape;231;p5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2" name="Google Shape;232;p5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3" name="Google Shape;233;p55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6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57"/>
          <p:cNvSpPr txBox="1"/>
          <p:nvPr/>
        </p:nvSpPr>
        <p:spPr>
          <a:xfrm>
            <a:off x="0" y="64579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University Institute of Engineering (UIE)</a:t>
            </a:r>
            <a:endParaRPr/>
          </a:p>
        </p:txBody>
      </p:sp>
      <p:cxnSp>
        <p:nvCxnSpPr>
          <p:cNvPr id="240" name="Google Shape;240;p57"/>
          <p:cNvCxnSpPr/>
          <p:nvPr/>
        </p:nvCxnSpPr>
        <p:spPr>
          <a:xfrm>
            <a:off x="0" y="6400800"/>
            <a:ext cx="9144000" cy="0"/>
          </a:xfrm>
          <a:prstGeom prst="straightConnector1">
            <a:avLst/>
          </a:prstGeom>
          <a:noFill/>
          <a:ln w="88900" cap="flat" cmpd="thickThin">
            <a:solidFill>
              <a:srgbClr val="C0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pic>
        <p:nvPicPr>
          <p:cNvPr id="241" name="Google Shape;241;p57" descr="https://encrypted-tbn3.gstatic.com/images?q=tbn:ANd9GcTyg3Gq4WoxkxO75aZWNEjYFvavmMfWdiMvs57jpDF8YRR3yCybqQ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52400"/>
            <a:ext cx="76835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5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3" name="Google Shape;243;p5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4" name="Google Shape;244;p57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8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59"/>
          <p:cNvSpPr txBox="1"/>
          <p:nvPr/>
        </p:nvSpPr>
        <p:spPr>
          <a:xfrm>
            <a:off x="0" y="64579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University Institute of Engineering (UIE)</a:t>
            </a:r>
            <a:endParaRPr/>
          </a:p>
        </p:txBody>
      </p:sp>
      <p:cxnSp>
        <p:nvCxnSpPr>
          <p:cNvPr id="254" name="Google Shape;254;p59"/>
          <p:cNvCxnSpPr/>
          <p:nvPr/>
        </p:nvCxnSpPr>
        <p:spPr>
          <a:xfrm>
            <a:off x="0" y="6400800"/>
            <a:ext cx="9144000" cy="0"/>
          </a:xfrm>
          <a:prstGeom prst="straightConnector1">
            <a:avLst/>
          </a:prstGeom>
          <a:noFill/>
          <a:ln w="88900" cap="flat" cmpd="thickThin">
            <a:solidFill>
              <a:srgbClr val="C0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pic>
        <p:nvPicPr>
          <p:cNvPr id="255" name="Google Shape;255;p59" descr="https://encrypted-tbn3.gstatic.com/images?q=tbn:ANd9GcTyg3Gq4WoxkxO75aZWNEjYFvavmMfWdiMvs57jpDF8YRR3yCybqQ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52400"/>
            <a:ext cx="76835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5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7" name="Google Shape;257;p5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8" name="Google Shape;258;p59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0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61"/>
          <p:cNvSpPr txBox="1"/>
          <p:nvPr/>
        </p:nvSpPr>
        <p:spPr>
          <a:xfrm>
            <a:off x="0" y="64579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University Institute of Engineering (UIE)</a:t>
            </a:r>
            <a:endParaRPr/>
          </a:p>
        </p:txBody>
      </p:sp>
      <p:cxnSp>
        <p:nvCxnSpPr>
          <p:cNvPr id="268" name="Google Shape;268;p61"/>
          <p:cNvCxnSpPr/>
          <p:nvPr/>
        </p:nvCxnSpPr>
        <p:spPr>
          <a:xfrm>
            <a:off x="0" y="6400800"/>
            <a:ext cx="9144000" cy="0"/>
          </a:xfrm>
          <a:prstGeom prst="straightConnector1">
            <a:avLst/>
          </a:prstGeom>
          <a:noFill/>
          <a:ln w="88900" cap="flat" cmpd="thickThin">
            <a:solidFill>
              <a:srgbClr val="C0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pic>
        <p:nvPicPr>
          <p:cNvPr id="269" name="Google Shape;269;p61" descr="https://encrypted-tbn3.gstatic.com/images?q=tbn:ANd9GcTyg3Gq4WoxkxO75aZWNEjYFvavmMfWdiMvs57jpDF8YRR3yCybqQ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52400"/>
            <a:ext cx="76835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6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1" name="Google Shape;271;p6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2" name="Google Shape;272;p61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2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77" y="87380"/>
            <a:ext cx="9075323" cy="6770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825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"/>
          <p:cNvSpPr txBox="1"/>
          <p:nvPr/>
        </p:nvSpPr>
        <p:spPr>
          <a:xfrm>
            <a:off x="6572250" y="65087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"/>
          <p:cNvSpPr/>
          <p:nvPr/>
        </p:nvSpPr>
        <p:spPr>
          <a:xfrm rot="10800000" flipH="1">
            <a:off x="7131050" y="5940425"/>
            <a:ext cx="968375" cy="1157287"/>
          </a:xfrm>
          <a:prstGeom prst="rtTriangle">
            <a:avLst/>
          </a:prstGeom>
          <a:solidFill>
            <a:srgbClr val="F2F2F2">
              <a:alpha val="164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"/>
          <p:cNvSpPr/>
          <p:nvPr/>
        </p:nvSpPr>
        <p:spPr>
          <a:xfrm flipH="1">
            <a:off x="5284787" y="-65087"/>
            <a:ext cx="3859212" cy="5853112"/>
          </a:xfrm>
          <a:prstGeom prst="rtTriangle">
            <a:avLst/>
          </a:prstGeom>
          <a:solidFill>
            <a:srgbClr val="F2F2F2">
              <a:alpha val="164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"/>
          <p:cNvSpPr/>
          <p:nvPr/>
        </p:nvSpPr>
        <p:spPr>
          <a:xfrm>
            <a:off x="1593056" y="2025526"/>
            <a:ext cx="5122069" cy="1580679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2655">
                <a:srgbClr val="FFFFFF">
                  <a:alpha val="0"/>
                </a:srgbClr>
              </a:gs>
              <a:gs pos="15000">
                <a:srgbClr val="FFFFFF">
                  <a:alpha val="33725"/>
                </a:srgbClr>
              </a:gs>
              <a:gs pos="51000">
                <a:schemeClr val="lt1"/>
              </a:gs>
              <a:gs pos="94000">
                <a:srgbClr val="FFFFFF">
                  <a:alpha val="33725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"/>
          <p:cNvSpPr txBox="1"/>
          <p:nvPr/>
        </p:nvSpPr>
        <p:spPr>
          <a:xfrm>
            <a:off x="1138688" y="468956"/>
            <a:ext cx="6960738" cy="5470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endParaRPr lang="en-US" sz="3200" b="1" i="0" u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lvl="0" algn="ctr">
              <a:lnSpc>
                <a:spcPct val="90000"/>
              </a:lnSpc>
              <a:buClr>
                <a:schemeClr val="dk1"/>
              </a:buClr>
              <a:buSzPts val="3200"/>
            </a:pP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 Black"/>
              </a:rPr>
              <a:t>Chandigarh University, Uttar Pradesh</a:t>
            </a:r>
          </a:p>
          <a:p>
            <a:pPr lvl="0" algn="ctr">
              <a:lnSpc>
                <a:spcPct val="90000"/>
              </a:lnSpc>
              <a:buClr>
                <a:schemeClr val="dk1"/>
              </a:buClr>
              <a:buSzPts val="3200"/>
            </a:pPr>
            <a:endParaRPr lang="en-US" sz="2400" b="1" i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 Black"/>
            </a:endParaRPr>
          </a:p>
          <a:p>
            <a:pPr lvl="0" algn="ctr">
              <a:lnSpc>
                <a:spcPct val="90000"/>
              </a:lnSpc>
              <a:buClr>
                <a:schemeClr val="dk1"/>
              </a:buClr>
              <a:buSzPts val="3200"/>
            </a:pPr>
            <a:r>
              <a:rPr lang="en-US" sz="24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 Black"/>
              </a:rPr>
              <a:t>B.Tech</a:t>
            </a:r>
            <a:r>
              <a:rPr lang="en-US" sz="24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 Black"/>
              </a:rPr>
              <a:t> CSE</a:t>
            </a:r>
          </a:p>
          <a:p>
            <a:pPr lvl="0" algn="ctr">
              <a:lnSpc>
                <a:spcPct val="90000"/>
              </a:lnSpc>
              <a:buClr>
                <a:schemeClr val="dk1"/>
              </a:buClr>
              <a:buSzPts val="3200"/>
            </a:pPr>
            <a:r>
              <a:rPr lang="en-US" sz="24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 Black"/>
              </a:rPr>
              <a:t>(Core + DS + CY + CC + IT)</a:t>
            </a:r>
          </a:p>
          <a:p>
            <a:pPr lvl="0" algn="ctr">
              <a:lnSpc>
                <a:spcPct val="90000"/>
              </a:lnSpc>
              <a:buClr>
                <a:schemeClr val="dk1"/>
              </a:buClr>
              <a:buSzPts val="3200"/>
            </a:pPr>
            <a:r>
              <a:rPr lang="en-US" sz="24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 Black"/>
              </a:rPr>
              <a:t>Semester 3</a:t>
            </a:r>
          </a:p>
          <a:p>
            <a:pPr lvl="0" algn="ctr">
              <a:lnSpc>
                <a:spcPct val="90000"/>
              </a:lnSpc>
              <a:buClr>
                <a:schemeClr val="dk1"/>
              </a:buClr>
              <a:buSzPts val="3200"/>
            </a:pPr>
            <a:endParaRPr lang="en-US" sz="2400" b="1" i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 Black"/>
            </a:endParaRPr>
          </a:p>
          <a:p>
            <a:pPr lvl="0" algn="ctr">
              <a:lnSpc>
                <a:spcPct val="90000"/>
              </a:lnSpc>
              <a:buClr>
                <a:schemeClr val="dk1"/>
              </a:buClr>
              <a:buSzPts val="3200"/>
            </a:pPr>
            <a:endParaRPr lang="en-US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>
              <a:lnSpc>
                <a:spcPct val="90000"/>
              </a:lnSpc>
              <a:spcBef>
                <a:spcPts val="980"/>
              </a:spcBef>
              <a:buClr>
                <a:schemeClr val="dk1"/>
              </a:buClr>
              <a:buSzPts val="2800"/>
            </a:pPr>
            <a:r>
              <a:rPr lang="en-IN" sz="28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 (25CSH-209)</a:t>
            </a:r>
          </a:p>
          <a:p>
            <a:pPr lvl="0" algn="ctr">
              <a:lnSpc>
                <a:spcPct val="90000"/>
              </a:lnSpc>
              <a:spcBef>
                <a:spcPts val="1120"/>
              </a:spcBef>
              <a:buClr>
                <a:schemeClr val="dk1"/>
              </a:buClr>
              <a:buSzPts val="2000"/>
            </a:pPr>
            <a:r>
              <a:rPr lang="en-US" sz="1600" b="1" i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Topic: Stack &amp; its Operations, Applications</a:t>
            </a:r>
          </a:p>
          <a:p>
            <a:pPr lvl="0" algn="ctr">
              <a:lnSpc>
                <a:spcPct val="90000"/>
              </a:lnSpc>
              <a:spcBef>
                <a:spcPts val="1120"/>
              </a:spcBef>
              <a:buClr>
                <a:schemeClr val="dk1"/>
              </a:buClr>
              <a:buSzPts val="2000"/>
            </a:pPr>
            <a:endParaRPr lang="en-US" sz="2800" b="1" i="1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ctr">
              <a:lnSpc>
                <a:spcPct val="90000"/>
              </a:lnSpc>
              <a:spcBef>
                <a:spcPts val="980"/>
              </a:spcBef>
              <a:buClr>
                <a:schemeClr val="dk1"/>
              </a:buClr>
              <a:buSzPts val="2800"/>
            </a:pPr>
            <a:r>
              <a:rPr lang="en-US" sz="18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Faculty Name: Dr Sharad Nigam</a:t>
            </a:r>
          </a:p>
          <a:p>
            <a:pPr lvl="0" algn="ctr">
              <a:lnSpc>
                <a:spcPct val="90000"/>
              </a:lnSpc>
              <a:spcBef>
                <a:spcPts val="980"/>
              </a:spcBef>
              <a:buClr>
                <a:schemeClr val="dk1"/>
              </a:buClr>
              <a:buSzPts val="2800"/>
            </a:pPr>
            <a:r>
              <a:rPr lang="en-US" sz="18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(Assistant Professor)</a:t>
            </a:r>
            <a:endParaRPr sz="1800" i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Times New Roman"/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"/>
          <p:cNvSpPr txBox="1">
            <a:spLocks noGrp="1"/>
          </p:cNvSpPr>
          <p:nvPr>
            <p:ph type="title"/>
          </p:nvPr>
        </p:nvSpPr>
        <p:spPr>
          <a:xfrm>
            <a:off x="914400" y="294968"/>
            <a:ext cx="7886700" cy="663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C00000"/>
              </a:buClr>
              <a:buSzPts val="2800"/>
            </a:pP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mbria"/>
              </a:rPr>
              <a:t>			Course Outcome (CO)</a:t>
            </a:r>
            <a:endParaRPr sz="2400" b="1" i="0" u="none" strike="noStrike" cap="none" dirty="0">
              <a:solidFill>
                <a:srgbClr val="C00000"/>
              </a:solidFill>
              <a:sym typeface="Cambria"/>
            </a:endParaRPr>
          </a:p>
        </p:txBody>
      </p:sp>
      <p:graphicFrame>
        <p:nvGraphicFramePr>
          <p:cNvPr id="2" name="Content Placeholder 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4990373"/>
              </p:ext>
            </p:extLst>
          </p:nvPr>
        </p:nvGraphicFramePr>
        <p:xfrm>
          <a:off x="589934" y="1103346"/>
          <a:ext cx="7801897" cy="2390352"/>
        </p:xfrm>
        <a:graphic>
          <a:graphicData uri="http://schemas.openxmlformats.org/drawingml/2006/table">
            <a:tbl>
              <a:tblPr bandRow="1">
                <a:tableStyleId>{69012ECD-51FC-41F1-AA8D-1B2483CD663E}</a:tableStyleId>
              </a:tblPr>
              <a:tblGrid>
                <a:gridCol w="687614">
                  <a:extLst>
                    <a:ext uri="{9D8B030D-6E8A-4147-A177-3AD203B41FA5}">
                      <a16:colId xmlns:a16="http://schemas.microsoft.com/office/drawing/2014/main" val="2795429310"/>
                    </a:ext>
                  </a:extLst>
                </a:gridCol>
                <a:gridCol w="5388723">
                  <a:extLst>
                    <a:ext uri="{9D8B030D-6E8A-4147-A177-3AD203B41FA5}">
                      <a16:colId xmlns:a16="http://schemas.microsoft.com/office/drawing/2014/main" val="564050175"/>
                    </a:ext>
                  </a:extLst>
                </a:gridCol>
                <a:gridCol w="1725560">
                  <a:extLst>
                    <a:ext uri="{9D8B030D-6E8A-4147-A177-3AD203B41FA5}">
                      <a16:colId xmlns:a16="http://schemas.microsoft.com/office/drawing/2014/main" val="75678610"/>
                    </a:ext>
                  </a:extLst>
                </a:gridCol>
              </a:tblGrid>
              <a:tr h="2843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Sl. No.</a:t>
                      </a:r>
                      <a:endParaRPr lang="en-IN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081" marR="57081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IN" sz="18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081" marR="57081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Bloom’s level*</a:t>
                      </a:r>
                      <a:endParaRPr lang="en-IN" sz="18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081" marR="570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1953764"/>
                  </a:ext>
                </a:extLst>
              </a:tr>
              <a:tr h="59778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CO1</a:t>
                      </a:r>
                      <a:endParaRPr lang="en-IN" sz="18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081" marR="57081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4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Understand and apply basic data structures, algorithms, complexity analysis, ADTs, arrays and linked lists.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081" marR="57081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Understand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081" marR="570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5888170"/>
                  </a:ext>
                </a:extLst>
              </a:tr>
              <a:tr h="36230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CO2</a:t>
                      </a:r>
                      <a:endParaRPr lang="en-IN" sz="18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081" marR="57081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IN" sz="1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pply </a:t>
                      </a: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and implement </a:t>
                      </a:r>
                      <a:r>
                        <a:rPr lang="en-IN" sz="1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stacks and queues in problem solving.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Apply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081" marR="570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626480"/>
                  </a:ext>
                </a:extLst>
              </a:tr>
              <a:tr h="29329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CO3</a:t>
                      </a:r>
                      <a:endParaRPr lang="en-IN" sz="18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081" marR="57081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Analyze</a:t>
                      </a:r>
                      <a:r>
                        <a:rPr lang="en-IN" sz="1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and apply searching, sorting, and hashing techniques.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Analyze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081" marR="570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2904061"/>
                  </a:ext>
                </a:extLst>
              </a:tr>
              <a:tr h="29329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CO4</a:t>
                      </a:r>
                      <a:endParaRPr lang="en-IN" sz="18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081" marR="57081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Construct and apply tree structures and traversal techniques.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Evaluate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081" marR="570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1312881"/>
                  </a:ext>
                </a:extLst>
              </a:tr>
              <a:tr h="56934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CO5</a:t>
                      </a:r>
                      <a:endParaRPr lang="en-IN" sz="18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081" marR="57081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IN" sz="14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Represent and solve graph problems using DFS, BFS, and graph algorithms.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Evaluate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081" marR="5708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6207285"/>
                  </a:ext>
                </a:extLst>
              </a:tr>
            </a:tbl>
          </a:graphicData>
        </a:graphic>
      </p:graphicFrame>
      <p:graphicFrame>
        <p:nvGraphicFramePr>
          <p:cNvPr id="3" name="Content Placeholder 5">
            <a:extLst>
              <a:ext uri="{FF2B5EF4-FFF2-40B4-BE49-F238E27FC236}">
                <a16:creationId xmlns:a16="http://schemas.microsoft.com/office/drawing/2014/main" id="{2606C6BC-2416-4242-A890-A0E82837F8E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5928702"/>
              </p:ext>
            </p:extLst>
          </p:nvPr>
        </p:nvGraphicFramePr>
        <p:xfrm>
          <a:off x="589933" y="3890513"/>
          <a:ext cx="7801895" cy="217385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738779">
                  <a:extLst>
                    <a:ext uri="{9D8B030D-6E8A-4147-A177-3AD203B41FA5}">
                      <a16:colId xmlns:a16="http://schemas.microsoft.com/office/drawing/2014/main" val="3742644738"/>
                    </a:ext>
                  </a:extLst>
                </a:gridCol>
                <a:gridCol w="540512">
                  <a:extLst>
                    <a:ext uri="{9D8B030D-6E8A-4147-A177-3AD203B41FA5}">
                      <a16:colId xmlns:a16="http://schemas.microsoft.com/office/drawing/2014/main" val="4272707115"/>
                    </a:ext>
                  </a:extLst>
                </a:gridCol>
                <a:gridCol w="609275">
                  <a:extLst>
                    <a:ext uri="{9D8B030D-6E8A-4147-A177-3AD203B41FA5}">
                      <a16:colId xmlns:a16="http://schemas.microsoft.com/office/drawing/2014/main" val="489139881"/>
                    </a:ext>
                  </a:extLst>
                </a:gridCol>
                <a:gridCol w="609275">
                  <a:extLst>
                    <a:ext uri="{9D8B030D-6E8A-4147-A177-3AD203B41FA5}">
                      <a16:colId xmlns:a16="http://schemas.microsoft.com/office/drawing/2014/main" val="1100524817"/>
                    </a:ext>
                  </a:extLst>
                </a:gridCol>
                <a:gridCol w="609275">
                  <a:extLst>
                    <a:ext uri="{9D8B030D-6E8A-4147-A177-3AD203B41FA5}">
                      <a16:colId xmlns:a16="http://schemas.microsoft.com/office/drawing/2014/main" val="2587804510"/>
                    </a:ext>
                  </a:extLst>
                </a:gridCol>
                <a:gridCol w="609275">
                  <a:extLst>
                    <a:ext uri="{9D8B030D-6E8A-4147-A177-3AD203B41FA5}">
                      <a16:colId xmlns:a16="http://schemas.microsoft.com/office/drawing/2014/main" val="1143895630"/>
                    </a:ext>
                  </a:extLst>
                </a:gridCol>
                <a:gridCol w="609275">
                  <a:extLst>
                    <a:ext uri="{9D8B030D-6E8A-4147-A177-3AD203B41FA5}">
                      <a16:colId xmlns:a16="http://schemas.microsoft.com/office/drawing/2014/main" val="1050994719"/>
                    </a:ext>
                  </a:extLst>
                </a:gridCol>
                <a:gridCol w="609275">
                  <a:extLst>
                    <a:ext uri="{9D8B030D-6E8A-4147-A177-3AD203B41FA5}">
                      <a16:colId xmlns:a16="http://schemas.microsoft.com/office/drawing/2014/main" val="2909363527"/>
                    </a:ext>
                  </a:extLst>
                </a:gridCol>
                <a:gridCol w="609275">
                  <a:extLst>
                    <a:ext uri="{9D8B030D-6E8A-4147-A177-3AD203B41FA5}">
                      <a16:colId xmlns:a16="http://schemas.microsoft.com/office/drawing/2014/main" val="2620270666"/>
                    </a:ext>
                  </a:extLst>
                </a:gridCol>
                <a:gridCol w="609275">
                  <a:extLst>
                    <a:ext uri="{9D8B030D-6E8A-4147-A177-3AD203B41FA5}">
                      <a16:colId xmlns:a16="http://schemas.microsoft.com/office/drawing/2014/main" val="4220245693"/>
                    </a:ext>
                  </a:extLst>
                </a:gridCol>
                <a:gridCol w="549468">
                  <a:extLst>
                    <a:ext uri="{9D8B030D-6E8A-4147-A177-3AD203B41FA5}">
                      <a16:colId xmlns:a16="http://schemas.microsoft.com/office/drawing/2014/main" val="1354193518"/>
                    </a:ext>
                  </a:extLst>
                </a:gridCol>
                <a:gridCol w="549468">
                  <a:extLst>
                    <a:ext uri="{9D8B030D-6E8A-4147-A177-3AD203B41FA5}">
                      <a16:colId xmlns:a16="http://schemas.microsoft.com/office/drawing/2014/main" val="2860321843"/>
                    </a:ext>
                  </a:extLst>
                </a:gridCol>
                <a:gridCol w="549468">
                  <a:extLst>
                    <a:ext uri="{9D8B030D-6E8A-4147-A177-3AD203B41FA5}">
                      <a16:colId xmlns:a16="http://schemas.microsoft.com/office/drawing/2014/main" val="958704578"/>
                    </a:ext>
                  </a:extLst>
                </a:gridCol>
              </a:tblGrid>
              <a:tr h="43439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10260" algn="l"/>
                        </a:tabLst>
                      </a:pPr>
                      <a:endParaRPr lang="en-IN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10260" algn="l"/>
                        </a:tabLst>
                      </a:pPr>
                      <a:r>
                        <a:rPr lang="en-IN" sz="14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PO1</a:t>
                      </a:r>
                      <a:endParaRPr lang="en-IN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10260" algn="l"/>
                        </a:tabLst>
                      </a:pPr>
                      <a:r>
                        <a:rPr lang="en-IN" sz="14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PO2</a:t>
                      </a:r>
                      <a:endParaRPr lang="en-IN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10260" algn="l"/>
                        </a:tabLst>
                      </a:pPr>
                      <a:r>
                        <a:rPr lang="en-IN" sz="14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PO3</a:t>
                      </a:r>
                      <a:endParaRPr lang="en-IN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10260" algn="l"/>
                        </a:tabLst>
                      </a:pPr>
                      <a:r>
                        <a:rPr lang="en-IN" sz="14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PO4</a:t>
                      </a:r>
                      <a:endParaRPr lang="en-IN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10260" algn="l"/>
                        </a:tabLst>
                      </a:pPr>
                      <a:r>
                        <a:rPr lang="en-IN" sz="14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PO5</a:t>
                      </a:r>
                      <a:endParaRPr lang="en-IN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10260" algn="l"/>
                        </a:tabLst>
                      </a:pPr>
                      <a:r>
                        <a:rPr lang="en-IN" sz="14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PO6</a:t>
                      </a:r>
                      <a:endParaRPr lang="en-IN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10260" algn="l"/>
                        </a:tabLst>
                      </a:pPr>
                      <a:r>
                        <a:rPr lang="en-IN" sz="14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PO7</a:t>
                      </a:r>
                      <a:endParaRPr lang="en-IN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10260" algn="l"/>
                        </a:tabLst>
                      </a:pPr>
                      <a:r>
                        <a:rPr lang="en-IN" sz="14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PO8</a:t>
                      </a:r>
                      <a:endParaRPr lang="en-IN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10260" algn="l"/>
                        </a:tabLst>
                      </a:pPr>
                      <a:r>
                        <a:rPr lang="en-IN" sz="14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PO9</a:t>
                      </a:r>
                      <a:endParaRPr lang="en-IN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10260" algn="l"/>
                        </a:tabLst>
                      </a:pPr>
                      <a:r>
                        <a:rPr lang="en-IN" sz="14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P10</a:t>
                      </a:r>
                      <a:endParaRPr lang="en-IN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10260" algn="l"/>
                        </a:tabLst>
                      </a:pPr>
                      <a:r>
                        <a:rPr lang="en-IN" sz="14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P11</a:t>
                      </a:r>
                      <a:endParaRPr lang="en-IN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10260" algn="l"/>
                        </a:tabLst>
                      </a:pPr>
                      <a:r>
                        <a:rPr lang="en-IN" sz="14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P12</a:t>
                      </a:r>
                      <a:endParaRPr lang="en-IN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077309"/>
                  </a:ext>
                </a:extLst>
              </a:tr>
              <a:tr h="39455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10260" algn="l"/>
                        </a:tabLs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CO1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10260" algn="l"/>
                        </a:tabLs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10260" algn="l"/>
                        </a:tabLs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10260" algn="l"/>
                        </a:tabLs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10260" algn="l"/>
                        </a:tabLs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10260" algn="l"/>
                        </a:tabLs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10260" algn="l"/>
                        </a:tabLs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10260" algn="l"/>
                        </a:tabLs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10260" algn="l"/>
                        </a:tabLs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10260" algn="l"/>
                        </a:tabLst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10260" algn="l"/>
                        </a:tabLst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10260" algn="l"/>
                        </a:tabLs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10260" algn="l"/>
                        </a:tabLs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3511925"/>
                  </a:ext>
                </a:extLst>
              </a:tr>
              <a:tr h="35408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10260" algn="l"/>
                        </a:tabLst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CO2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10260" algn="l"/>
                        </a:tabLst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10260" algn="l"/>
                        </a:tabLs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10260" algn="l"/>
                        </a:tabLs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10260" algn="l"/>
                        </a:tabLs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10260" algn="l"/>
                        </a:tabLst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10260" algn="l"/>
                        </a:tabLst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10260" algn="l"/>
                        </a:tabLs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10260" algn="l"/>
                        </a:tabLs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10260" algn="l"/>
                        </a:tabLs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10260" algn="l"/>
                        </a:tabLs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10260" algn="l"/>
                        </a:tabLs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10260" algn="l"/>
                        </a:tabLs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7384416"/>
                  </a:ext>
                </a:extLst>
              </a:tr>
              <a:tr h="31362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10260" algn="l"/>
                        </a:tabLst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CO3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10260" algn="l"/>
                        </a:tabLst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10260" algn="l"/>
                        </a:tabLs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10260" algn="l"/>
                        </a:tabLs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10260" algn="l"/>
                        </a:tabLst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10260" algn="l"/>
                        </a:tabLst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10260" algn="l"/>
                        </a:tabLst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--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10260" algn="l"/>
                        </a:tabLs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10260" algn="l"/>
                        </a:tabLs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10260" algn="l"/>
                        </a:tabLs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10260" algn="l"/>
                        </a:tabLs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10260" algn="l"/>
                        </a:tabLs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10260" algn="l"/>
                        </a:tabLs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7846117"/>
                  </a:ext>
                </a:extLst>
              </a:tr>
              <a:tr h="34397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10260" algn="l"/>
                        </a:tabLst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CO4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10260" algn="l"/>
                        </a:tabLst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10260" algn="l"/>
                        </a:tabLs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10260" algn="l"/>
                        </a:tabLs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10260" algn="l"/>
                        </a:tabLst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10260" algn="l"/>
                        </a:tabLst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10260" algn="l"/>
                        </a:tabLst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10260" algn="l"/>
                        </a:tabLst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10260" algn="l"/>
                        </a:tabLs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10260" algn="l"/>
                        </a:tabLs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10260" algn="l"/>
                        </a:tabLs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10260" algn="l"/>
                        </a:tabLs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10260" algn="l"/>
                        </a:tabLs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0556358"/>
                  </a:ext>
                </a:extLst>
              </a:tr>
              <a:tr h="33322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10260" algn="l"/>
                        </a:tabLs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CO5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10260" algn="l"/>
                        </a:tabLst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10260" algn="l"/>
                        </a:tabLs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10260" algn="l"/>
                        </a:tabLs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10260" algn="l"/>
                        </a:tabLs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10260" algn="l"/>
                        </a:tabLst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10260" algn="l"/>
                        </a:tabLst>
                      </a:pP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10260" algn="l"/>
                        </a:tabLst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10260" algn="l"/>
                        </a:tabLs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10260" algn="l"/>
                        </a:tabLs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10260" algn="l"/>
                        </a:tabLs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10260" algn="l"/>
                        </a:tabLs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10260" algn="l"/>
                        </a:tabLs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9048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Cambria"/>
              <a:buNone/>
            </a:pPr>
            <a:r>
              <a:rPr lang="en-US" sz="2800" b="1" dirty="0">
                <a:solidFill>
                  <a:srgbClr val="C00000"/>
                </a:solidFill>
                <a:latin typeface="Cambria"/>
                <a:ea typeface="Cambria"/>
                <a:sym typeface="Cambria"/>
              </a:rPr>
              <a:t>Table of Content</a:t>
            </a:r>
            <a:endParaRPr sz="2800" dirty="0"/>
          </a:p>
        </p:txBody>
      </p:sp>
      <p:sp>
        <p:nvSpPr>
          <p:cNvPr id="314" name="Google Shape;314;p2"/>
          <p:cNvSpPr txBox="1">
            <a:spLocks noGrp="1"/>
          </p:cNvSpPr>
          <p:nvPr>
            <p:ph idx="1"/>
          </p:nvPr>
        </p:nvSpPr>
        <p:spPr>
          <a:xfrm>
            <a:off x="628650" y="1383173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Stack</a:t>
            </a:r>
          </a:p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Stack Operations </a:t>
            </a:r>
          </a:p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Prefix and Postfix expressions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5936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>
          <a:extLst>
            <a:ext uri="{FF2B5EF4-FFF2-40B4-BE49-F238E27FC236}">
              <a16:creationId xmlns:a16="http://schemas.microsoft.com/office/drawing/2014/main" id="{F1F60DF0-7CF2-D3E2-502B-1BA1CF3DB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6">
            <a:extLst>
              <a:ext uri="{FF2B5EF4-FFF2-40B4-BE49-F238E27FC236}">
                <a16:creationId xmlns:a16="http://schemas.microsoft.com/office/drawing/2014/main" id="{EAA49A71-1EC8-90ED-2F01-E87606AA25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526026"/>
            <a:ext cx="7924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Cambria"/>
              <a:buNone/>
            </a:pPr>
            <a:r>
              <a:rPr lang="en-IN" sz="3200" b="1" dirty="0">
                <a:solidFill>
                  <a:srgbClr val="C00000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Stack</a:t>
            </a:r>
            <a:endParaRPr sz="3200" b="1" i="0" u="none" strike="noStrike" cap="none" dirty="0">
              <a:solidFill>
                <a:srgbClr val="C00000"/>
              </a:solidFill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A2DA1D-A0C6-EDDE-BFD1-C07B52A8A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6E2A04-7687-3694-5E1F-6A6C905528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403" y="1375341"/>
            <a:ext cx="8053193" cy="4551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693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>
          <a:extLst>
            <a:ext uri="{FF2B5EF4-FFF2-40B4-BE49-F238E27FC236}">
              <a16:creationId xmlns:a16="http://schemas.microsoft.com/office/drawing/2014/main" id="{3AEA9CB7-75A3-B00C-85F7-48A0B50EB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">
            <a:extLst>
              <a:ext uri="{FF2B5EF4-FFF2-40B4-BE49-F238E27FC236}">
                <a16:creationId xmlns:a16="http://schemas.microsoft.com/office/drawing/2014/main" id="{549EC2E7-2188-CBFA-2AA6-DDEB04E447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Cambria"/>
              <a:buNone/>
            </a:pPr>
            <a:r>
              <a:rPr lang="en-US" sz="2800" b="1" dirty="0">
                <a:solidFill>
                  <a:srgbClr val="C00000"/>
                </a:solidFill>
                <a:latin typeface="Cambria"/>
                <a:ea typeface="Cambria"/>
                <a:sym typeface="Cambria"/>
              </a:rPr>
              <a:t>Stack</a:t>
            </a:r>
            <a:endParaRPr sz="28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101523-E581-9E03-8F09-73BDDBF8A5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 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C22E665-2589-083E-2A1B-2A0C141B30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991" y="1425779"/>
            <a:ext cx="8094018" cy="4682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8638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>
          <a:extLst>
            <a:ext uri="{FF2B5EF4-FFF2-40B4-BE49-F238E27FC236}">
              <a16:creationId xmlns:a16="http://schemas.microsoft.com/office/drawing/2014/main" id="{58898A99-3E88-65BF-1440-49F56A4D2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">
            <a:extLst>
              <a:ext uri="{FF2B5EF4-FFF2-40B4-BE49-F238E27FC236}">
                <a16:creationId xmlns:a16="http://schemas.microsoft.com/office/drawing/2014/main" id="{91CA52E1-3064-2B2B-5834-12708BA7C7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321164"/>
            <a:ext cx="7886700" cy="90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lnSpc>
                <a:spcPct val="100000"/>
              </a:lnSpc>
              <a:spcBef>
                <a:spcPts val="0"/>
              </a:spcBef>
              <a:buClr>
                <a:srgbClr val="C00000"/>
              </a:buClr>
              <a:buSzPts val="2800"/>
            </a:pPr>
            <a:r>
              <a:rPr lang="en-I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Circular Linked List</a:t>
            </a:r>
            <a:endParaRPr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1021EF-2A5A-64ED-B399-1005C4082E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745" y="1236509"/>
            <a:ext cx="8253009" cy="4645896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7EBEA14-5059-89E4-1BA4-51AEBC6EB7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31067"/>
            <a:ext cx="7886700" cy="4351338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50526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>
          <a:extLst>
            <a:ext uri="{FF2B5EF4-FFF2-40B4-BE49-F238E27FC236}">
              <a16:creationId xmlns:a16="http://schemas.microsoft.com/office/drawing/2014/main" id="{374D50DA-9D7D-6D6A-D6BC-D5ED221FF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6">
            <a:extLst>
              <a:ext uri="{FF2B5EF4-FFF2-40B4-BE49-F238E27FC236}">
                <a16:creationId xmlns:a16="http://schemas.microsoft.com/office/drawing/2014/main" id="{D234C6F8-8191-7521-657F-7392E9FE72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526026"/>
            <a:ext cx="7924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Cambria"/>
              <a:buNone/>
            </a:pPr>
            <a:r>
              <a:rPr lang="en-IN" sz="3200" b="1" dirty="0">
                <a:solidFill>
                  <a:srgbClr val="C00000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Stack Operations</a:t>
            </a:r>
            <a:endParaRPr sz="3200" b="1" i="0" u="none" strike="noStrike" cap="none" dirty="0">
              <a:solidFill>
                <a:srgbClr val="C00000"/>
              </a:solidFill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7F8F9E-287E-7CFF-76F9-53817855A1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71EDD7-EB56-19E7-8470-7C2E4E9113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559" b="10818"/>
          <a:stretch>
            <a:fillRect/>
          </a:stretch>
        </p:blipFill>
        <p:spPr>
          <a:xfrm>
            <a:off x="287278" y="1152878"/>
            <a:ext cx="8569444" cy="4980502"/>
          </a:xfrm>
          <a:prstGeom prst="rect">
            <a:avLst/>
          </a:prstGeom>
          <a:ln w="19050"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1113008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>
          <a:extLst>
            <a:ext uri="{FF2B5EF4-FFF2-40B4-BE49-F238E27FC236}">
              <a16:creationId xmlns:a16="http://schemas.microsoft.com/office/drawing/2014/main" id="{FAAB3A7B-E00A-8F37-B2C3-D1E0FA74D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6">
            <a:extLst>
              <a:ext uri="{FF2B5EF4-FFF2-40B4-BE49-F238E27FC236}">
                <a16:creationId xmlns:a16="http://schemas.microsoft.com/office/drawing/2014/main" id="{84689E7D-12DB-E827-4A24-63FB1DDDEF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526026"/>
            <a:ext cx="7924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Cambria"/>
              <a:buNone/>
            </a:pPr>
            <a:r>
              <a:rPr lang="en-IN" sz="3200" b="1" dirty="0">
                <a:solidFill>
                  <a:srgbClr val="C00000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Stack Implementation </a:t>
            </a:r>
            <a:endParaRPr sz="3200" b="1" i="0" u="none" strike="noStrike" cap="none" dirty="0">
              <a:solidFill>
                <a:srgbClr val="C00000"/>
              </a:solidFill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7C690A-1E37-817B-201B-EA0032BD43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3587171-BAF3-F006-4AB7-CFB37BF8D9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579" y="1268387"/>
            <a:ext cx="8367621" cy="4729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8985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>
          <a:extLst>
            <a:ext uri="{FF2B5EF4-FFF2-40B4-BE49-F238E27FC236}">
              <a16:creationId xmlns:a16="http://schemas.microsoft.com/office/drawing/2014/main" id="{0A60828A-730C-6C93-2E28-708A95359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6">
            <a:extLst>
              <a:ext uri="{FF2B5EF4-FFF2-40B4-BE49-F238E27FC236}">
                <a16:creationId xmlns:a16="http://schemas.microsoft.com/office/drawing/2014/main" id="{BD1DF644-1ACE-4CF3-0634-F002C814AB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526026"/>
            <a:ext cx="7924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Cambria"/>
              <a:buNone/>
            </a:pPr>
            <a:r>
              <a:rPr lang="en-IN" sz="3200" b="1" dirty="0">
                <a:solidFill>
                  <a:srgbClr val="C00000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Stack Applications  </a:t>
            </a:r>
            <a:endParaRPr sz="3200" b="1" i="0" u="none" strike="noStrike" cap="none" dirty="0">
              <a:solidFill>
                <a:srgbClr val="C00000"/>
              </a:solidFill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0BF583-957D-715E-E0C8-1CAB5E6E87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F32843-235F-CD42-DDB3-054A76F612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457" y="1522890"/>
            <a:ext cx="8054893" cy="4541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9368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>
          <a:extLst>
            <a:ext uri="{FF2B5EF4-FFF2-40B4-BE49-F238E27FC236}">
              <a16:creationId xmlns:a16="http://schemas.microsoft.com/office/drawing/2014/main" id="{61354CC7-90EA-9AC2-DFD4-13284A9C8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6">
            <a:extLst>
              <a:ext uri="{FF2B5EF4-FFF2-40B4-BE49-F238E27FC236}">
                <a16:creationId xmlns:a16="http://schemas.microsoft.com/office/drawing/2014/main" id="{491E9298-D844-4FCB-0117-9DEEE23D37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4285" y="526026"/>
            <a:ext cx="849491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IN" sz="3200" b="1" dirty="0">
                <a:solidFill>
                  <a:srgbClr val="C00000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Evaluation of Arithmetic Expressions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54F8C2-067B-317B-1876-C11ED658D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E6C60F7-2C89-D09A-007F-7787DBEEB4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285" y="1297703"/>
            <a:ext cx="8455429" cy="4788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2292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>
          <a:extLst>
            <a:ext uri="{FF2B5EF4-FFF2-40B4-BE49-F238E27FC236}">
              <a16:creationId xmlns:a16="http://schemas.microsoft.com/office/drawing/2014/main" id="{6CEA18EC-B418-F883-0DF5-3FC146032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6">
            <a:extLst>
              <a:ext uri="{FF2B5EF4-FFF2-40B4-BE49-F238E27FC236}">
                <a16:creationId xmlns:a16="http://schemas.microsoft.com/office/drawing/2014/main" id="{ED190B04-EEA5-5272-78A4-12C30DC0D4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4285" y="526026"/>
            <a:ext cx="849491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IN" sz="3200" b="1" dirty="0">
                <a:solidFill>
                  <a:srgbClr val="C00000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Evaluation of Arithmetic Expressions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9C8060-A8EF-0FAA-518D-C25C0F8A25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C5A0CE-B4F9-F468-BC52-9F2D69CEF2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420" y="1348562"/>
            <a:ext cx="8102644" cy="4599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2459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>
          <a:extLst>
            <a:ext uri="{FF2B5EF4-FFF2-40B4-BE49-F238E27FC236}">
              <a16:creationId xmlns:a16="http://schemas.microsoft.com/office/drawing/2014/main" id="{4637CF0B-8CF5-A722-21F9-87F1390C7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6">
            <a:extLst>
              <a:ext uri="{FF2B5EF4-FFF2-40B4-BE49-F238E27FC236}">
                <a16:creationId xmlns:a16="http://schemas.microsoft.com/office/drawing/2014/main" id="{BEB7D56C-BF5E-24D5-5EA8-504538B595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4285" y="526026"/>
            <a:ext cx="849491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IN" sz="3200" b="1" dirty="0">
                <a:solidFill>
                  <a:srgbClr val="C00000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Evaluation of Postfix Expressions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75D7A7-A854-3763-9696-9878CD0322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CCE4D5-75EF-A130-5F7A-318A05D8A8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382" y="1281827"/>
            <a:ext cx="8411818" cy="4767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059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>
          <a:extLst>
            <a:ext uri="{FF2B5EF4-FFF2-40B4-BE49-F238E27FC236}">
              <a16:creationId xmlns:a16="http://schemas.microsoft.com/office/drawing/2014/main" id="{0D478979-4C64-9525-41B5-C9022DD53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6">
            <a:extLst>
              <a:ext uri="{FF2B5EF4-FFF2-40B4-BE49-F238E27FC236}">
                <a16:creationId xmlns:a16="http://schemas.microsoft.com/office/drawing/2014/main" id="{FA6AE9AC-2D87-5105-BD25-791551153B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4285" y="526026"/>
            <a:ext cx="849491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IN" sz="3200" b="1" dirty="0">
                <a:solidFill>
                  <a:srgbClr val="C00000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7AFD83-5ED4-5F44-C72A-CB9044BFD1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643F34-6E9E-720B-05FE-E281A01F3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536" y="776827"/>
            <a:ext cx="8100204" cy="5400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3632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6"/>
          <p:cNvSpPr txBox="1">
            <a:spLocks noGrp="1"/>
          </p:cNvSpPr>
          <p:nvPr>
            <p:ph type="title"/>
          </p:nvPr>
        </p:nvSpPr>
        <p:spPr>
          <a:xfrm>
            <a:off x="1356852" y="321165"/>
            <a:ext cx="7158498" cy="991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Cambria"/>
              <a:buNone/>
            </a:pPr>
            <a:r>
              <a:rPr lang="en-US" sz="2800" b="1" dirty="0">
                <a:solidFill>
                  <a:srgbClr val="C00000"/>
                </a:solidFill>
                <a:latin typeface="Cambria"/>
                <a:ea typeface="Cambria"/>
                <a:sym typeface="Cambria"/>
              </a:rPr>
              <a:t>Reference</a:t>
            </a:r>
            <a:endParaRPr dirty="0"/>
          </a:p>
        </p:txBody>
      </p:sp>
      <p:sp>
        <p:nvSpPr>
          <p:cNvPr id="399" name="Google Shape;399;p16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b="0" i="0" u="none" dirty="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Arial"/>
              <a:buNone/>
            </a:pPr>
            <a:endParaRPr sz="2000" b="0" i="0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215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 b="0" i="0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53613" y="1622323"/>
            <a:ext cx="7261737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Adobe Caslon Pro" panose="0205050205050A020403" pitchFamily="18" charset="0"/>
              </a:rPr>
              <a:t>Goodrich, M. T., </a:t>
            </a:r>
            <a:r>
              <a:rPr lang="en-IN" dirty="0" err="1">
                <a:solidFill>
                  <a:schemeClr val="tx1"/>
                </a:solidFill>
                <a:latin typeface="Adobe Caslon Pro" panose="0205050205050A020403" pitchFamily="18" charset="0"/>
              </a:rPr>
              <a:t>Tamassia</a:t>
            </a:r>
            <a:r>
              <a:rPr lang="en-IN" dirty="0">
                <a:solidFill>
                  <a:schemeClr val="tx1"/>
                </a:solidFill>
                <a:latin typeface="Adobe Caslon Pro" panose="0205050205050A020403" pitchFamily="18" charset="0"/>
              </a:rPr>
              <a:t>, R., &amp; Goldwasser, M. H. (2014). Data structures and algorithms in C++ (2nd ed.). Wiley.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chemeClr val="tx1"/>
              </a:solidFill>
              <a:latin typeface="Adobe Caslon Pro" panose="0205050205050A0204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Adobe Caslon Pro" panose="0205050205050A020403" pitchFamily="18" charset="0"/>
              </a:rPr>
              <a:t>Horowitz, E., Sahni, S., &amp; Anderson-Freed, S. (2008). Fundamentals of data structures in C (2nd ed.). Universities Press.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chemeClr val="tx1"/>
              </a:solidFill>
              <a:latin typeface="Adobe Caslon Pro" panose="0205050205050A0204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Adobe Caslon Pro" panose="0205050205050A020403" pitchFamily="18" charset="0"/>
              </a:rPr>
              <a:t>Kruse, R. L., Leung, B. P., &amp; Tondo, C. L. (2007). Data structures and program design in C (2nd ed.). Pearson Education.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chemeClr val="tx1"/>
              </a:solidFill>
              <a:latin typeface="Adobe Caslon Pro" panose="0205050205050A0204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Adobe Caslon Pro" panose="0205050205050A020403" pitchFamily="18" charset="0"/>
              </a:rPr>
              <a:t>Lipschutz, S. (2014). Schaum's outline of data structures with C (2nd ed.). McGraw-Hill Education.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Custom Desig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ustom Desig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3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4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5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6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7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8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9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oundation" id="{C45A739B-B1BF-4140-9C47-B246F856BA81}" vid="{8593AA7A-4C3B-460C-A36A-99CC4668395E}"/>
    </a:ext>
  </a:extLst>
</a:theme>
</file>

<file path=ppt/theme/theme1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24412</TotalTime>
  <Words>377</Words>
  <Application>Microsoft Office PowerPoint</Application>
  <PresentationFormat>On-screen Show (4:3)</PresentationFormat>
  <Paragraphs>142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12</vt:i4>
      </vt:variant>
      <vt:variant>
        <vt:lpstr>Slide Titles</vt:lpstr>
      </vt:variant>
      <vt:variant>
        <vt:i4>14</vt:i4>
      </vt:variant>
    </vt:vector>
  </HeadingPairs>
  <TitlesOfParts>
    <vt:vector size="33" baseType="lpstr">
      <vt:lpstr>Calibri</vt:lpstr>
      <vt:lpstr>Cambria</vt:lpstr>
      <vt:lpstr>Wingdings</vt:lpstr>
      <vt:lpstr>Adobe Caslon Pro</vt:lpstr>
      <vt:lpstr>Arial</vt:lpstr>
      <vt:lpstr>Times New Roman</vt:lpstr>
      <vt:lpstr>Arial Black</vt:lpstr>
      <vt:lpstr>Office Theme</vt:lpstr>
      <vt:lpstr>1_Custom Design</vt:lpstr>
      <vt:lpstr>Custom Design</vt:lpstr>
      <vt:lpstr>1_Office Theme</vt:lpstr>
      <vt:lpstr>3_Office Theme</vt:lpstr>
      <vt:lpstr>4_Office Theme</vt:lpstr>
      <vt:lpstr>5_Office Theme</vt:lpstr>
      <vt:lpstr>6_Office Theme</vt:lpstr>
      <vt:lpstr>7_Office Theme</vt:lpstr>
      <vt:lpstr>8_Office Theme</vt:lpstr>
      <vt:lpstr>9_Office Theme</vt:lpstr>
      <vt:lpstr>2_Custom Design</vt:lpstr>
      <vt:lpstr>PowerPoint Presentation</vt:lpstr>
      <vt:lpstr>   Course Outcome (CO)</vt:lpstr>
      <vt:lpstr>Table of Content</vt:lpstr>
      <vt:lpstr>Stack</vt:lpstr>
      <vt:lpstr>Stack</vt:lpstr>
      <vt:lpstr>Circular Linked List</vt:lpstr>
      <vt:lpstr>Stack Operations</vt:lpstr>
      <vt:lpstr>Stack Implementation </vt:lpstr>
      <vt:lpstr>Stack Applications  </vt:lpstr>
      <vt:lpstr>Evaluation of Arithmetic Expressions</vt:lpstr>
      <vt:lpstr>Evaluation of Arithmetic Expressions</vt:lpstr>
      <vt:lpstr>Evaluation of Postfix Expressions</vt:lpstr>
      <vt:lpstr> </vt:lpstr>
      <vt:lpstr>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cgc</dc:creator>
  <cp:lastModifiedBy>sharad nigam</cp:lastModifiedBy>
  <cp:revision>92</cp:revision>
  <dcterms:created xsi:type="dcterms:W3CDTF">2013-12-12T17:34:34Z</dcterms:created>
  <dcterms:modified xsi:type="dcterms:W3CDTF">2026-06-16T05:47:32Z</dcterms:modified>
</cp:coreProperties>
</file>