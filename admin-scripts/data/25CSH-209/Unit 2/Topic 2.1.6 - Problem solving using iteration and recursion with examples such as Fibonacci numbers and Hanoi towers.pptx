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today's lecture on Data Structures. We will focus specifically on how to solve problems using iteration and recursion. Our primary examples will be the Fibonacci sequence and the Tower of Hanoi puzzle. These concepts are fundamental to understanding how stacks and queues operate in real-world scenarios.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CO2 requires you to apply stacks and queues to solve problems, which we will do using recursion. CO3 involves analyzing techniques, and understanding recursion helps us analyze algorithmic complexity. Please note that while we focus on recursion, these skills support broader analysis techniques.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the core differences between iteration and recursion. You will implement the Fibonacci sequence using both methods to see the performance gap. We will also analyze the Tower of Hanoi to understand how the call stack manages complex recursive logic. Finally, you will compare the efficiency of these two distinct approaches.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Iteration is straightforward, using loops like for or while to repeat actions. Recursion is more complex, where a function calls itself to break a problem into smaller pieces. Crucially, every recursive function must have a base case, like n=0, to stop the calls. Without a base case, the program will crash due to a stack overflow error.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iterative Fibonacci algorithm. We start with 0 and 1, then loop to add them. For example, to find the 5th number, we calculate 0+1=1, then 1+1=2, then 1+2=3. This method is very efficient because it only stores the last two numbers at any time. It avoids the overhead of function calls entirely.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the recursive definition where F(n) equals the sum of the two preceding numbers. To find F(5), the function calls F(4) and F(3). This creates a tree of calls where F(2) is calculated multiple ×. This redundancy makes the recursive approach significantly slower than the iterative one for larger inputs.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Tower of Hanoi is a classic problem that demonstrates recursion perfectly. We have three rods and n disks of different sizes. The rule is simple: you cannot place a larger disk on top of a smaller one. The solution involves moving the top n-1 disks to the helper rod, moving the bottom disk, and then moving the stack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logic relies on breaking the problem down. If we have 3 disks, we first move the top 2 to the helper. Then we move the largest disk to the target. Finally, we move the 2 disks from the helper to the target. This pattern repeats until we are just moving a single disk.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recursion is powerful but requires careful management of the base case and stack depth. While recursive Fibonacci is elegant, the iterative version is far superior for performance. The Tower of Hanoi illustrates how the stack naturally handles the 'undo' process required by recursion. Always consider the trade-off between code simplicity and execution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textbooks listed on this slide. Gilberg and Forouzan provide excellent pseudocode approaches to these algorithms. Lipschutz and Sharma offer detailed C implementations that you can use for your lab work. Deshpandey is also a great resource for understanding the underlying logic of these data structures.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Problem solving using iteration and recursion with examples such as Fibonacci numbers and Hanoi towers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ADT: Stack and Queue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ADT: Stack and Queue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difference between iterative and recursive problem-solving approaches.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the Fibonacci sequence algorithm using both iteration and recursion.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recursive logic required to solve the Tower of Hanoi problem.</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how the call stack manages recursive function calls during execution.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time and space complexity of iterative versus recursive solutions.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Iteration vs Recursion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Iteration uses loops to repeat a block of code until a condition is met.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Recursion involves a function calling itself with modified parameters to solve smaller sub-problems.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Every recursive solution requires a base case to prevent infinite loops and stack overflow.</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Iteration generally uses less memory as it does not create new stack frames for each step.</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Recursion often provides a more elegant solution for problems with inherent self-similar structures.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AlgoDaily - Problem Solving With Recursion vs. Iteration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Fibonacci Sequence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Iterative Approach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iterative approach calculates Fibonacci numbers using a loop and two temporary variables.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We initialize the first two numbers as 0 and 1 before starting the loop.</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 each iteration, the next number is the sum of the previous two values.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updates variables in place without creating new function calls or stack frames.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time complexity for this approach is O(n) with constant space O(1).</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deen3evddmddt.cloudfront.net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Fibonacci Sequence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Recursive Approach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base cases are F(0) = 0 and F(1) = 1, which stop the recursion</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recursive definition states F(n) = F(n-1) + F(n-2) for n greater than 1.</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Each call creates a new stack frame to store local variables and return addresses.</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approach recalculates the same values multiple ×, leading to exponential time complexity.</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time complexity is O(2^n), making it inefficient for large values of 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Tower of Hanoi</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Problem Statement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problem involves moving n disks from a source rod to a destination rod.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We must use an auxiliary rod while ensuring a larger disk never sits on a smaller one.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recursive solution moves n-1 disks to the auxiliary rod first.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then moves the largest disk directly to the destination rod.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Finally, it moves the n-1 disks from the auxiliary rod to the destination rod.</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d2vlcm61l7u1fs.cloudfront.net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Tower of Hanoi</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Recursive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recursive function takes parameters for the number of disks, source, auxiliary, and destination.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n equals 1, we simply move the disk from source to destination directly.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Otherwise, we recursively move n-1 disks from source to the auxiliary rod.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We then move the nth disk from the source rod to the destination rod.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Finally, we recursively move the n-1 disks from the auxiliary rod to the destination.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Recursion solves problems by breaking them into smaller, self-similar sub-problems.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Iterative Fibonacci is efficient with O(n) time and O(1) space complexity.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Recursive Fibonacci is simple to write but inefficient with O(2^n) time complexity.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Tower of Hanoi demonstrates how the call stack manages complex recursive movements.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 call stack is essential for debugging recursive functions in Data Structures.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synonymsflow.com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using iteration and recursion with examples such as Fibonacci numbers and Hanoi towers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