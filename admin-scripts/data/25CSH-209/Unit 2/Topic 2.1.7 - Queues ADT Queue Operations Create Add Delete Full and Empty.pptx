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are focusing specifically on the Abstract Data Type for Queues. By the end of this session, you will understand how to implement the core operations of a queue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CO2 requires you to apply and implement stacks and queues in problem-solving, which we will do by coding queue operations. CO3 involves analysing and applying searching, sorting, and hashing techniques, providing the analytical foundation for data management.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is to define the ADT for a Queue and understand its First-In-First-Out principle. You will learn to implement the Create operation to initialize a structure. We will also demonstrate adding elements at the rear and deleting from the front. Finally, you will learn to evaluate Full and Empty conditions to manage boundaries.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queue as a line of people waiting for a bus. The person who arrives first is the first to board, which is the FIFO principle. In our ADT, the front pointer tracks the first element, while the rear tracks the last. This ensures strict ordering without middle insertions.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Create operation is the foundation of our queue. It initializes an empty queue by setting both front and rear pointers to -1. This ensures the structure is ready for subsequent Add or Delete calls. Without this step, the queue would have undefined behavior.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Add an element, it goes to the rear end of the queue. The rear pointer is incremented before the new element is stored. We must check for the Full condition to prevent overflow errors. If the queue is empty, both front and rear are set to 0 initially.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Delete operation removes the element at the front of the queue. The front pointer is incremented to point to the next available element. We check for the Empty condition to prevent underflow errors. If the queue becomes empty, both pointers reset to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Empty condition is true when the front pointer equals -1. The Full condition is true when the rear pointer equals the maximum size minus one. These checks are critical before performing Add or Delete operations. In a circular queue, the Full condition involves checking if the rear plus one modulo size equals front.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a sequence: Start with front and rear at -1. Add 10, and the rear becomes 0. Add 20, and the rear becomes 1. Now, Delete removes 10, and the front moves to 1. The queue now contains only 20, ready for the next operation.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listed here. Gilberg and Forouzan provide a pseudocode approach with C. Lipschutz offers a comprehensive overview of data structures. Sharma and Deshpandey provide excellent C-specific implementations.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Queues: ADT Queue Operations: Create Add Delete Full and Empty</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ADT: Stack and Queue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ADT: Stack and Queue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Abstract Data Type for a Queue and its FIFO principle.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the Create operation to initialize an empty queue structure.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Add operation to insert elements at the rear end.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Execute the Delete operation to remove elements from the front end.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Full and Empty conditions to manage queue boundaries correctly.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Queue ADT Definition and FIFO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Queue is a linear data structure following the First-In-First-Out principle.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Elements enter at the rear end and exit from the front end only.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front pointer tracks the first element, while rear tracks the last.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structure mimics real-world scenarios like a ticket counter or printer queue.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Unlike stacks, queues do not allow insertion or deletion from the middle.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Operation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Create Queue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Create operation initializes an empty queue by setting front and rear to -1.</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allocation is performed for the array or linked list structure.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operation ensures the queue is ready for subsequent Add or Delete calls.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using an array, the size is defined during the creation phase.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successful creation returns a valid queue pointer or handle to the user.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Operation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Add (Enqueue)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Add operation inserts a new element at the rear end of the queue.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rear pointer is incremented before the new element is stored in the array.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operation checks for the Full condition to prevent overflow errors.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queue is empty, both front and rear are set to 0 initially.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element is placed at the index indicated by the updated rear pointer.</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he-s3.s3.amazonaws.com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Operation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Delete (Dequeue)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Delete operation removes the element currently at the front of the queue.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front pointer is incremented to point to the next available element.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operation checks for the Empty condition to prevent underflow errors.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queue becomes empty after deletion, both front and rear reset to -1.</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removed element is returned to the caller for further processing.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Condition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Full and Empty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Empty condition is true when the front pointer equals -1.</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Full condition is true when the rear pointer equals the maximum size minus one.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checks are critical before performing Add or Delete operations respectively.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 a circular queue, the Full condition involves checking if (rear + 1) % size equals front.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handling of these conditions ensures data integrity and prevents runtime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Queue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Initial state: front = -1, rear = -1, Queue = [Empty]</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CURRENT STATE</a:t>
            </a:r>
          </a:p>
          <a:p>
            <a:pPr algn="l">
              <a:lnSpc>
                <a:spcPct val="135000"/>
              </a:lnSpc>
            </a:pPr>
            <a:r>
              <a:rPr sz="1300">
                <a:solidFill>
                  <a:srgbClr val="1A1A1A"/>
                </a:solidFill>
                <a:latin typeface="Calibri"/>
              </a:rPr>
              <a:t>Queue contains only 20, ready for next Add or Delete.</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Add(10): rear becomes 0, Queue = [10], front = 0, rear = 0.</a:t>
            </a:r>
          </a:p>
          <a:p>
            <a:pPr algn="l">
              <a:lnSpc>
                <a:spcPct val="135000"/>
              </a:lnSpc>
            </a:pPr>
            <a:r>
              <a:rPr sz="1300">
                <a:solidFill>
                  <a:srgbClr val="1A1A1A"/>
                </a:solidFill>
                <a:latin typeface="Calibri"/>
              </a:rPr>
              <a:t>•  Add(20): rear becomes 1, Queue = [10, 20], front = 0, rear = 1.</a:t>
            </a:r>
          </a:p>
          <a:p>
            <a:pPr algn="l">
              <a:lnSpc>
                <a:spcPct val="135000"/>
              </a:lnSpc>
            </a:pPr>
            <a:r>
              <a:rPr sz="1300">
                <a:solidFill>
                  <a:srgbClr val="1A1A1A"/>
                </a:solidFill>
                <a:latin typeface="Calibri"/>
              </a:rPr>
              <a:t>•  Delete(): removes 10, front becomes 1, Queue = [20], front = 1, rear = 1.</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blogger.googleusercontent.com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Queues: ADT Queue Operations: Create Add Delete Full and Empty</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