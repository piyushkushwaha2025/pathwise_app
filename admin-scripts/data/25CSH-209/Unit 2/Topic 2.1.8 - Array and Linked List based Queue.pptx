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are focusing specifically on the Abstract Data Type of Queues. Today we will explore how to implement these queues using two fundamental data structures: arrays and linked lists. Remember, mastering these implementations is key to solving real-world scheduling problems.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aligns with our broader course outcomes regarding data structures. While we focus on queues today, the logical thinking required here supports CO4 and CO5. Understanding linear structures like queues is a prerequisite for handling complex tree and graph traversals later in the course. These outcomes ensure you can build and apply these structures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queue operations clearly. You will analyze how arrays handle queue data and identify their specific limitations. We will also evaluate how linked lists solve these space issues. Finally, you will apply these concepts to practical scheduling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queue like a line of people waiting for a bus. The person who arrives first is the first to board, which is the FIFO principle. Enqueue is like joining the back of the line, while dequeue is the person at the front leaving. These four operations form the core interface for any queue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array implementation, we allocate a fixed block of memory. We use two indices to manage the queue boundaries. When we add an item, we move the rear pointer forward. When we remove an item, we move the front pointer forward. This simple logic works well until we hit the size limit.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scenario where we have a queue of size 5. After several enqueues and dequeues, the front pointer moves to index 3. Even if indices 0, 1, and 2 are empty, we cannot add new elements if the rear is at the end. This is called false overflow because the array is technically full despite having free space.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arrays, linked lists do not require contiguous memory blocks. Each element is a separate node that points to the next one. We maintain two pointers, front and rear, to efficiently add and remove elements. This structure allows the queue to grow and shrink dynamically based on demand.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the two approaches directly. Arrays are faster for access but rigid in size. Linked lists are flexible but use more memory for pointers. If you know the maximum queue size, an array is efficient. If the size varies wildly, a linked list is the safer choice to avoid overflow errors.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queues are FIFO structures. Arrays are fast but limited by size, often requiring circular logic to be useful. Linked lists solve the size issue but use more memory. Always choose the implementation that best fits your specific application's memory and performance needs.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Gilberg and Forouzan provide excellent pseudocode approaches. Lipschutz offers a comprehensive theoretical foundation. Sharma and Deshpandey provide practical C implementations. These resources will help you deepen your understanding of these data structures.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Array and Linked List based Queue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ADT: Stack and Queue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operations of a Queue Abstract Data Type.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implementation of queues using fixed-size arrays.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limitations of array-based queue implementations.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dynamic nature of linked list queue implementations.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queue operations to solve basic scheduling scenarios.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Queue Definition and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Queue is a linear structure following the First-In-First-Out (FIFO) principle.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Enqueue adds an element to the rear end of the queue.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Dequeue removes an element from the front end of the queue.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Front operation retrieves the element at the front without removal.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Rear operation retrieves the element at the rear without removal.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Array-Based Queue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array-based queue uses a fixed-size array to store elements sequentially.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Two pointers, 'front' and 'rear', track the start and end positions.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Enqueue increments the rear index and places the new element.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Dequeue increments the front index to remove the oldest element.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queue is empty when front equals rear plus one.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Limitations of Array Queues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queues suffer from the 'False Overflow' problem in linear implementations.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Elements shift towards the front, leaving unused space at the beginning.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queue appears full even when significant memory space remains available.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simple linear array cannot reuse the empty space at the start.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Circular array implementation is required to solve the false overflow issue.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prod-images-static.radiopaedia.org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Linked List Queue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linked list queue uses nodes connected by pointers to store data dynamically.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node contains data and a pointer to the next node in sequence.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'front' pointer points to the first node for dequeue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'rear' pointer points to the last node for enqueue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is allocated only when a new element is added to the queue.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Comparison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vs Linked List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Arrays have fixed size, while linked lists have dynamic size capabilities.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access is faster due to contiguous memory allocation.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lists require extra memory for storing node pointers.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Arrays risk overflow without circular implementation, linked lists do not.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lists are preferred when queue size is unpredictable or large.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Queues operate on the First-In-First-Out (FIFO) principle strictly.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queues are simple but suffer from false overflow without circular logic.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list queues offer dynamic memory allocation and no fixed size limit.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implementations require managing front and rear pointers efficiently.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Choice between array and linked list depends on memory constraints and usage patterns.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ecdn.teacherspayteachers.com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 and Linked List based Queue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