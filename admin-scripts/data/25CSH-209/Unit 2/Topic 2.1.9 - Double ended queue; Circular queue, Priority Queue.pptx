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advanced queue structures. We will explore how Double Ended Queues, Circular Queues, and Priority Queues extend the basic linear queue concepts. These structures are essential for optimizing memory usage and handling complex data processing scenarios in real-world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Although our focus today is on queues, these outcomes remain relevant as queues are fundamental components in graph traversal algorithms like BFS. Understanding these structures helps you construct efficient tree and graph solutions later in the course. Please note that CO4 and CO5 are the specific outcomes mapped to this lecture's content.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DEQs allow insertion at both ends. You will evaluate why circular queues prevent memory wastage compared to linear implementations. We will also construct priority queue logic using heaps and apply these concepts to scheduling problems.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DEQ as a two-way street where cars can enter and exit from either side. Unlike a standard queue which is a one-way street, a DEQ offers maximum flexibility. For example, in a browser history feature, you might need to add a new page at the end or remove the most recent page from the 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linear queue, once the rear hits the end, the queue appears full even if space exists at the beginning. A circular queue wraps around using the modulo operator to reuse that space. Imagine a round table where the last person passes the ball to the first person to continue the game without stopping.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hospital emergency room where a patient with a heart attack is treated before someone with a minor cut, regardless of who arrived first. This is the core logic of a priority queue. In computer systems, this ensures that critical tasks like interrupt handling are processed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max-heap where the root is the highest value. If we insert a new value, we place it at the bottom and swap it up until it is smaller than its parent. For instance, inserting 90 into a heap with root 80 requires swapping them to maintain the order.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next position. If rear is at index 4 in a size 5 array, the next position is (4 + 1) % 5, which equals 0. This demonstrates how the circular nature allows us to reuse the first slot. This is crucial for preventing false overflow conditions in fixed-size arrays.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DEQs offer bidirectional access, circular queues optimize space, and priority queues manage order by importance. These structures are not just theoretical concepts but are used extensively in operating systems and network protocols. Mastering these will significantly improve your ability to design efficient algorithms.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texts by Gilberg and Forouzan for their pseudocode approach. Lipschutz provides excellent theoretical foundations, while AK Sharma and Deshpandey offer practical C implementations. Please refer to these books for additional problems and deeper insights into these data structures.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Double ended queue; Circular queue, Priority Queue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ADT: Stack and Queue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ADT: Stack and Queue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operational differences between Double Ended Queues and standard queues.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memory efficiency benefits of implementing Circular Queues over linear ones.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Priority Queue algorithms using heap data structures for optimal sorting.</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these advanced structures to solve real-time scheduling and memory management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Double Ended Queue (DEQ)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IT SUPPORTS FOUR DISTINCT OPERATIONS</a:t>
            </a:r>
          </a:p>
          <a:p>
            <a:pPr algn="l">
              <a:lnSpc>
                <a:spcPct val="135000"/>
              </a:lnSpc>
            </a:pPr>
            <a:r>
              <a:rPr sz="1300">
                <a:solidFill>
                  <a:srgbClr val="1A1A1A"/>
                </a:solidFill>
                <a:latin typeface="Calibri"/>
              </a:rPr>
              <a:t>insert_front, insert_rear, delete_front, and delete_rear.</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DEQ allows insertion and deletion operations at both the front and rear ends.</a:t>
            </a:r>
          </a:p>
          <a:p>
            <a:pPr algn="l">
              <a:lnSpc>
                <a:spcPct val="135000"/>
              </a:lnSpc>
            </a:pPr>
            <a:r>
              <a:rPr sz="1300">
                <a:solidFill>
                  <a:srgbClr val="1A1A1A"/>
                </a:solidFill>
                <a:latin typeface="Calibri"/>
              </a:rPr>
              <a:t>•  This structure combines the functionalities of both stacks and standard queues into one.</a:t>
            </a:r>
          </a:p>
          <a:p>
            <a:pPr algn="l">
              <a:lnSpc>
                <a:spcPct val="135000"/>
              </a:lnSpc>
            </a:pPr>
            <a:r>
              <a:rPr sz="1300">
                <a:solidFill>
                  <a:srgbClr val="1A1A1A"/>
                </a:solidFill>
                <a:latin typeface="Calibri"/>
              </a:rPr>
              <a:t>•  DEQs are ideal for scenarios requiring flexible data access from either end of the list.</a:t>
            </a:r>
          </a:p>
          <a:p>
            <a:pPr algn="l">
              <a:lnSpc>
                <a:spcPct val="135000"/>
              </a:lnSpc>
            </a:pPr>
            <a:r>
              <a:rPr sz="1300">
                <a:solidFill>
                  <a:srgbClr val="1A1A1A"/>
                </a:solidFill>
                <a:latin typeface="Calibri"/>
              </a:rPr>
              <a:t>•  Memory usage remains O(n) similar to linear queues but with increased operational flexibility.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Circular Queue Implementation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circular queue connects the last position back to the first position logically.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solves the wastage of empty spaces in linear queue implementations using modulo arithmetic.</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condition for a full queue is (rear + 1) % size equals front.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condition for an empty queue is front equals rear.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structure ensures constant time O(1) for both insertion and deletion operations.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www.conceptdraw.com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Priority Queue Concept and Usage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Elements in a priority queue are processed based on their assigned priority value.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Higher priority elements are dequeued before lower priority elements regardless of arrival time.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structure is critical for CPU scheduling and handling emergency medical cases.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can be implemented using arrays, linked lists, or binary heaps for efficiency.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heaps provide O(log n) time complexity for insertion and deletion operations.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Priority Queue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Heap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max-heap ensures the root node always contains the highest priority element.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Insertion involves adding to the end and bubbling up to maintain heap property.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Deletion removes the root and replaces it with the last element, then bubbling down.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heap property guarantees that parent nodes are always greater than or equal to children.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structure allows efficient retrieval of the maximum element in constant time O(1).</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www.sahinarslan.tech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Circular Queue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Consider a circular queue of size 5 with front at 0 and rear at 4.</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Inserting a new element at rear 4 wraps around to index 0 using modulo 5.</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formula (rear + 1) % 5 calculates the next available position correctly.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front is 0 and rear is 4, the queue is full and no insertion is possible.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logic prevents overflow errors and maximizes the utilization of the allocated array.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Double Ended Queues allow operations at both ends for maximum flexibility.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Circular Queues eliminate memory wastage by wrapping around the array boundaries.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Priority Queues process elements based on importance rather than arrival order.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Heaps are the optimal data structure for implementing efficient Priority Queues.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All three structures maintain O(1) or O(log n) time complexities for core operations.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assets.bytebytego.com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Double ended queue; Circular queue, Priority Queue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