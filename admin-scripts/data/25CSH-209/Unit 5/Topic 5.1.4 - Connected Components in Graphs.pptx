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today's lecture on Connected Components within the Graph chapter. We will explore how to identify isolated subgraphs in a network. This concept is fundamental for analyzing connectivity in real-world systems like social networks or road maps.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CO2 by applying traversal algorithms like DFS and BFS which utilize stacks and queues. We also address CO3 as we analyze graph connectivity, a critical step in searching and data analysis techniques.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what makes a graph connected. You will learn to distinguish isolated islands of nodes from a single unified network. We will practice counting these components using standard traversal methods.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connected component as an island in a sea of nodes. Every node on the island can reach every other node on that same island. However, there are no bridges connecting this island to any other landmass in the graph.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components act like disjoint sets in mathematics. They never share vertices or edges with each other. If you take all these separate pieces and put them together, you reconstruct the entire original graph structure perfectly.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Depth First Search to explore each island fully before moving on. We loop through every node; if we find an unvisited one, it must be a new island. We then dive deep to mark all reachable nodes as part of that island.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Breadth First Search works similarly but explores neighbors level by level. We use a queue to manage the order of visiting nodes. Like DFS, every time we start a fresh search from an unvisited node, we have found a new component.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visualize a graph with seven nodes. We have three pairs of connected nodes and one lonely node. Node 0 connects to 1, node 2 to 3, and node 4 to 5. Node 6 stands completely alone with no connections.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at node 0 and find node 1, marking both as visited. This completes our first island. We skip node 1 since it's done. Then we find node 2 is new, so we start our second island and visit node 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continue to node 4, finding node 5, completing the third island. Finally, we reach node 6, which is isolated. Since it has no neighbors, the traversal ends immediately. We have identified four distinct connected components in total.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efficiency depends on how we store the graph. With an adjacency list, we touch every node and edge once, giving us linear time relative to the graph size. This is highly efficient for sparse graphs where edges are few.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only starting the search from node zero. If the graph is disconnected, you will miss other islands entirely. You must loop through every single node to ensure no component is left uncounted.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that components are isolated islands within a larger network. You must check every node to ensure you find all islands. Using DFS or BFS allows you to efficiently map out these structures in linear time.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textbooks provide comprehensive coverage of graph algorithms and data structures. Please refer to the chapters on graphs for deeper theoretical insights and additional practice problems. They are essential resources for mastering this topic.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Connected Components in Graphs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Graph</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Graph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a connected component in an undirected graph.</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connected and disconnected graph structures.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Depth First Search to identify component sets.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Count the total number of connected components in a graph.</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time complexity of component identification algorithms.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Connected Component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connected component is a maximal connected subgraph.</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Every pair of vertices in the component has a path.</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 vertex in the component connects to outside vertices.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Maximal means no larger connected subgraph contains it.</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single isolated vertex counts as one component.</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Components partition the vertex set of the graph.</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How to Graph Three Sets of Data Criteria in an Excel Clustered Column Chart?  - GeeksforGeeks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Properties of Connected Components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Components are disjoint sets of vertices with no overlap.</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union of all components equals the original graph.</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Edges only exist within a component, never between them.</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connected graph has exactly one connected component.</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An empty graph with n vertices has n components.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Components are unique regardless of traversal starting point.</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math.libretexts.org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Algorithm</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DFS Approach</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Initialize all vertices as unvisited before starting.</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Iterate through every vertex in the graph sequentially.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a vertex is unvisited, start a new component.</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Launch Depth First Search from the current vertex.</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Mark all reachable vertices as visited during traversal.</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Increment component counter after each DFS call finishes.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assets.algo.monster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Algorithm</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BFS Approach</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Initialize all vertices as unvisited at the start.</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Iterate through every vertex in the graph sequentially.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a vertex is unvisited, start a new component.</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Launch Breadth First Search using a queue structure.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Mark all reachable neighbors as visited level by level.</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Increment component counter after each BFS call finishes.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Graph Setup</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EDGES EXIST</a:t>
            </a:r>
          </a:p>
          <a:p>
            <a:pPr algn="l">
              <a:lnSpc>
                <a:spcPct val="135000"/>
              </a:lnSpc>
            </a:pPr>
            <a:r>
              <a:rPr sz="1300">
                <a:solidFill>
                  <a:srgbClr val="1A1A1A"/>
                </a:solidFill>
                <a:latin typeface="Calibri"/>
              </a:rPr>
              <a:t>(0,1), (1,0), (2,3), (3,2), (4,5).</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Consider a graph with 7 vertices labeled 0 to 6.</a:t>
            </a:r>
          </a:p>
          <a:p>
            <a:pPr algn="l">
              <a:lnSpc>
                <a:spcPct val="135000"/>
              </a:lnSpc>
            </a:pPr>
            <a:r>
              <a:rPr sz="1300">
                <a:solidFill>
                  <a:srgbClr val="1A1A1A"/>
                </a:solidFill>
                <a:latin typeface="Calibri"/>
              </a:rPr>
              <a:t>•  Vertex 6 has no edges connected to any other node.</a:t>
            </a:r>
          </a:p>
          <a:p>
            <a:pPr algn="l">
              <a:lnSpc>
                <a:spcPct val="135000"/>
              </a:lnSpc>
            </a:pPr>
            <a:r>
              <a:rPr sz="1300">
                <a:solidFill>
                  <a:srgbClr val="1A1A1A"/>
                </a:solidFill>
                <a:latin typeface="Calibri"/>
              </a:rPr>
              <a:t>•  Vertices 0 and 1 form one connected group.</a:t>
            </a:r>
          </a:p>
          <a:p>
            <a:pPr algn="l">
              <a:lnSpc>
                <a:spcPct val="135000"/>
              </a:lnSpc>
            </a:pPr>
            <a:r>
              <a:rPr sz="1300">
                <a:solidFill>
                  <a:srgbClr val="1A1A1A"/>
                </a:solidFill>
                <a:latin typeface="Calibri"/>
              </a:rPr>
              <a:t>•  Vertices 2 and 3 form a second connected group.</a:t>
            </a:r>
          </a:p>
          <a:p>
            <a:pPr algn="l">
              <a:lnSpc>
                <a:spcPct val="135000"/>
              </a:lnSpc>
            </a:pPr>
            <a:r>
              <a:rPr sz="1300">
                <a:solidFill>
                  <a:srgbClr val="1A1A1A"/>
                </a:solidFill>
                <a:latin typeface="Calibri"/>
              </a:rPr>
              <a:t>•  Vertices 4 and 5 form a third connected group.</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www.tomsawyer.com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Traversal Steps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Start at vertex 0; it is unvisited, so component 1 begins.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DFS visits 0, then 1; both are now marked visited.</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Move to vertex 1; it is already visited, skip it.</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Move to vertex 2; it is unvisited, so component 2 begins.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DFS visits 2, then 3; both are now marked visited.</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Move to vertex 3; it is already visited, skip it.</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he-s3.s3.amazonaws.com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Final Count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Move to vertex 4; it is unvisited, so component 3 begins.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DFS visits 4, then 5; both are now marked visited.</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Move to vertex 5; it is already visited, skip it.</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Move to vertex 6; it is unvisited, so component 4 begins.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DFS visits 6; no neighbors exist, traversal ends.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Total connected components in this graph is exactly 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Time Complexity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Each vertex is visited exactly once during the process.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Each edge is traversed exactly twice in undirected graphs.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Total time complexity is O(V + E) for adjacency lists.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Total time complexity is O(V²) for adjacency matrices.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Space complexity is O(V) for the visited array.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Space complexity is O(V) for recursion stack in DFS.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Logic Errors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Forgetting to iterate through all vertices in the loop.</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Starting DFS only from the first vertex of the graph.</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Not resetting the visited array between different graphs.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Counting components inside the DFS instead of the loop.</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Treating directed graphs as undirected without checking.</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a graph is connected without verification.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Connected components are maximal sets of mutually reachable vertices.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Disjoint components partition the entire vertex set of a graph.</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DFS and BFS are standard algorithms to identify components.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algorithm requires iterating all vertices to count correctly.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Time complexity is linear O(V + E) for adjacency lists.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Connected Components in Graphs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