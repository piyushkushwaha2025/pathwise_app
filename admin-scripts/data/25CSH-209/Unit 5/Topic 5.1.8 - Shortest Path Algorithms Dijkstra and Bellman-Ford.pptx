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Graph algorithms. We will focus specifically on finding the shortest paths in weighted graphs. This is a fundamental concept for network routing and navigation systems. Let us begin our journey into Dijkstra and Bellman-Ford algorithms.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CO1 requires us to understand algorithms and complexity, which we will see in the time complexity of these methods. CO2 focuses on implementation, and while we use queues here, the logic of problem-solving remains central. These outcomes ensure you can apply these structures to real-world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the shortest path problem clearly. You will understand why Dijkstra uses a greedy strategy while Bellman-Ford uses dynamic relaxation. We will also compare their efficiency to know when to use which. Finally, we will identify critical pitfalls regarding negative weights.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you are driving from Chandigarh to Delhi and want the fastest route. The shortest path problem asks for the path with the minimum sum of edge weights. If edges represent distance or time, we sum them to find the optimal route. This concept applies to any network where connections have costs.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Dijkstra's algorithm works by always picking the closest unvisited node. Think of it like a ripple spreading out from a stone dropped in water. It expands the ripple to the nearest neighbor first, ensuring the shortest path is found. However, this greedy approach fails if any edge has a negative weight.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by setting the source distance to zero and everything else to infinity. The algorithm repeatedly picks the node with the smallest known distance. It then checks all neighbors to see if a shorter path exists through the current node. This process continues until all reachable nodes are processed.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with a simple example. Starting at A, we see C is closest at distance 2. From C, we can reach B with a total distance of 3, which is better than the direct path of 4. Finally, D is reached with a total distance of 5. This step-by-step update ensures we find the true minimum.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Bellman-Ford is the robust alternative to Dijkstra. It works even when edges have negative weights, which is common in financial or game theory graphs. The algorithm relaxes every edge in the graph repeatedly. This ensures that even if a negative edge appears later, the path is corrected.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logic involves relaxing all edges V-1 ×. In each pass, we check if going through a specific edge improves the path to a node. If after V-1 passes, we can still improve a distance, it means there is a negative cycle. This makes it unique in its ability to detect such anomalies.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example, the edge from C to B has a weight of -1. Initially, we might think the path to B is 4. However, going through C gives us 2 + (-1) = 1. Bellman-Ford catches this because it checks all edges repeatedly. Dijkstra would have missed this update because it finalizes nodes too early.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compare their efficiency. Dijkstra is generally faster, especially with a priority queue. However, Bellman-Ford is slower because it checks every edge multiple ×. You choose Dijkstra for speed when weights are positive, and Bellman-Ford when you need to handle negative weights or detect cycles.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applying Dijkstra to a graph with negative weights. This will give you the wrong answer because the greedy assumption breaks. Another pitfall is not initializing distances correctly. Always start with infinity for unvisited nodes. Also, be careful with negative cycles in Bellman-Ford.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Dijkstra is your go-to for positive weights due to its speed. Bellman-Ford is essential when negative weights are present. Both rely on relaxation to find the optimal path. Remember to check your graph's properties before choosing which algorithm to implement.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textbooks provide comprehensive coverage of graph algorithms and their implementations. I recommend reading the chapters on graphs in Gilberg and Forouzan for detailed pseudocode. Lipschutz offers excellent theoretical foundations, while Sharma and Deshpandey provide practical C implementations. Please refer to these for further study.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Shortest Path Algorithms: Dijkstra and Bellman-Ford</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Graph</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Graph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shortest path problem within weighted directed graphs.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Explain the greedy approach used by Dijkstra's algorithm.</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Describe the relaxation technique used in Bellman-Ford.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time complexity and use cases of both methods.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when handling negative edge weights.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Shortest Path Problem Definition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goal is to find the path with minimum total weight between two vertices.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path is a sequence of edges connecting a source vertex to a destination.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total weight is the sum of individual edge weights along the path.</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Graphs can be directed or undirected with positive or negative edge weights.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problem is critical for GPS navigation and network routing protocols.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We assume the graph is connected for the path to exist between nodes.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Dijkstra's Algorithm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Core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Dijkstra's algorithm uses a greedy strategy to find shortest paths from a source.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maintains a set of visited vertices with known shortest distances.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At each step, it selects the unvisited vertex with the smallest tentative distance.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relaxes edges connected to the selected vertex to update neighbors.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guarantees the shortest path only if all edge weights are non-negative.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uses a priority queue to efficiently select the next vertex to visit.</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static-assets.codecademy.com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Dijkstra's Algorithm</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Working Principle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Initialize the source distance to zero and all other distances to infinity.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Insert all vertices into a priority queue ordered by their current distance.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Extract the vertex with the minimum distance from the priority queue.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For each neighbor, calculate the new distance through the current vertex.</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the new distance is smaller, update the neighbor's distance and parent.</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Repeat until the priority queue is empty or the destination is reached.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Dijkstra</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Select B (min dist 3), no shorter path to D found (3+2=5)</a:t>
            </a:r>
          </a:p>
        </p:txBody>
      </p:sp>
      <p:sp>
        <p:nvSpPr>
          <p:cNvPr id="16" name="Rectangle 15"/>
          <p:cNvSpPr/>
          <p:nvPr/>
        </p:nvSpPr>
        <p:spPr>
          <a:xfrm>
            <a:off x="502920"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3248152"/>
          </a:xfrm>
          <a:prstGeom prst="rect">
            <a:avLst/>
          </a:prstGeom>
          <a:noFill/>
        </p:spPr>
        <p:txBody>
          <a:bodyPr wrap="square" lIns="0" rIns="0" tIns="0" bIns="0">
            <a:spAutoFit/>
          </a:bodyPr>
          <a:lstStyle/>
          <a:p>
            <a:pPr algn="l">
              <a:spcAft>
                <a:spcPts val="400"/>
              </a:spcAft>
            </a:pPr>
            <a:r>
              <a:rPr b="1" sz="1100">
                <a:solidFill>
                  <a:srgbClr val="C8102E"/>
                </a:solidFill>
                <a:latin typeface="Calibri"/>
              </a:rPr>
              <a:t>FINAL SHORTEST PATHS</a:t>
            </a:r>
          </a:p>
          <a:p>
            <a:pPr algn="l">
              <a:lnSpc>
                <a:spcPct val="135000"/>
              </a:lnSpc>
            </a:pPr>
            <a:r>
              <a:rPr sz="1300">
                <a:solidFill>
                  <a:srgbClr val="1A1A1A"/>
                </a:solidFill>
                <a:latin typeface="Calibri"/>
              </a:rPr>
              <a:t>A-&gt;C(2), A-&gt;B(3), A-&gt;D(5).</a:t>
            </a:r>
          </a:p>
        </p:txBody>
      </p:sp>
      <p:sp>
        <p:nvSpPr>
          <p:cNvPr id="19" name="Rectangle 18"/>
          <p:cNvSpPr/>
          <p:nvPr/>
        </p:nvSpPr>
        <p:spPr>
          <a:xfrm>
            <a:off x="3669715" y="2796032"/>
            <a:ext cx="2983915" cy="3485896"/>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348589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3248152"/>
          </a:xfrm>
          <a:prstGeom prst="rect">
            <a:avLst/>
          </a:prstGeom>
          <a:noFill/>
        </p:spPr>
        <p:txBody>
          <a:bodyPr wrap="square" lIns="0" rIns="0" tIns="0" bIns="0">
            <a:spAutoFit/>
          </a:bodyPr>
          <a:lstStyle/>
          <a:p>
            <a:pPr algn="l">
              <a:lnSpc>
                <a:spcPct val="135000"/>
              </a:lnSpc>
            </a:pPr>
            <a:r>
              <a:rPr sz="1300">
                <a:solidFill>
                  <a:srgbClr val="1A1A1A"/>
                </a:solidFill>
                <a:latin typeface="Calibri"/>
              </a:rPr>
              <a:t>•  Consider a graph with nodes A, B, C, D and weighted edges.</a:t>
            </a:r>
          </a:p>
          <a:p>
            <a:pPr algn="l">
              <a:lnSpc>
                <a:spcPct val="135000"/>
              </a:lnSpc>
            </a:pPr>
            <a:r>
              <a:rPr sz="1300">
                <a:solidFill>
                  <a:srgbClr val="1A1A1A"/>
                </a:solidFill>
                <a:latin typeface="Calibri"/>
              </a:rPr>
              <a:t>•  Start at node A with distance 0; all others are infinity.</a:t>
            </a:r>
          </a:p>
          <a:p>
            <a:pPr algn="l">
              <a:lnSpc>
                <a:spcPct val="135000"/>
              </a:lnSpc>
            </a:pPr>
            <a:r>
              <a:rPr sz="1300">
                <a:solidFill>
                  <a:srgbClr val="1A1A1A"/>
                </a:solidFill>
                <a:latin typeface="Calibri"/>
              </a:rPr>
              <a:t>•  Select A, update B (dist 4) and C (dist 2) via relaxation.</a:t>
            </a:r>
          </a:p>
          <a:p>
            <a:pPr algn="l">
              <a:lnSpc>
                <a:spcPct val="135000"/>
              </a:lnSpc>
            </a:pPr>
            <a:r>
              <a:rPr sz="1300">
                <a:solidFill>
                  <a:srgbClr val="1A1A1A"/>
                </a:solidFill>
                <a:latin typeface="Calibri"/>
              </a:rPr>
              <a:t>•  Select C (min dist 2), update D (dist 2+3=5) and B (dist 2+1=3).</a:t>
            </a:r>
          </a:p>
        </p:txBody>
      </p:sp>
      <p:pic>
        <p:nvPicPr>
          <p:cNvPr id="22" name="Picture 21"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Bellman-Ford Algorithm: Core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Bellman-Ford solves the single-source shortest path problem for any graph.</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can handle graphs with negative edge weights where Dijkstra fails.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relaxes all edges repeatedly for V-1 iterations.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uses a dynamic programming approach to build shortest paths incrementally.</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can also detect negative weight cycles reachable from the source.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slower than Dijkstra but more robust for general weighted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Bellman-Ford: Working Principle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Initialize source distance to zero and all others to infinity.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Iterate V-1 × where V is the number of vertices in the graph.</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In each iteration, relax every edge (u, v) with weight w.</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Relaxation updates distance[v] if distance[u] + w is less than distance[v].</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After V-1 iterations, check for negative cycles by attempting one more relaxation.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any distance decreases in the V-th iteration, a negative cycle exists.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Bellman-Ford: 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Final distances: A=0, B=1, C=2</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Graph with nodes A, B, C and edges: A-&gt;B(4), A-&gt;C(2), C-&gt;B(-1).</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Iteration 1: Relax A-&gt;B (dist 4), A-&gt;C (dist 2), C-&gt;B (dist 1).</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Iteration 2: No further updates as all shortest paths are found.</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The negative edge C-&gt;B reduced the path to B from 4 to 1.</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5574639"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This demonstrates handling negative weights that Dijkstra cannot process.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Complexity Analysis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and Space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Dijkstra's time complexity is O(E + V log V) using a binary heap.</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Bellman-Ford time complexity is O(V × E) due to V-1 iterations.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Dijkstra uses O(V) space for the distance array and priority queue.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Bellman-Ford uses O(V) space for the distance array and parent pointers.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Dijkstra is faster for sparse graphs with non-negative weights.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Bellman-Ford is slower but necessary for graphs with negative edges.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and Limitations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Dijkstra on graphs with negative weights yields incorrect results.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initialize distances to infinity causes logic errors in implementation.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Not handling disconnected components can lead to infinite loops or errors.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Confusing the number of iterations in Bellman-Ford with the number of edges.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negative cycles can cause infinite loops in path reconstruction.</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an array instead of a priority queue slows down Dijkstra significantly.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Dijkstra is a greedy algorithm for non-negative weighted graphs.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Bellman-Ford handles negative weights and detects negative cycles.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algorithms use the relaxation technique to update shortest paths.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Dijkstra is faster O(E + V log V) while Bellman-Ford is O(VE).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verify edge weights before selecting the appropriate algorithm.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Shortest Path Algorithms: Dijkstra and Bellman-Ford</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