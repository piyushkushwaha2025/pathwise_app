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this advanced session on Graph algorithms. Today we focus specifically on constructing Minimum Cost Spanning Trees using Prim's and Kruskal's methods. These algorithms are critical for optimizing network designs in real-world engineering scenarios.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outcomes directly map to our ability to build tree structures and solve complex graph problems. By mastering these algorithms, you will satisfy the requirement to apply traversal techniques and solve optimization problems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not just memorize steps but analyze why these greedy approaches work. We will evaluate how Prim's grows a tree from a node while Kruskal's builds a forest. You will be able to construct a complete MST for any given weighted graph.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an MST as the cheapest way to connect all cities with roads without creating any loops. If you have five cities, you need exactly four roads to connect them all. The total cost of these roads must be the lowest possible sum.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Prim's algorithm as a fire spreading from a single starting point. It always chooses the nearest unburnt neighbor to expand the fire. This ensures that at every step, we have a connected component that is growing.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by setting the source cost to zero and all others to infinity. We pick the cheapest node, then check its neighbors. If a neighbor can be reached cheaper through the current node, we update its cost. This greedy choice guarantees the optimal solution.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Prim's, Kruskal's does not grow from a single point. It looks at all roads in the country and picks the cheapest one first. If that road connects two different towns, it builds it; otherwise, it skips it to avoid a loop.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a special tool called Union-Find to track which towns are already connected. Before adding a road, we check if the two towns are already in the same group. If they are, adding the road would create a loop, so we discard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with five nodes. We have edges connecting them with specific costs like 1, 2, 3, 4, 5, and 6. Our goal is to pick four edges that connect everyone with the lowest total cost. This setup will help us compare both algorithms.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Starting at A, we see C is closest at cost 2. From C, we find B is only 1 away, which is cheaper than the direct path from A. We continue this greedy expansion until all nodes are connected. The total cost comes out to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sort the edges and pick the smallest. BC is 1, then AC is 2. Next is CD at 3. We skip AB because A and B are already connected. Finally, we add DE at 5 to connect the last node. The total cost is also 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forgetting to check for cycles in Kruskal's, which creates a loop. In Prim's, using a slow priority queue makes the algorithm inefficient for large graphs. Always verify your cycle detection logic and ensure you handle equal weights correctly.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that both algorithms guarantee the minimum total weight. Prim's is like a growing tree, while Kruskal's is like sorting and picking. Choose Prim's for dense networks and Kruskal's for sparse ones. The total cost will always be the same.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textbooks provide comprehensive coverage of graph algorithms and data structures. I recommend Gilberg and Forouzan for pseudocode clarity and Lipschutz for concise explanations. Please refer to Sharma and Deshpandey for C-specific implementations.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Minimum Cost Spanning Trees: Prims and Kruskal Algorithm</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Graph</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Graph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properties of Minimum Spanning Trees in weighted graphs.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greedy strategy employed by Prim's algorithm for connectivity.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the edge-selection logic used in Kruskal's algorithm versus Prim's.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complete MST for a given weighted graph using both methods.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the time complexity and space requirements of each algorithm.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Minimum Spanning Tree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 MST connects all vertices in a connected graph with minimum total edge weight.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resulting structure must be a tree containing no cycles or loops.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 a graph with V vertices, the MST contains exactly V minus 1 edges.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edge weights are unique, the MST is guaranteed to be unique.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Multiple MSTs exist if the graph contains edges with identical weights.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primary goal is minimizing the sum of weights of all selected edges.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Minimum Spanning Tree: Algorithms Explained with Examples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Prim's Algorithm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Core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Prim's algorithm grows a single tree by adding the cheapest edge from the tree.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starts from an arbitrary source vertex and expands outward to neighbors.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maintains a set of vertices already included in the MST.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uses a priority queue to efficiently select the minimum weight edge.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approach ensures connectivity is maintained at every step of the process.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conceptually similar to Dijkstra's shortest path algorithm logic.</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cdn.atomisystems.com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Prim's Algorithm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Step-by-Step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Initialize a key value for all vertices to infinity except the source.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Set the source vertex key to zero to start the expansion process.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 all vertices into a priority queue based on their current key values.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Extract the vertex with the minimum key value from the priority queue.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Update the key values of adjacent vertices if a cheaper edge is found.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Repeat until all vertices are included in the growing Minimum Spanning Tree.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algs4.cs.princeton.edu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Kruskal's Algorithm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Core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Kruskal's algorithm builds a forest of trees that eventually merge into one.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sorts all edges in the graph in non-decreasing order of weights.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iteratively adds the smallest edge if it does not form a cycle.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uses a Disjoint Set Union data structure for cycle detection.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treats the graph as a collection of separate components initially.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approach is ideal for sparse graphs with fewer edges than vertices.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Kruskal's Algorithm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Cycle Detection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cycle forms if an edge connects two vertices already in the same set.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Union-Find data structure tracks which vertices belong to which component.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Find operation determines the representative of the set for a vertex.</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Union operation merges two sets when an edge connects them.</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Checking for cycles ensures the final structure remains a valid tree.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mechanism prevents the formation of loops during the edge selection process.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cp-algorithms.com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Graph Setup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The edges have weights: AB=4, AC=2, BC=1, CD=3, DE=5, CE=6</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Consider a graph with 5 vertices labeled A, B, C, D, and E.</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We aim to find the Minimum Spanning Tree for this specific configuration.</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vertices V equals 5, so the MST will contain exactly 4 edges.</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sum of weights for the selected edges must be minimized.</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We will solve this using both Prim's and Kruskal's algorithms for comparison.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Prim's Execution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Select A, update neighbors: B=4, C=2. Select C (min key)</a:t>
            </a:r>
          </a:p>
        </p:txBody>
      </p:sp>
      <p:sp>
        <p:nvSpPr>
          <p:cNvPr id="16" name="Rectangle 15"/>
          <p:cNvSpPr/>
          <p:nvPr/>
        </p:nvSpPr>
        <p:spPr>
          <a:xfrm>
            <a:off x="502920" y="2796032"/>
            <a:ext cx="5500116"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TOTAL WEIGHT CALCULATION</a:t>
            </a:r>
          </a:p>
          <a:p>
            <a:pPr algn="l">
              <a:lnSpc>
                <a:spcPct val="135000"/>
              </a:lnSpc>
            </a:pPr>
            <a:r>
              <a:rPr sz="1300">
                <a:solidFill>
                  <a:srgbClr val="1A1A1A"/>
                </a:solidFill>
                <a:latin typeface="Calibri"/>
              </a:rPr>
              <a:t>2 + 1 + 3 + 5 equals 11.</a:t>
            </a:r>
          </a:p>
        </p:txBody>
      </p:sp>
      <p:sp>
        <p:nvSpPr>
          <p:cNvPr id="19" name="Rectangle 18"/>
          <p:cNvSpPr/>
          <p:nvPr/>
        </p:nvSpPr>
        <p:spPr>
          <a:xfrm>
            <a:off x="6185916" y="2796032"/>
            <a:ext cx="5500116"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Start at vertex A with key 0 and all others as infinity.</a:t>
            </a:r>
          </a:p>
          <a:p>
            <a:pPr algn="l">
              <a:lnSpc>
                <a:spcPct val="135000"/>
              </a:lnSpc>
            </a:pPr>
            <a:r>
              <a:rPr sz="1300">
                <a:solidFill>
                  <a:srgbClr val="1A1A1A"/>
                </a:solidFill>
                <a:latin typeface="Calibri"/>
              </a:rPr>
              <a:t>•  From C, update neighbors: B=1 (cheaper), D=3. Select B.</a:t>
            </a:r>
          </a:p>
          <a:p>
            <a:pPr algn="l">
              <a:lnSpc>
                <a:spcPct val="135000"/>
              </a:lnSpc>
            </a:pPr>
            <a:r>
              <a:rPr sz="1300">
                <a:solidFill>
                  <a:srgbClr val="1A1A1A"/>
                </a:solidFill>
                <a:latin typeface="Calibri"/>
              </a:rPr>
              <a:t>•  From B, no cheaper updates. From D, update E=5. Select D.</a:t>
            </a:r>
          </a:p>
          <a:p>
            <a:pPr algn="l">
              <a:lnSpc>
                <a:spcPct val="135000"/>
              </a:lnSpc>
            </a:pPr>
            <a:r>
              <a:rPr sz="1300">
                <a:solidFill>
                  <a:srgbClr val="1A1A1A"/>
                </a:solidFill>
                <a:latin typeface="Calibri"/>
              </a:rPr>
              <a:t>•  Finally select E. The selected edges are AC, CB, CD, 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Kruskal's Execution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SORT ALL EDGES BY WEIGHT</a:t>
            </a:r>
          </a:p>
          <a:p>
            <a:pPr algn="l">
              <a:lnSpc>
                <a:spcPct val="135000"/>
              </a:lnSpc>
            </a:pPr>
            <a:r>
              <a:rPr sz="1300">
                <a:solidFill>
                  <a:srgbClr val="1A1A1A"/>
                </a:solidFill>
                <a:latin typeface="Calibri"/>
              </a:rPr>
              <a:t>BC(1), AC(2), CD(3), AB(4), DE(5), CE(6).</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TOTAL WEIGHT CALCULATION</a:t>
            </a:r>
          </a:p>
          <a:p>
            <a:pPr algn="l">
              <a:lnSpc>
                <a:spcPct val="135000"/>
              </a:lnSpc>
            </a:pPr>
            <a:r>
              <a:rPr sz="1300">
                <a:solidFill>
                  <a:srgbClr val="1A1A1A"/>
                </a:solidFill>
                <a:latin typeface="Calibri"/>
              </a:rPr>
              <a:t>1 + 2 + 3 + 5 equals 11.</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Select BC (weight 1). Sets: {B,C}, {A}, {D}, {E}.</a:t>
            </a:r>
          </a:p>
          <a:p>
            <a:pPr algn="l">
              <a:lnSpc>
                <a:spcPct val="135000"/>
              </a:lnSpc>
            </a:pPr>
            <a:r>
              <a:rPr sz="1300">
                <a:solidFill>
                  <a:srgbClr val="1A1A1A"/>
                </a:solidFill>
                <a:latin typeface="Calibri"/>
              </a:rPr>
              <a:t>•  Select AC (weight 2). Sets: {A,B,C}, {D}, {E}.</a:t>
            </a:r>
          </a:p>
          <a:p>
            <a:pPr algn="l">
              <a:lnSpc>
                <a:spcPct val="135000"/>
              </a:lnSpc>
            </a:pPr>
            <a:r>
              <a:rPr sz="1300">
                <a:solidFill>
                  <a:srgbClr val="1A1A1A"/>
                </a:solidFill>
                <a:latin typeface="Calibri"/>
              </a:rPr>
              <a:t>•  Select CD (weight 3). Sets: {A,B,C,D}, {E}.</a:t>
            </a:r>
          </a:p>
          <a:p>
            <a:pPr algn="l">
              <a:lnSpc>
                <a:spcPct val="135000"/>
              </a:lnSpc>
            </a:pPr>
            <a:r>
              <a:rPr sz="1300">
                <a:solidFill>
                  <a:srgbClr val="1A1A1A"/>
                </a:solidFill>
                <a:latin typeface="Calibri"/>
              </a:rPr>
              <a:t>•  Select DE (weight 5). Sets: {A,B,C,D,E}. All connected.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and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check for cycles in Kruskal's algorithm leads to invalid trees.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a simple array instead of a priority queue slows Prim's significantly.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Starting Prim's from a disconnected vertex results in an incomplete tree.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negative edge weights can cause logic errors in greedy selection.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Incorrectly implementing Union-Find leads to O(V²) complexity instead of O(E log V).</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the MST is unique when multiple edges have identical weights.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Prim's and Kruskal's use greedy strategies to find the optimal MST.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Prim's grows a single tree from a source vertex using a priority queue.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Kruskal's builds a forest by adding edges in sorted order without cycles.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Prim's is efficient for dense graphs while Kruskal's suits sparse graphs.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total weight of the MST is unique even if the tree structure varies.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Minimum Cost Spanning Trees: Prims and Kruskal Algorithm</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