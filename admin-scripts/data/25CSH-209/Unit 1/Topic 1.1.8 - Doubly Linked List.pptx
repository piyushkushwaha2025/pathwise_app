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 Structures. We are focusing on the Introduction to Data Structure chapter. Today we will dive deep into the Doubly Linked List, a fundamental concept for your engineering journey. Remember our motto: Discover. Learn.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supports our Course Outcomes. CO2 requires you to apply and implement stacks and queues in problem-solving, which builds on linked list logic. CO3 asks you to analyse and apply searching, sorting, and hashing techniques, where efficient traversal is key. Understanding this structure is the foundation for both outcomes.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the structure and components of a Doubly Linked List. You will differentiate between singly and doubly linked list memory layouts to understand the trade-offs. We will also implement insertion and deletion algorithms for bidirectional traversal. Finally, you will analyze the time complexity of operations on this structure.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Doubly Linked List as a chain where every link has a front and a back. Each node contains three parts: data, a pointer to the next node, and a pointer to the previous node. The first node is called the head, and the last node is called the tail. The tail's next pointer and head's previous pointer are set to NULL to mark the ends.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allocation for nodes is non-contiguous, similar to singly linked lists. The prev pointer in the current node points to the immediate predecessor in memory. The next pointer in the current node points to the immediate successor in memory. Traversing backwards requires following the prev pointer from the tail node, which increases memory usage by one pointer per node.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insert at the beginning, create a new node and assign the data value to be inserted. Set the new node's next pointer to the current head of the list. If the list is not empty, set the current head's prev pointer to the new node. Update the head pointer to point to the new node as the new start.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insert at the end, create a new node and assign the data value to be inserted. Set the new node's prev pointer to the current tail of the list. If the list is not empty, set the current tail's next pointer to the new node. Update the tail pointer to point to the new node as the new 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delete a node, locate the node to be deleted by traversing the list. Update the next pointer of the previous node to skip the target node. Update the prev pointer of the next node to skip the target node. If the target is the head, update the head pointer to the next node.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Doubly Linked Lists support bidirectional traversal using prev and next pointers. Each node requires extra memory for the additional previous pointer. Insertion and deletion are efficient but require careful pointer manipulation. The structure is ideal for applications requiring frequent backward movement.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Data Structures: A Pseudocode Approach with C by Gilberg and Forouzan. You may also consult Data Structures by Lipschutz for additional examples. Data Structure Using C by AK Sharma is another excellent resource. Finally, C and Data structure by P. S. Deshpandey provides comprehensive coverage.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Doubly Linked List</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Introduction to Data Structure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Introduction to Data Structure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structure and components of a Doubly Linked List.</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singly and doubly linked list memory layouts.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 insertion and deletion algorithms for bidirectional traversal.</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time complexity of operations on this 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Node Structure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EACH NODE CONTAINS THREE PARTS</a:t>
            </a:r>
          </a:p>
          <a:p>
            <a:pPr algn="l">
              <a:lnSpc>
                <a:spcPct val="135000"/>
              </a:lnSpc>
            </a:pPr>
            <a:r>
              <a:rPr sz="1300">
                <a:solidFill>
                  <a:srgbClr val="1A1A1A"/>
                </a:solidFill>
                <a:latin typeface="Calibri"/>
              </a:rPr>
              <a:t>data, a pointer to the next node, and a pointer to the previous node.</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Doubly Linked List allows traversal in both forward and backward directions.</a:t>
            </a:r>
          </a:p>
          <a:p>
            <a:pPr algn="l">
              <a:lnSpc>
                <a:spcPct val="135000"/>
              </a:lnSpc>
            </a:pPr>
            <a:r>
              <a:rPr sz="1300">
                <a:solidFill>
                  <a:srgbClr val="1A1A1A"/>
                </a:solidFill>
                <a:latin typeface="Calibri"/>
              </a:rPr>
              <a:t>•  The first node is called the head, and the last node is called the tail.</a:t>
            </a:r>
          </a:p>
          <a:p>
            <a:pPr algn="l">
              <a:lnSpc>
                <a:spcPct val="135000"/>
              </a:lnSpc>
            </a:pPr>
            <a:r>
              <a:rPr sz="1300">
                <a:solidFill>
                  <a:srgbClr val="1A1A1A"/>
                </a:solidFill>
                <a:latin typeface="Calibri"/>
              </a:rPr>
              <a:t>•  The tail's next pointer and head's previous pointer are set to NULL.</a:t>
            </a:r>
          </a:p>
          <a:p>
            <a:pPr algn="l">
              <a:lnSpc>
                <a:spcPct val="135000"/>
              </a:lnSpc>
            </a:pPr>
            <a:r>
              <a:rPr sz="1300">
                <a:solidFill>
                  <a:srgbClr val="1A1A1A"/>
                </a:solidFill>
                <a:latin typeface="Calibri"/>
              </a:rPr>
              <a:t>•  This structure enables efficient bidirectional movement compared to singly linked lists.</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Doubly Linked List in Data Structure - TechVidvan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Memory Layout and Pointers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 allocation for nodes is non-contiguous, similar to singly linked lists.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prev pointer in the current node points to the immediate predecessor in memory.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next pointer in the current node points to the immediate successor in memory.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Traversing backwards requires following the prev pointer from the tail node.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bidirectional linking increases memory usage by one pointer per node.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Insertion at the Beginning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Create a new node and assign the data value to be inserted.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Set the new node's next pointer to the current head of the list.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list is not empty, set the current head's prev pointer to the new node.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head pointer to point to the new node as the new start.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list was empty, set the tail pointer to the new node as well.</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www.log2base2.com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Insertion at the End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Create a new node and assign the data value to be inserted.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Set the new node's prev pointer to the current tail of the list.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list is not empty, set the current tail's next pointer to the new node.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tail pointer to point to the new node as the new end.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list was empty, set both head and tail pointers to the new node.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deen3evddmddt.cloudfront.net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Deletion of a Node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Locate the node to be deleted by traversing the list.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next pointer of the previous node to skip the target node.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prev pointer of the next node to skip the target node.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target is the head, update the head pointer to the next node.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target is the tail, update the tail pointer to the previous node.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static.afteracademy.com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Doubly Linked Lists support bidirectional traversal using prev and next pointers.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node requires extra memory for the additional previous pointer.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Insertion and deletion are efficient but require careful pointer manipulation.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structure is ideal for applications requiring frequent backward movement.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Time complexity for basic operations remains O(n) for traversal.</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static.afteracademy.com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Doubly Linked List</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