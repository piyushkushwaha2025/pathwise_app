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Hashing Techniques. We are diving deep into Unit-3, specifically focusing on Searching and Sorting algorithms. By the end of this session, you will master how to achieve constant time complexity for data retrieval. Let us begin our journey into the world of hash tables.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CO1 is covered as we apply hashing algorithms and analyze their complexity compared to linear search. While CO5 focuses on graphs, the underlying logic of mapping keys to values in hashing is a fundamental concept used in graph traversal algorithms like BFS.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is to move beyond simple definitions. You will analyze how hash functions map keys to indices and evaluate why collisions are inevitable. We will synthesize strategies to handle these collisions using chaining and open addressing. Finally, you will compare the efficiency of linear probing against quadratic probing in practical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you have a library where books are not on shelves but in numbered boxes. Hashing is the system that tells you exactly which box holds your book. For example, if the table size is 10 and the key is 42, the hash function 42 % 10 gives us index 2. This allows us to find data instantly without scanning the entire 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with a good hash function, collisions will happen. Consider a table of size 10 where keys 10 and 20 both map to index 0. This is a collision. If we have many such collisions, our search time degrades from O(1) to O(n), which is worse than a simple list. The load factor, calculated as the number of elements divided by the table size, helps us predict this risk.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chaining, we simply attach a linked list to every bucket. If index 5 already has a node, we just add the new node to that list. For instance, if keys 5, 15, and 25 all hash to index 5, they form a chain. This method is robust because it never fails to insert a new element, regardless of how full the table becomes.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chaining, open addressing keeps everything inside the array. If index 3 is occupied, we check the next slot, say index 4. If that is also full, we continue probing. This method saves memory overhead from pointers but requires careful management of the table size to avoid clustering, where groups of filled slots form.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If we insert 10, it goes to index 0. If we then insert 20, and the hash function also maps it to 0, linear probing moves it to index 1. If 30 also hashes to 0, it goes to index 2. This creates a cluster of filled slots, making future insertions slower as we scan through the cluster.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hashing is the most efficient way to store and retrieve data if implemented correctly. You must understand that collisions are a natural part of the process. Choose chaining for simplicity and handling large datasets, or open addressing for memory efficiency. Remember that the choice of hash function and collision resolution strategy dictates your system's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deeper understanding of these concepts, please refer to the listed textbooks. Gilberg and Forouzan provide excellent pseudocode approaches, while Lipschutz offers a comprehensive theoretical foundation. AK Sharma and P. S. Deshpandey are also excellent resources for C implementations.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Hashing Techniques: Concept of Hashing, Collision resolution Techniques used in Hashing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Searching and Sorting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Searching and Sorting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concept of hashing and its role in efficient data retrieval.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different hash functions and their impact on collision frequency.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solutions for collision resolution using chaining and open addressing.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time complexity of linear probing versus quadratic probing.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hash table operations to solve real-world data storage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Concept of Hashing and Hash Tables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The formula for the hash function is typically index = key % table_size</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Hashing maps keys to specific indices in an array called a hash table.</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primary goal is to achieve O(1) average time complexity for search operations.</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 hash function transforms a key into a valid array index using modulo arithmetic.</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Direct addressing is a special case where the key itself serves as the index.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Understanding Collisions in Hashing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collision occurs when two distinct keys map to the same hash table index.</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Collisions are inevitable because the number of possible keys exceeds the table size.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frequency of collisions depends on the quality of the hash function used.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poor hash function clusters keys together, degrading performance significantly.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load factor (α) measures how full the table is and affects collision probability.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yourbasic.org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Collision Resolution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Chaining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Chaining stores multiple elements at the same index using a linked list.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bucket in the hash table points to the head of a linked list.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New elements are inserted at the beginning or end of the existing list.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worst-case time complexity for search is O(n) if all keys collide.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Chaining handles high load factors well without requiring table resizing immediately.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Collision Resolution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Open Addressing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Open addressing stores all elements directly within the hash table array.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When a collision occurs, the algorithm probes for the next available slot.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table must be kept partially empty to ensure successful insertion.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Common probing strategies include linear, quadratic, and double hashing.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Deletion in open addressing is complex and often requires lazy deletion markers.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internals-for-interns.com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Linear Probing Technique with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Inserting key 10 into index 0, then 20 into index 0 causes a collision.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Linear probing checks the next slot sequentially: (hash(key) + i) % table_size.</a:t>
            </a:r>
          </a:p>
          <a:p>
            <a:pPr algn="l">
              <a:lnSpc>
                <a:spcPct val="135000"/>
              </a:lnSpc>
            </a:pPr>
            <a:r>
              <a:rPr sz="1300">
                <a:solidFill>
                  <a:srgbClr val="1A1A1A"/>
                </a:solidFill>
                <a:latin typeface="Calibri"/>
              </a:rPr>
              <a:t>•  It is simple to implement but suffers from primary clustering issues.</a:t>
            </a:r>
          </a:p>
          <a:p>
            <a:pPr algn="l">
              <a:lnSpc>
                <a:spcPct val="135000"/>
              </a:lnSpc>
            </a:pPr>
            <a:r>
              <a:rPr sz="1300">
                <a:solidFill>
                  <a:srgbClr val="1A1A1A"/>
                </a:solidFill>
                <a:latin typeface="Calibri"/>
              </a:rPr>
              <a:t>•  With linear probing, 20 moves to index 1, and 30 moves to index 2.</a:t>
            </a:r>
          </a:p>
          <a:p>
            <a:pPr algn="l">
              <a:lnSpc>
                <a:spcPct val="135000"/>
              </a:lnSpc>
            </a:pPr>
            <a:r>
              <a:rPr sz="1300">
                <a:solidFill>
                  <a:srgbClr val="1A1A1A"/>
                </a:solidFill>
                <a:latin typeface="Calibri"/>
              </a:rPr>
              <a:t>•  The formula for the i-th probe is (h(k) + i) % m where m is table size.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Hashing provides O(1) average time complexity for search, insert, and delete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Collisions are unavoidable and must be resolved using chaining or open addressing.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Chaining uses linked lists to handle multiple keys at a single index.</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Open addressing probes for the next available slot within the array itself.</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Linear probing is simple but prone to clustering, while quadratic probing reduces this.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ecdn.teacherspayteachers.com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Hashing Techniques: Concept of Hashing, Collision resolution Techniques used in Hashing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