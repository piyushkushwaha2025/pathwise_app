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Quick Sort. We are diving deep into Unit-3, specifically focusing on the Searching and Sorting chapter. This algorithm is a cornerstone of efficient data processing in engineering applications. Let us begin our journey to master this powerful technique.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our Course Outcomes. While CO2 focuses on stacks and queues, our primary focus here is CO3. We will analyze and apply Quick Sort, a critical searching and sorting technique. This ensures you can solve complex data organization problems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Quick Sort and analyze its partitioning logic. You will apply the divide-and-conquer strategy to break down large arrays. We will also evaluate the time complexity to understand performance variations. Finally, you will implement this algorithm in C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Sort is defined by its ability to partition data around a pivot element. Unlike merge sort, it does not require extra memory for merging, making it in-place. The recursive nature means it breaks the problem into smaller, manageable sub-problems. This makes it one of the fastest sorting algorithms for large datasets.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partitioning process is the engine of Quick Sort. We select a pivot, say the last element, and rearrange the array so smaller values are on the left. Once the pivot is in its correct spot, we know it is sorted. We then repeat this process for the left and right sections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choice of pivot is critical for performance. If you always pick the first element, a sorted array will cause the worst-case scenario. A random pivot or median-of-three strategy is often better. We aim to split the array into two equal halves to ensure logarithmic depth.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analyze the time complexity. In the best case, we split the array perfectly, giving us O(n log n). However, if the pivot is always the worst choice, we get O(n²). This is why pivot selection matters. Despite the worst case, it is often faster than Merge Sort due to lower overhead.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Merge Sort, Quick Sort does not need a separate array for merging. Its space complexity is dominated by the recursion stack. In the best case, this is O(log n), but in the worst case, it can be O(n). Optimizing the recursion can further reduce this memory footprint.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with the array [10, 80, 30, 90, 40, 50, 70]. If we pick 70 as the pivot, we swap elements to get [10, 30, 40, 50, 70, 80, 90]. Notice 70 is now in the middle. We then recursively sort the left part [10, 30, 40, 50] and the right part [80, 90]. This demonstrates the divide-and-conquer approach in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pitfalls to avoid. A common error is forgetting the base case, which causes infinite recursion. Another is mishandling the pivot index, leading to missing elements. Also, fixed pivot selection on sorted data is a major performance killer. Always test your base cases and index logic carefully.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Quick Sort compare to Merge Sort? Quick Sort is in-place and has better cache locality, making it faster for arrays. However, Merge Sort is stable and better for linked lists. Quick Sort is unstable, meaning equal elements might swap. For most array sorting tasks, Quick Sort is the preferred choice.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 we implement this using a swap function and a partition function. The quickSort function calls itself recursively. We check the base case where start is less than end. Pointers are used for efficient memory access. This implementation is efficient and widely used in production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Quick Sort is a powerful divide-and-conquer algorithm. It partitions data around a pivot to achieve O(n log n) performance on average. Remember that pivot selection is crucial to avoid O(n²) worst-case scenarios. It is in-place but unstable, making it ideal for large arrays.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primary reference books for this course. Gilberg and Forouzan provide excellent pseudocode approaches. Lipschutz offers a comprehensive theoretical foundation. AK Sharma and P. S. Deshpandey provide practical C implementations. Please refer to these texts for further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Quick Sort: Searching and Sorting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core principle of the Quick Sort algorithm.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partitioning process used to rearrange elements.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divide-and-conquer strategy to solve sorting problems.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time complexity in best, average, and worst cases.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the algorithm using C programming language syntax.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Quick Sort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is a highly efficient sorting algorithm based on divide-and-conquer.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works by selecting a pivot element to partition the array into two parts.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Elements smaller than the pivot are placed to its left side.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Elements larger than the pivot are placed to its right side.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recursively sorts the sub-arrays until the entire list is sorted.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an unstable sort, meaning equal elements may change relative order.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an in-place algorithm requiring minimal additional memory storage.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Partitioning Process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core of Quick Sort is the partition function that rearranges elements.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pivot element is chosen from the array to act as the reference.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All elements less than the pivot are moved to the left sub-array.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All elements greater than the pivot are moved to the right sub-array.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pivot is then placed in its final sorted position within the array.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partitioning process ensures the pivot is in its correct final index.</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process repeats recursively for the left and right sub-arrays.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d13ot9o61jdzpp.cloudfront.net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Pivot Selection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Choosing the first element as the pivot is a simple but risky strategy.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Choosing the last element is common but fails on already sorted arrays.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Selecting the middle element often provides a more balanced partition.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Random pivot selection reduces the probability of worst-case scenarios significantly.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Median-of-three selects the median of the first, middle, and last elements.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Poor pivot choice leads to unbalanced partitions and degraded performance.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goal is always to split the array into two roughly equal halves.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Best case occurs when the pivot splits the array into two equal halves.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Best case time complexity is O(n log n) for n elements.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Average case also yields O(n log n) with random pivot selection.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Worst case happens when the pivot is always the smallest or largest.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Worst case time complexity degrades to O(n²) for n elements.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Space complexity is O(log n) due to the recursive call stack depth.</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is generally faster than Merge Sort in practice for arrays.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Space Complexity Details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is an in-place sorting algorithm requiring no extra array.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memory usage comes from the recursion stack during execution.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 the best case, the recursion depth is log n, leading to O(log 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 the worst case, the recursion depth can reach n, leading to 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Tail recursion optimization can reduce the stack space usage significantly.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low memory footprint makes it ideal for systems with limited RAM.</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Unlike Merge Sort, it does not require O(n) auxiliary space.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dkq85ftleqhzg.cloudfront.net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CONSIDER THE ARRAY</a:t>
            </a:r>
          </a:p>
          <a:p>
            <a:pPr algn="l">
              <a:lnSpc>
                <a:spcPct val="135000"/>
              </a:lnSpc>
            </a:pPr>
            <a:r>
              <a:rPr sz="1300">
                <a:solidFill>
                  <a:srgbClr val="1A1A1A"/>
                </a:solidFill>
                <a:latin typeface="Calibri"/>
              </a:rPr>
              <a:t>[10, 80, 30, 90, 40, 50, 70] with pivot 70.</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Partition moves elements smaller than 70 to the left and larger to right.</a:t>
            </a:r>
          </a:p>
          <a:p>
            <a:pPr algn="l">
              <a:lnSpc>
                <a:spcPct val="135000"/>
              </a:lnSpc>
            </a:pPr>
            <a:r>
              <a:rPr sz="1300">
                <a:solidFill>
                  <a:srgbClr val="1A1A1A"/>
                </a:solidFill>
                <a:latin typeface="Calibri"/>
              </a:rPr>
              <a:t>•  After first partition, array becomes: [10, 30, 40, 50, 70, 80, 90].</a:t>
            </a:r>
          </a:p>
          <a:p>
            <a:pPr algn="l">
              <a:lnSpc>
                <a:spcPct val="135000"/>
              </a:lnSpc>
            </a:pPr>
            <a:r>
              <a:rPr sz="1300">
                <a:solidFill>
                  <a:srgbClr val="1A1A1A"/>
                </a:solidFill>
                <a:latin typeface="Calibri"/>
              </a:rPr>
              <a:t>•  Pivot 70 is now in its final sorted position at index 4.</a:t>
            </a:r>
          </a:p>
          <a:p>
            <a:pPr algn="l">
              <a:lnSpc>
                <a:spcPct val="135000"/>
              </a:lnSpc>
            </a:pPr>
            <a:r>
              <a:rPr sz="1300">
                <a:solidFill>
                  <a:srgbClr val="1A1A1A"/>
                </a:solidFill>
                <a:latin typeface="Calibri"/>
              </a:rPr>
              <a:t>•  Recursively sort the left sub-array [10, 30, 40, 50] and right [80, 90].</a:t>
            </a:r>
          </a:p>
          <a:p>
            <a:pPr algn="l">
              <a:lnSpc>
                <a:spcPct val="135000"/>
              </a:lnSpc>
            </a:pPr>
            <a:r>
              <a:rPr sz="1300">
                <a:solidFill>
                  <a:srgbClr val="1A1A1A"/>
                </a:solidFill>
                <a:latin typeface="Calibri"/>
              </a:rPr>
              <a:t>•  The left sub-array sorts to [10, 30, 40, 50] with pivot 50.</a:t>
            </a:r>
          </a:p>
          <a:p>
            <a:pPr algn="l">
              <a:lnSpc>
                <a:spcPct val="135000"/>
              </a:lnSpc>
            </a:pPr>
            <a:r>
              <a:rPr sz="1300">
                <a:solidFill>
                  <a:srgbClr val="1A1A1A"/>
                </a:solidFill>
                <a:latin typeface="Calibri"/>
              </a:rPr>
              <a:t>•  The right sub-array sorts to [80, 90] with pivot 90.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ALWAYS VERIFY THE BASE CASE</a:t>
            </a:r>
          </a:p>
          <a:p>
            <a:pPr algn="l">
              <a:lnSpc>
                <a:spcPct val="135000"/>
              </a:lnSpc>
            </a:pPr>
            <a:r>
              <a:rPr sz="1300">
                <a:solidFill>
                  <a:srgbClr val="1A1A1A"/>
                </a:solidFill>
                <a:latin typeface="Calibri"/>
              </a:rPr>
              <a:t>array size less than or equal to one.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Incorrect base case handling can lead to infinite recursion loops.</a:t>
            </a:r>
          </a:p>
          <a:p>
            <a:pPr algn="l">
              <a:lnSpc>
                <a:spcPct val="135000"/>
              </a:lnSpc>
            </a:pPr>
            <a:r>
              <a:rPr sz="1300">
                <a:solidFill>
                  <a:srgbClr val="1A1A1A"/>
                </a:solidFill>
                <a:latin typeface="Calibri"/>
              </a:rPr>
              <a:t>•  Failing to include the pivot in the recursive calls causes missing elements.</a:t>
            </a:r>
          </a:p>
          <a:p>
            <a:pPr algn="l">
              <a:lnSpc>
                <a:spcPct val="135000"/>
              </a:lnSpc>
            </a:pPr>
            <a:r>
              <a:rPr sz="1300">
                <a:solidFill>
                  <a:srgbClr val="1A1A1A"/>
                </a:solidFill>
                <a:latin typeface="Calibri"/>
              </a:rPr>
              <a:t>•  Using a fixed pivot on sorted data results in O(n²) performance.</a:t>
            </a:r>
          </a:p>
          <a:p>
            <a:pPr algn="l">
              <a:lnSpc>
                <a:spcPct val="135000"/>
              </a:lnSpc>
            </a:pPr>
            <a:r>
              <a:rPr sz="1300">
                <a:solidFill>
                  <a:srgbClr val="1A1A1A"/>
                </a:solidFill>
                <a:latin typeface="Calibri"/>
              </a:rPr>
              <a:t>•  Off-by-one errors in index calculations are frequent in implementation.</a:t>
            </a:r>
          </a:p>
          <a:p>
            <a:pPr algn="l">
              <a:lnSpc>
                <a:spcPct val="135000"/>
              </a:lnSpc>
            </a:pPr>
            <a:r>
              <a:rPr sz="1300">
                <a:solidFill>
                  <a:srgbClr val="1A1A1A"/>
                </a:solidFill>
                <a:latin typeface="Calibri"/>
              </a:rPr>
              <a:t>•  Not handling duplicate elements correctly can cause incorrect partitioning.</a:t>
            </a:r>
          </a:p>
          <a:p>
            <a:pPr algn="l">
              <a:lnSpc>
                <a:spcPct val="135000"/>
              </a:lnSpc>
            </a:pPr>
            <a:r>
              <a:rPr sz="1300">
                <a:solidFill>
                  <a:srgbClr val="1A1A1A"/>
                </a:solidFill>
                <a:latin typeface="Calibri"/>
              </a:rPr>
              <a:t>•  Stack overflow can occur on very large datasets with poor pivot choice.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Quick Sort vs Merge Sort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is in-place, while Merge Sort requires O(n) auxiliary space.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has better cache locality due to sequential memory access.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Merge Sort is stable, preserving the order of equal elements.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is unstable, potentially changing the order of equal elements.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is generally faster for arrays due to lower overhead.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Merge Sort is preferred for linked lists where random access is slow.</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Quick Sort is often the default choice for general-purpose array sorting.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Implementation in 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 implementation requires a swap function to exchange array elements.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partition function uses a loop to move elements relative to the pivot.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quickSort function calls itself recursively for left and right sub-arrays.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Base case checks if the start index is less than the end index.</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main function initializes the array and calls quickSort on the full range.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Pointers are used to efficiently access and modify array elements in memory.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Time complexity is O(n log n) on average for random inputs.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Quick Sort uses divide-and-conquer to sort arrays efficiently.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partitioning step places the pivot in its final sorted position.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Average time complexity is O(n log n) with good pivot selection.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Worst case time complexity is O(n²) with poor pivot choices.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an in-place, unstable sorting algorithm suitable for large datasets.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Sort: Searching and Sorting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