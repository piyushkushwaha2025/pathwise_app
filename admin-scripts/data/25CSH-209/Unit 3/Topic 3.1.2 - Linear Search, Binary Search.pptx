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Searching and Sorting. We will focus specifically on Linear Search and Binary Search algorithms. These are fundamental techniques every engineer must master for efficient data retrieval. Remember, the choice of algorithm depends heavily on whether your data is sorted or not.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3, where you will analyze and apply searching techniques like Linear and Binary search. Although we focus on linear arrays here, these concepts lay the groundwork for CO4, which involves tree structures and traversal. Understanding these basic search methods is a prerequisite for mastering complex tree traversals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both search methods clearly. You will analyze why Linear Search is slow for large datasets but simple to implement. We will also evaluate how Binary Search drastically reduces comparisons by half at each step. Finally, we will compare their efficiency using a concrete numerical example to see the difference in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you are looking for a specific name in a phone book that is not sorted alphabetically. You must check every single entry one by one. For example, if we search for the number 42 in an array of 100 numbers, we might check all 100 elements if 42 is at the very end. This sequential checking is the defining characteristic of Linear Search.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math behind the speed. If you have an array of 1,000 elements, in the worst case, you perform 1,000 comparisons. This is why we say the complexity is O(n). Even if the array doubles in size, the time taken roughly doubles. This linear growth makes it inefficient for very large datasets compared to other methods.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looking up a word in a dictionary. You don't start from page one; you open the book in the middle. If the word you want comes before the middle word, you discard the entire second half. You repeat this process, cutting the search space in half every single time. This divide-and-conquer strategy is the core of Binary Search.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 of Binary Search lies in its logarithmic time complexity. For an array of 1,000 elements, you need at most 10 comparisons because 2 to the power of 10 is 1024. In contrast, Linear Search might need 1,000 comparisons. As the data grows to a million elements, Binary Search still only needs about 20 comparisons, making it incredibly efficient.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example together. We start with the full array and look at the middle element, which is 16. Since 23 is greater than 16, we ignore the left side and focus on the right. We then check the middle of that new range, which is 38. Since 23 is smaller, we go left again. Finally, we find 23 in just three steps, demonstrating the efficiency of the algorithm.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Linear Search is your go-to for unsorted or small lists because it is easy to implement. However, for large datasets, always sort the data first to use Binary Search for maximum speed. The key difference is the requirement for sorted data and the resulting difference in time complexity. Mastering both allows you to choose the right tool for any engineering problem.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textbooks provide comprehensive coverage of the topics discussed today. I recommend Gilberg and Forouzan for a strong pseudocode foundation, and Lipschutz for clear conceptual explanations. AK Sharma and Deshpandey offer excellent C-language implementations for practical coding exercises. Please refer to these books for deeper insights and additional practice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Linear Search, Binary Search</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Searching and Sorting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Searching and Sorting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Linear Search and explain its sequential scanning mechanism.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time complexity of Linear Search as 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Binary Search and explain its divide-and-conquer approach.</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strict requirement of sorted data for Binary Search.</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efficiency of both algorithms using a numerical example.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Linear Search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Linear Search scans every element sequentially from the start of the array.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compares the target key with each element until a match is found.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key is found, the index is returned; otherwise, it returns -1.</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works on both sorted and unsorted arrays without restrictions.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worst-case scenario occurs when the target is the last element or absent.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Linear Search Complexity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Best case time complexity is O(1) when the target is the first element.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Average case time complexity is O(n) for a random target position.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Worst case time complexity is O(n) when the target is at the end.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Space complexity is O(1) as it requires no extra memory allocation.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number of comparisons grows linearly with the size of the input array.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Search Principle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Search requires the input array to be sorted in ascending or descending order.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compares the target key with the middle element of the current search range.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key matches the middle, the search terminates successfully immediately.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key is smaller, the search continues in the left half of the array.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key is larger, the search continues in the right half of the array.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Search Complexity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Best case time complexity is O(1) if the target is the middle element.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Average and worst case time complexity is O(log n) for the algorithm.</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search space reduces by half in every iteration of the loop.</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Space complexity is O(1) for iterative implementation or O(log n) for recursive.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significantly faster than Linear Search for large sorted datasets.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ARRAY</a:t>
            </a:r>
          </a:p>
          <a:p>
            <a:pPr algn="l">
              <a:lnSpc>
                <a:spcPct val="135000"/>
              </a:lnSpc>
            </a:pPr>
            <a:r>
              <a:rPr sz="1300">
                <a:solidFill>
                  <a:srgbClr val="1A1A1A"/>
                </a:solidFill>
                <a:latin typeface="Calibri"/>
              </a:rPr>
              <a:t>[2, 5, 8, 12, 16, 23, 38, 45, 56, 67] and Target: 23.</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TOTAL COMPARISONS REQUIRED</a:t>
            </a:r>
          </a:p>
          <a:p>
            <a:pPr algn="l">
              <a:lnSpc>
                <a:spcPct val="135000"/>
              </a:lnSpc>
            </a:pPr>
            <a:r>
              <a:rPr sz="1300">
                <a:solidFill>
                  <a:srgbClr val="1A1A1A"/>
                </a:solidFill>
                <a:latin typeface="Calibri"/>
              </a:rPr>
              <a:t>3 out of 10 elements in the array.</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Iteration 1: Middle index is 4 (value 16); 23 &gt; 16, search right half.</a:t>
            </a:r>
          </a:p>
          <a:p>
            <a:pPr algn="l">
              <a:lnSpc>
                <a:spcPct val="135000"/>
              </a:lnSpc>
            </a:pPr>
            <a:r>
              <a:rPr sz="1300">
                <a:solidFill>
                  <a:srgbClr val="1A1A1A"/>
                </a:solidFill>
                <a:latin typeface="Calibri"/>
              </a:rPr>
              <a:t>•  Iteration 2: New range [23, 38, 45, 56, 67]; Middle is 38; 23 &lt; 38, search left.</a:t>
            </a:r>
          </a:p>
          <a:p>
            <a:pPr algn="l">
              <a:lnSpc>
                <a:spcPct val="135000"/>
              </a:lnSpc>
            </a:pPr>
            <a:r>
              <a:rPr sz="1300">
                <a:solidFill>
                  <a:srgbClr val="1A1A1A"/>
                </a:solidFill>
                <a:latin typeface="Calibri"/>
              </a:rPr>
              <a:t>•  Iteration 3: New range [23]; Middle is 23; Match found at index 5.</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Linear Search is simple but slow, with O(n) complexity for all cases.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Search is fast with O(log n) complexity but requires sorted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Linear Search works on any array, while Binary Search needs pre-sorted input.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Search reduces the search space by half in every single iteration.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Choose Linear Search for small or unsorted data; choose Binary Search for large sorted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Search, Binary Search</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