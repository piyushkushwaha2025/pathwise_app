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Environmental Pollution and Remediation. We will focus specifically on the critical topics of nuclear hazards and solid waste management. Understanding these areas is essential for analyzing human impacts on ecosystems. Let us begin by exploring the interconnections between our activities and environmental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2. You will learn to analyze how human activities like nuclear energy use and waste disposal impact various ecosystems. By the end, you will be able to evaluate these interconnections critically. This analysis is the core of our remediation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nuclear hazards and their biological effects. You will also evaluate the risks of radioactive waste and apply the 3R concept to reduce solid waste. We will classify waste types and calculate reduction metrics. These skills are vital for environmental engineering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Nuclear hazards stem from ionizing radiation, which can damage DNA and cause cancer. Primary sources include power plants and medical isotopes used in diagnostics. Accidental releases can contaminate vast areas, as seen in Chernobyl. Understanding the types of radiation is crucial for safety protocols.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Radiation affects the body differently based on dose and duration. High doses cause acute syndrome, while low doses increase cancer risk. The thyroid is particularly vulnerable to iodine-131. Bone marrow suppression is a common consequence of exposure. Cumulative exposure is a major concern for long-term health.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Solid waste is categorized into municipal, industrial, and hazardous types. Biodegradable waste decomposes but produces methane in landfills. Non-biodegradable waste persists for centuries. Hazardous waste requires strict containment. Electronic waste contains both valuable and toxic materials.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3R concept is the cornerstone of sustainable waste management. Reduce minimizes waste at the source, which is the most effective strategy. Reuse extends product life without processing. Recycling converts waste into new products. This hierarchy prioritizes reduction to conserve resources.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Nuclear waste disposal depends on the radioactivity level. Low-level waste goes to shallow landfills. High-level waste needs deep geological repositories. Vitrification immobilizes isotopes in glass. Storage pools cool fuel rods before permanent disposal.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impact of 3R. A factory generates 500 kg of plastic monthly. A 40% reduction means new waste is 300 kg. The annual saving is 2400 kg. This also saves 1200 liters of water. This demonstrates the tangible benefits of the 3R concept.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pitfalls include contaminated recyclables which ruin batches. Over-reliance on recycling ignores the need for reduction. Improper segregation mixes hazardous materials with general waste. Lack of awareness leads to low participation. Ignoring product lifecycles causes premature disposal.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Remediation techniques restore contaminated sites. Phytoremediation uses plants to absorb contaminants. Bioremediation uses microbes to degrade pollutants. Excavation removes soil for treatment. Chemical oxidation breaks down hazardous compounds. Natural attenuation relies on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Regulatory frameworks ensure safety. National laws mandate strict handling of nuclear waste. International conventions like Basel regulate waste movement. Compliance requires regular monitoring. Penalties for non-compliance are severe. Certification ensures facilities meet standards.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takeaways include the severity of nuclear hazards and the need for containment. The 3R hierarchy prioritizes reduction. Classification determines disposal methods. Remediation restores environments. Regulatory compliance is essential for safety. These points are critical for your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in-depth knowledge on environmental science and engineering. They cover nuclear hazards, waste management, and remediation techniques. Please consult these texts for further study and detailed case studies. They are essential resources for your academic and professional growth.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Environmental Pollution and Remediation: Nuclear Hazards and Solid Waste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Environmental Pollution and Remediation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Pollution and Remediation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sources and biological effects of nuclear radiation hazards.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long-term environmental risks of radioactive waste disposal.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3R concept to reduce solid waste generation effectively.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Classify solid waste types and their specific management protocols.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waste reduction metrics using the 3R framework principles.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Understanding Nuclear Hazards and Sources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Nuclear hazards arise from ionizing radiation emitted during radioactive decay processes.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Primary sources include nuclear power plants, medical isotopes, and industrial gauges.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Accidental releases can contaminate air, water, and soil with long-lived isotopes.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α, β, and γ radiation pose distinct biological risks to living tissue.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Chernobyl and Fukushima are historical examples of severe nuclear contamination events.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3.1: Nuclear Chemistry and Radioactive Decay - Chemistry LibreTexts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Biological Effects of Radiation Exposure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 radiation doses cause acute radiation syndrome with immediate cellular damage.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Low doses increase the long-term risk of genetic mutations and cancer.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Thyroid glands are highly sensitive to radioactive iodine-131 contamination.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Bone marrow suppression leads to reduced blood cell production in exposed individuals.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Cumulative exposure over time significantly elevates the probability of malignancy.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Reduce, Reuse, Recycle: Waste Hierarchy Explained (source: packiro-content-prod.s3.eu-central-1.amazonaws.com)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Solid Waste Management and Classification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Solid waste includes municipal, industrial, agricultural, and biomedical waste streams.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Biodegradable waste decomposes naturally but can produce methane if landfilled.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Non-biodegradable waste persists for centuries and requires specialized disposal methods.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Hazardous waste includes toxic chemicals requiring strict containment and treatment.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Electronic waste contains valuable metals but also toxic heavy metals like lead.</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3R Concept and Waste Minimization (source: www.gdrc.org)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The 3R Concept</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Reduce, Reuse, Recycle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Reduce minimizes waste generation at the source through better design.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Reuse extends the life of products without significant processing or energy.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Recycling converts waste materials into new products through industrial processes.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hierarchy prioritizes reduction as the most effective environmental strategy.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Implementing 3R reduces landfill dependency and conserves natural resources significantly.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Waste4Change Supports 3R (Reduce-Reuse-Recycle) (source: waste4change.com)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Nuclear Waste Disposal Strategies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Low-level waste is often compacted and buried in shallow landfills.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High-level waste requires deep geological repositories for long-term isolation.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Vitrification immobilizes radioactive isotopes in a stable glass matrix.</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Storage pools cool spent fuel rods before permanent disposal is arranged.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International treaties regulate the transboundary movement of nuclear waste materials.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Reduce, Reuse, Recycle: Waste Hierarchy Explained (source: packiro-content-prod.s3.eu-central-1.amazonaws.com)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Waste Reduction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New waste amount = 500 kg × (1 - 0.40) = 300 kg per month</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 factory generates 500 kg of plastic waste monthly before reduction.</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Implementing 3R reduces waste by 40% through source reduction and reuse.</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Annual reduction = (500 - 300) kg × 12 months = 2400 kg saved.</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reduction saves 1200 liters of water used in plastic production.</a:t>
            </a:r>
          </a:p>
        </p:txBody>
      </p:sp>
      <p:pic>
        <p:nvPicPr>
          <p:cNvPr id="24" name="Picture 2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The 3R Concept and Waste Minimization (source: www.gdrc.org)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Waste Management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Contaminated recyclables often render entire batches unsuitable for processing.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Over-reliance on recycling ignores the higher priority of waste reduction.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Improper segregation leads to hazardous materials entering general waste streams.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Lack of public awareness results in low participation in recycling programs.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the lifecycle of products leads to premature disposal and waste.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Reduce, Reuse, Recycle: Waste Hierarchy Explained (source: packiro-content-prod.s3.eu-central-1.amazonaws.com)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Remediation Techniques for Contaminated Sites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Phytoremediation uses plants to absorb and stabilize soil contaminants.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Bioremediation employs microorganisms to degrade organic pollutants in soil.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Excavation removes contaminated soil for treatment or secure landfilling.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Chemical oxidation breaks down hazardous compounds into less toxic forms.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Natural attenuation relies on time and natural processes to reduce risk.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Regulatory Frameworks and Compliance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National laws mandate strict handling and disposal of nuclear waste.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International conventions like Basel regulate transboundary movement of hazardous waste.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Compliance requires regular monitoring of air, water, and soil quality.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Penalties for non-compliance include heavy fines and operational shutdowns.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Certification ensures waste management facilities meet safety and environmental standards.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waste-management-world.com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Nuclear hazards pose severe risks requiring strict containment and monitoring.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3R hierarchy prioritizes reduction to minimize waste generation effectively.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Solid waste classification determines the appropriate management and disposal method.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Remediation techniques restore contaminated environments through biological or chemical means.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Regulatory compliance is essential for safe and sustainable environmental practices.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img.magnific.com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Pollution and Remediation: Nuclear Hazards and Solid Waste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