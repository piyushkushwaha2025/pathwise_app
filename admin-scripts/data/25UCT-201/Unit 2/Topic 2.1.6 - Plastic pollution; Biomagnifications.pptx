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Environmental Pollution and Remediation. We will focus specifically on the critical issues of plastic pollution and the phenomenon of biomagnification. As future engineers, understanding these interconnections is vital for our professional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2, which requires us to analyze how human activities impact ecosystems. We will see how plastic waste from human sources enters water bodies and moves up the food chain. This analysis is the core of our remediation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plastics persist in the environment. You will evaluate how toxins concentrate as they move up the food chain. We will also practice calculating these concentration increases to understand the scale of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Plastics are persistent because their chemical structure resists breakdown by bacteria or sunlight. A single plastic bottle can take over 450 years to decompose fully. This persistence means that every piece of plastic ever made still exists somewhere in the environment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Biomagnification is distinct from simple accumulation because it involves the food chain. Toxins stick to plastic particles, which are eaten by small fish, then larger fish. Each step up the pyramid results in a higher concentration of the toxin in the predator's body.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microplastics as tiny sponges for toxins. Because they are so small, they are easily eaten by plankton. The toxins stick to the plastic, and when the plankton is eaten, the toxins are transferred to the fish, effectively moving the poison up the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ecological impact is severe and multifaceted. Animals often die from starvation because their stomachs are full of indigestible plastic. Furthermore, the toxins cause reproductive failure, meaning the population cannot replenish itself, leading to a decline in apex predators.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numbers. If the water has 0.01 mg/kg of a toxin, zooplankton concentrate it 100 × to 1.0 mg/kg. Small fish eat the zooplankton and concentrate it another 10 × to 10 mg/kg. Finally, large fish reach 100 mg/kg, which is 10,000 × the original water concentration.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confusing bioaccumulation with biomagnification. Bioaccumulation happens within one animal, while biomagnification happens as you move up the food chain. Also, do not assume all plastics degrade quickly; many persist for centuries, continuously releasing toxins.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effective remediation is stopping the pollution at the source. Banning single-use plastics and promoting biodegradable alternatives can drastically reduce the load. We must also enforce Extended Producer Responsibility, making manufacturers accountable for the waste they create.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Bioremediation uses nature's own cleaners. Certain bacteria and fungi can actually eat plastic. Scientists are even engineering enzymes like PETase to speed up this process. While promising, this method is best used in controlled settings or as part of a larger cleanup strategy.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methods like filtration and collection are immediate solutions for removing plastic. Chemical recycling offers a way to turn waste back into raw materials. However, incineration must be carefully managed to avoid releasing toxic fumes into the atmosphere.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plastics are persistent and carry toxins that magnify up the food chain. The numerical examples show how dangerous these concentrations can become for top predators. Finally, we must use a combination of reduction and cleanup strategies to solve this crisis.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the foundational knowledge for the concepts discussed today. I encourage you to read the chapters on pollution and remediation for deeper insights. They cover the engineering principles and environmental impacts in great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Plastic pollution; Biomagnifications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sources and persistence of plastic waste in aquatic ecosystems.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process of biomagnification for microplastics and associated toxins.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concentration increase of pollutants across trophic levels numerically.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ecological risks posed by plastic ingestion to top predators.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remediation strategies to mitigate plastic pollution in local water bodies.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Plastic Pollution Sources and Persistence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Plastic pollution originates from industrial waste, agricultural runoff, and improper disposal.</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Synthetic polymers resist natural degradation due to strong carbon-carbon bonds.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Microplastics form when larger plastics fragment under UV radiation and wave action.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Plastic debris accumulates in oceans, forming massive garbage patches like the Great Pacific.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Persistence leads to long-term habitat alteration for aquatic organisms and birds.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Single-use plastics contribute the highest volume of waste entering water systems annually.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Degradation time for a plastic bottle can exceed 450 years in marine environments.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Frontiers | Plastic degradation in aquatic environments: a review of  challenges and the need for standardized experimental approaches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Mechanism of Biomagnification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Biomagnification is the increasing concentration of toxins in organisms at higher trophic levels.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Plastics act as vectors for hydrophobic pollutants like PCBs and DDT to enter food webs.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Organisms cannot metabolize these toxins, causing them to accumulate in fatty tissues.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concentration factor increases with each step up the food chain significantly.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Top predators accumulate the highest toxin loads due to cumulative ingestion over time.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Biomagnification differs from bioaccumulation which occurs within a single organism's lifetime.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process is driven by the inefficiency of energy transfer and toxin retention.</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Biomagnification - Causes and Effects with Examples | Earth Reminder (source: www.earthreminder.com)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 of Microplastics in Toxin Transport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Microplastics have a high surface-area-to-volume ratio enhancing pollutant adsorption.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Hydrophobic contaminants bind strongly to the hydrophobic surface of plastic particles.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Small organisms ingest microplastics mistaking them for food particles like plankton.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Once ingested, toxins desorb from plastic into the organism's fatty tissues.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Microplastics facilitate the transfer of persistent organic pollutants from water to biota.</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presence of microplastics accelerates the rate of biomagnification in aquatic systems.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Plastic additives like phthalates also leach out, adding to the toxic load.</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Frontiers | Plastics pollution: pathways, impacts, and regulatory  challenges in marine environments (source: www.frontiersin.org)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Ecological Impacts on Aquatic Life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Ingestion of plastics causes physical blockage and false satiety in marine animals.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Toxin accumulation leads to reproductive failure and reduced survival rates in species.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Biomagnification threatens apex predators like eagles, sharks, and seals with lethal doses.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Behavioral changes occur in fish exposed to endocrine-disrupting chemicals from plastics.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Ecosystem stability is compromised as key species populations decline due to toxicity.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Bioaccumulation of heavy metals on plastic surfaces further exacerbates toxicity risks.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Long-term exposure results in genetic mutations and developmental abnormalities in offspring.</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Frontiers | Plastics pollution: pathways, impacts, and regulatory  challenges in marine environments (source: www.frontiersin.org)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Biomagnification Factor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Concentration in zooplankton = 0.01 mg/kg × 100 = 1.0 mg/kg</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Assume water concentration of pollutant is 0.01 mg/kg in the base level.</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Primary consumers (zooplankton) have a bioconcentration factor of 100.</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Secondary consumers (small fish) have a biomagnification factor of 10 relative to prey.</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Concentration in small fish = 1.0 mg/kg × 10 = 10.0 mg/kg.</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Tertiary consumers (large fish) have a factor of 10 relative to small fish.</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Final concentration in large fish = 10.0 mg/kg × 10 = 100.0 mg/kg.</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Biomagnification - Causes and Effects with Examples | Earth Reminder (source: www.earthreminder.com)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Biomagnification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bioaccumulation (within one organism) with biomagnification (across trophic levels).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plastics degrade quickly in marine environments without UV exposure.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role of lipid solubility in determining toxin retention rates.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contribution of plastic additives as independent toxicants.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account for the varying metabolic rates of different species.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linear growth in concentration without considering saturation effects.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difference between ingestion of plastic and ingestion of toxins.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Biomagnification - Causes and Effects with Examples | Earth Reminder (source: www.earthreminder.com)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Remediation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Source Reduction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Implementing bans on single-use plastics reduces the total volume of waste generated.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Promoting biodegradable alternatives like PLA reduces long-term environmental persistence.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Improving waste management infrastructure prevents plastic leakage into water bodies.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Public awareness campaigns encourage behavioral changes in consumption habits.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Extended Producer Responsibility laws force manufacturers to manage end-of-life waste.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Circular economy models prioritize reuse and recycling over linear disposal.</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Policy interventions must target the most persistent and harmful plastic types first.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images.ctfassets.net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Remediation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Bioremediation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Certain bacteria and fungi can degrade specific types of synthetic polymers.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Enzymatic degradation uses enzymes like PETase to break down plastic chains.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Bioremediation is effective for microplastics in controlled environments like treatment plants.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Genetic engineering enhances microbial strains to target persistent plastic pollutants.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Bioremediation offers a sustainable solution compared to energy-intensive incineration.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Field application requires careful monitoring to prevent ecological disruption.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Combining bioremediation with physical collection improves overall cleanup efficiency.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scx2.b-cdn.net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Remediation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Physical and Chemical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Mechanical collection removes macroplastics from water surfaces and shorelines.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Filtration systems in wastewater plants capture microplastics before discharge.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Chemical recycling converts plastic waste back into monomers for new production.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Incineration with energy recovery reduces volume but requires strict emission controls.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Advanced oxidation processes degrade dissolved organic pollutants associated with plastics.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Physical barriers prevent plastic drift into sensitive marine ecosystems.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Integrated approaches combining multiple methods yield the best remediation results.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wasserdreinull.de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Plastic pollution persists for centuries and acts as a vector for toxic pollutants.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Biomagnification causes toxin concentrations to increase exponentially up the food chain.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Microplastics significantly enhance the transfer of hydrophobic contaminants to aquatic life.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Numerical analysis shows concentration factors can reach thousands of × the original level.</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Effective remediation requires a mix of source reduction, bioremediation, and physical cleanup.</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these mechanisms is essential for engineering sustainable environmental solutions.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Plastic pollution; Biomagnifications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