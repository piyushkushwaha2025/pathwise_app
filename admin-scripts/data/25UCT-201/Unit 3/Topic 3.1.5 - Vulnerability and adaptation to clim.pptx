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this session on Climate Change. We will focus specifically on vulnerability, adaptation, and the critical policy instruments driving mitigation. As future engineers, understanding these frameworks is essential for solving real-world environmental challenges. Let us begin by aligning our learning with the course outcomes.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is directly mapped to Course Outcome 3. You will learn to analyze environmental laws and propose solutions for climate challenges. This involves understanding both national and international policy instruments. By the end, you will be able to apply these concepts to real-world scenarios.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vulnerability components and evaluate adaptation strategies. We will differentiate between mitigation and adaptation clearly. You will also assess the effectiveness of national and international policies. These skills are crucial for your engineering practice.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Vulnerability is not just about the hazard itself, but how a system reacts. Think of a coastal city: exposure is the buildings, sensitivity is their structural weakness, and adaptive capacity is the sea wall. If the sea wall is weak, vulnerability is high. We must quantify these to design better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Adaptation is about adjusting to the new reality of climate change. Hard adaptation uses physical structures like sea walls, while soft adaptation uses policies and nature-based solutions. For example, restoring mangroves protects coastlines naturally. Engineers must integrate both hard and soft strategies for resilience.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Mitigation is about tackling the root cause: greenhouse gas emissions. We focus on reducing CO2 and methane from energy and transport sectors. Renewable energy and efficiency are key strategies. Unlike adaptation, which deals with symptoms, mitigation prevents the problem from worsening.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India's National Action Plan on Climate Change is a comprehensive framework. It includes eight missions, such as the National Solar Mission and Energy Efficiency Mission. These initiatives drive sustainable development and emission reductions. Success requires strong coordination between central and state governments.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Paris Agreement is a landmark treaty to limit warming to 1.5°C. Countries submit their own plans, known as Nationally Determined Contributions. Developed nations support developing ones financially. This bottom-up approach ensures global cooperation and accountability for emission reductions.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the impact of replacing 1000 coal cars with EVs. A coal car emits 4.6 tons, while an EV emits 0.5 tons. The reduction per car is 4.1 tons. For 1000 cars, that is 4100 tons of CO2 saved annually. This shows the power of transport electrification.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pitfall is maladaptation, where actions increase vulnerability. For example, sea walls can erode beaches and harm ecosystems. Ignoring local knowledge or relying only on technology can also lead to failure. Policies must be flexible and consider long-term impacts.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Another pitfall is carbon leakage, where emissions shift to regions with laxer rules. Over-reliance on carbon offsets can delay necessary domestic cuts. Ignoring social equity or focusing only on energy can also hinder progress. A holistic approach across all sectors is essential.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Engineers play a crucial role in policy by providing technical data and designing compliant systems. They assess the feasibility of adaptation measures and implement renewable energy projects. Collaboration with policymakers ensures solutions are viable. Engineers bridge the gap between theory and practice.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vulnerability combines exposure, sensitivity, and adaptive capacity. Adaptation reduces harm, while mitigation tackles the root cause. National and international policies are vital for success. Engineers must design resilient infrastructure and avoid pitfalls like maladaptation.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the foundational knowledge for this lecture. They cover environmental laws, policies, and engineering principles. Please review these texts for deeper insights into climate change and mitigation strategies.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jp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2200">
                <a:solidFill>
                  <a:srgbClr val="1A1A2E"/>
                </a:solidFill>
                <a:latin typeface="Calibri"/>
              </a:rPr>
              <a:t>Vulnerability and adaptation to climate change; Mitigation of climate change National and international policy instruments for mitigation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Climate Change (Impacts, Adaptation and Mitigation)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Climate Change (Impacts, Adaptation and Mitigation)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components of climate vulnerability and exposure in engineering contexts.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adaptation strategies for reducing climate risks in infrastructure design.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mitigation and adaptation approaches in environmental management.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effectiveness of national policies like the National Action Plan.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Critique international instruments like the Paris Agreement for emission reduction.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Defining Climate Vulnerability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Vulnerability is the degree to which a system is susceptible to harm.</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combines exposure, sensitivity, and adaptive capacity of the system.</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Exposure refers to the presence of people or assets in hazard zones.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Sensitivity is the degree to which a system is affected by climate.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Adaptive capacity is the ability to adjust to moderate potential damage.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High vulnerability occurs when exposure and sensitivity are high but adaptation is low.</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Engineers must quantify these factors to design resilient infrastructure systems.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Part 1: Vulnerability Scoping Diagram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Adaptation Strategies for Infrastructure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Adaptation involves adjusting systems to reduce negative impacts of climate change.</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Hard adaptation includes physical structures like sea walls and flood barriers.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Soft adaptation involves policy changes, zoning laws, and ecosystem restoration.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Engineering adaptation focuses on resilient design standards for extreme weather.</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Adaptive capacity increases when communities have resources and knowledge to act.</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Failure to adapt leads to increased economic loss and human casualties.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Adaptation is a continuous process, not a one-time engineering solution.</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Climate Change Adaptation: A Complete Guide (source: www.climateimpactstracker.com)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Mitigation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Reducing Emissions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Mitigation aims to reduce the magnitude of climate change by lowering emissions.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focuses on reducing greenhouse gases like CO2, methane, and nitrous oxide.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Key sectors for mitigation include energy, transport, industry, and agriculture.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Renewable energy adoption is a primary strategy for emission reduction.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Energy efficiency improvements reduce the demand for fossil fuel combustion.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Carbon capture technologies can remove CO2 from industrial processes or air.</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Mitigation addresses the root cause, while adaptation addresses the symptoms.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Climate change mitigation and adaptation: Managing two sides of the same  coin | OECD (source: www.oecd.org)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National Policy</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National Action Plan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India launched the National Action Plan on Climate Change in 2008.</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comprises eight national missions covering diverse sectors like energy and water.</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National Solar Mission aims to increase solar power capacity significantly.</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National Mission on Enhanced Energy Efficiency promotes green technologies.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These missions provide a framework for sustainable development and emission cuts.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Implementation requires coordination between central and state government agencies.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Success depends on funding, technology transfer, and public awareness campaigns.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Why climate change adaptation is a key piece of our climate risk puzzle (source: scx2.b-cdn.net)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International Policy</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Paris Agreement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Paris Agreement is a global treaty to limit global warming to 1.5°C.</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Countries submit Nationally Determined Contributions to outline their emission reduction plans.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agreement emphasizes transparency and regular review of national progress.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Developed nations commit to financial support for developing nations' adaptation.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creates a legal framework for global cooperation on climate mitigation.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Failure to meet targets risks irreversible environmental and economic damage.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agreement represents a shift from top-down to bottom-up commitments.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Climate Change Adaptation: A Complete Guide (source: www.climateimpactstracker.com)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Emission Reduction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Reduction per car = 4.6 - 0.5 = 4.1 tons CO2 annually</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Calculate annual CO2 reduction from replacing 1000 coal cars with EVs.</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Coal car emits approx 4.6 tons CO2 per year per vehicle.</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EV emits approx 0.5 tons CO2 per year per vehicle (grid mix).</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Total reduction = 1000 cars × 4.1 tons = 4100 tons CO2/year.</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This demonstrates the direct impact of transport electrification on mitigation.</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Scaling this to national levels requires massive infrastructure investment and policy.</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www.alexirpan.com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Adaptation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Maladaptation occurs when actions increase vulnerability or create new risks.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Building sea walls can erode beaches and harm coastal ecosystems.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local community knowledge leads to ineffective adaptation strategies.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Short-term fixes often fail to address long-term climate trends.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Lack of funding can stall critical adaptation projects in developing regions.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Over-reliance on technology without social support systems is a major risk.</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Policies must be flexible to adapt to changing climate scenarios.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Climate change mitigation and adaptation: Managing two sides of the same  coin | OECD (source: www.oecd.org)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Mitigation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Carbon leakage occurs when emissions shift to regions with laxer regulations.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Over-reliance on carbon offsets can delay necessary domestic emission cuts.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social equity in transition plans can lead to public resistance.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Technological optimism without policy support often results in slow adoption.</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Focusing only on energy sector neglects agriculture and land-use emissions.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Lack of international cooperation undermines global mitigation efforts significantly.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Mitigation requires a holistic approach across all economic sectors.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Climate change mitigation and adaptation: Managing two sides of the same  coin | OECD (source: www.oecd.org)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Role of Engineers in Policy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Engineers provide technical data to inform policy decisions and targets.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design systems that align with national and international mitigation goals.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Engineers assess the feasibility and cost-effectiveness of adaptation measures.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They play a key role in implementing renewable energy and efficiency projects.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Collaboration with policymakers ensures technical solutions are legally and socially viable.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Continuous monitoring and reporting are essential for policy compliance and success.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Engineers bridge the gap between scientific theory and practical implementation.</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Vulnerability combines exposure, sensitivity, and adaptive capacity of a system.</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Adaptation reduces harm, while mitigation reduces the root cause of climate change.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National policies like the NAP and international treaties like Paris are vital.</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Engineers must design resilient infrastructure and drive emission reduction technologies.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Avoiding pitfalls like maladaptation and carbon leakage is critical for success.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Why climate change adaptation is a key piece of our climate risk puzzle (source: scx2.b-cdn.net)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Vulnerability and adaptation to climate change; Mitigation of climate change National and international policy instruments for mitigation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