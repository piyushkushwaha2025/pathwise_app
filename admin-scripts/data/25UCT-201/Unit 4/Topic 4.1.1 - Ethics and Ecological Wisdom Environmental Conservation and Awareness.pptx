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lecture on Ethics and Ecological Wisdom. We will explore how ancient Indian traditions and modern case studies like Delhi's CNG initiative shape our environmental behavior. This session bridges the gap between spiritual wisdom and practical engineering solutions for pollution control. Let us begin by understanding the deep connection between culture and conservation.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learning outcome for this lecture is CO4. You will learn to analyze data from environmental monitoring programs to assess trends and predict future impacts on ecosystems. This skill is crucial for understanding how human actions alter ecological balance over time. We will apply this by looking at real-world pollution data and conservation metrics.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identify the role of Indian religions in promoting ecological wisdom. You will also explain how ecological worldviews influence modern environmental communication and public awareness strategies. We will analyze the quantitative impact of CNG vehicles on Delhi's air quality and pollution levels. Finally, we will assess the ethical challenges in resettlement and rehabilitation of persons affected by development projects.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Indian religions provide a foundational ethical framework for environmental conservation. Hinduism teaches that nature is divine, with rivers like Ganga considered sacred entities requiring protection. Buddhism emphasizes non-violence towards all living beings, fostering a deep respect for biodiversity. These ancient beliefs form the bedrock of our ecological wisdom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ecological worldview shifts focus from human dominance to human interdependence with natural systems. Effective environmental communication translates complex scientific data into relatable stories for public engagement. Public awareness campaigns must use local languages and cultural symbols to resonate with diverse communities. Misinformation spreads rapidly, so accurate data visualization is essential for building trust in conservation efforts.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Delhi introduced Compressed Natural Gas in 2002 to reduce vehicular air pollution significantly. CNG burns cleaner than petrol, reducing particulate matter emissions by approximately 90%. The conversion required a massive infrastructure shift, including new fueling stations and vehicle modifications. Monitoring data showed a 30% drop in suspended particulate matter within the first two years.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 conservation reduces the load on power plants and lowers greenhouse gas emissions globally. Water conservation is critical as only 2.5% of Earth's water is fresh and accessible for use. Efficiency formula: Energy Saved equals Old Consumption minus New Consumption × Hours of Operation. For example, replacing a 100W bulb with a 20W LED saves 80W per hour of 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Consumerism drives high resource extraction, leading to habitat destruction and increased carbon footprints. Fast fashion and electronic waste are major contributors to global pollution and landfill overflow. Sustainable consumption involves choosing durable goods and repairing items instead of immediate replacement. The 'Reduce, Reuse, Recycle' hierarchy prioritizes waste reduction over end-of-pipe recycling solutions.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Environmental organizations bridge the gap between individual actions and large-scale policy advocacy. Volunteering with groups like WWF or local NGOs provides practical experience in conservation projects. Corporate social responsibility initiatives often fund reforestation and water purification programs. Student engagement in these organizations fosters leadership skills and a sense of global citizenship.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emissions are a primary source of air pollutants like sulfur dioxide and nitrogen oxides. The Bhopal Gas Tragedy highlights the catastrophic human cost of industrial negligence and safety failures. Air Quality Index monitoring helps identify pollution hotspots and triggers emergency response protocols. Regulatory frameworks mandate the use of scrubbers and filters to reduce toxic emissions from factories.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infrastructure projects often displace communities, requiring comprehensive resettlement and rehabilitation plans. Loss of land and livelihoods creates long-term socio-economic instability for affected families. Successful rehabilitation requires fair compensation, skill development, and access to new employment opportunities. Ethical standards demand that displaced persons are consulted and involved in the planning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Ignoring local cultural contexts can lead to the rejection of well-intentioned conservation initiatives. Focusing solely on technology without behavioral change results in temporary or ineffective solutions. Over-reliance on voluntary measures without regulatory enforcement often fails to curb pollution. Neglecting the voices of indigenous communities undermines the sustainability of long-term projects.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Indian religions provide a strong ethical foundation for ecological wisdom and conservation practices. Effective communication is vital for translating scientific data into public awareness and action. CNG adoption in Delhi demonstrates the tangible benefits of policy-driven environmental interventions. Sustainable consumption and energy conservation are essential for reducing the global ecological footprint.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theoretical and practical basis for our discussion on ethics and ecological wisdom. Benny Joseph and R.C. Sharma offer comprehensive insights into environmental engineering and studies. We encourage you to explore these texts for deeper understanding of pollution control and conservation strategies.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Ethics and Ecological Wisdom: Environmental Conservation and Awareness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Ecological Behaviour and Knowledge Management</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Ecological Behaviour and Knowledge Management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role of Indian religions in promoting ecological wisdom and conservation ethics.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how ecological worldviews influence modern environmental communication and public awareness strategies.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quantitative impact of CNG vehicles on Delhi's air quality and pollution levels.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relationship between consumerism, energy conservation, and sustainable resource management practices.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ethical challenges in resettlement and rehabilitation of persons affected by development projects.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Indian Religions and Ecological Wisdom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Hinduism teaches that nature is divine, with rivers like Ganga considered sacred entities requiring protection.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Buddhism emphasizes non-violence (Ahimsa) towards all living beings, fostering a deep respect for biodiversity.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Jainism promotes extreme vegetarianism and non-harming, directly reducing the ecological footprint of consumption.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Sikhism advocates for 'Seva' (selfless service), encouraging community efforts in cleaning and planting trees.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Ancient texts like the Rig Veda describe nature as a living entity with which humans must coexist.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File:Prayers-collage.png - Wikimedia Commons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Ecological Worldview and Communication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ecological worldview shifts focus from human dominance to human interdependence with natural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environmental communication translates complex scientific data into relatable stories for public engagement.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Public awareness campaigns must use local languages and cultural symbols to resonate with diverse communities.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Misinformation spreads rapidly; accurate data visualization is essential for building trust in conservation efforts.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Communication strategies must address both individual behavioral changes and systemic policy reforms simultaneously.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Case Study</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CNG Vehicles in Delhi</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Delhi introduced Compressed Natural Gas (CNG) in 2002 to reduce vehicular air pollution significantly.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CNG burns cleaner than petrol, reducing particulate matter (PM) emissions by approximately 90%.</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conversion required a massive infrastructure shift, including new fueling stations and vehicle modifications.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Monitoring data showed a 30% drop in suspended particulate matter within the first two years.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Challenges included higher initial costs and the need for a reliable supply chain across the city.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Energy and Water Conservation Math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EFFICIENCY FORMULA</a:t>
            </a:r>
          </a:p>
          <a:p>
            <a:pPr algn="l">
              <a:lnSpc>
                <a:spcPct val="135000"/>
              </a:lnSpc>
            </a:pPr>
            <a:r>
              <a:rPr sz="1300">
                <a:solidFill>
                  <a:srgbClr val="1A1A1A"/>
                </a:solidFill>
                <a:latin typeface="Calibri"/>
              </a:rPr>
              <a:t>Energy Saved = (Old Consumption - New Consumption) × Hours of Operation.</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Replacing a 100W bulb with a 20W LED saves 80W per hour of use.</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Energy conservation reduces the load on power plants and lowers greenhouse gas emissions globally.</a:t>
            </a:r>
          </a:p>
          <a:p>
            <a:pPr algn="l">
              <a:lnSpc>
                <a:spcPct val="135000"/>
              </a:lnSpc>
            </a:pPr>
            <a:r>
              <a:rPr sz="1300">
                <a:solidFill>
                  <a:srgbClr val="1A1A1A"/>
                </a:solidFill>
                <a:latin typeface="Calibri"/>
              </a:rPr>
              <a:t>•  Water conservation is critical as only 2.5% of Earth's water is fresh and accessible for use.</a:t>
            </a:r>
          </a:p>
          <a:p>
            <a:pPr algn="l">
              <a:lnSpc>
                <a:spcPct val="135000"/>
              </a:lnSpc>
            </a:pPr>
            <a:r>
              <a:rPr sz="1300">
                <a:solidFill>
                  <a:srgbClr val="1A1A1A"/>
                </a:solidFill>
                <a:latin typeface="Calibri"/>
              </a:rPr>
              <a:t>•  Over one year (8 hours/day), this single change saves 233.28 kWh of electricity annually.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Consumerism and Environmental Impact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Consumerism drives high resource extraction, leading to habitat destruction and increased carbon footprints.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Fast fashion and electronic waste are major contributors to global pollution and landfill overflow.</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Sustainable consumption involves choosing durable goods and repairing items instead of immediate replacement.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'Reduce, Reuse, Recycle' hierarchy prioritizes waste reduction over end-of-pipe recycling solutions.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Ethical consumerism requires buyers to consider the entire lifecycle of a product's environmental cost.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Ethics in Indian Philosophy: Harmony of Nature and Spirit (source: www.insightsonindia.com)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Commitment to Environmental Organizations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Environmental organizations bridge the gap between individual actions and large-scale policy advocacy.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Volunteering with groups like WWF or local NGOs provides practical experience in conservation projects.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Corporate social responsibility (CSR) initiatives often fund reforestation and water purification programs.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Student engagement in these organizations fosters leadership skills and a sense of global citizenship.</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Collaboration between scientists and NGOs ensures that conservation efforts are based on solid data.</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Ethics in Indian Philosophy: Harmony of Nature and Spirit (source: www.insightsonindia.com)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Pollution Case Studies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Industrial Emissions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Industrial emissions are a primary source of air pollutants like sulfur dioxide and nitrogen oxides.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Bhopal Gas Tragedy highlights the catastrophic human cost of industrial negligence and safety failures.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Air Quality Index (AQI) monitoring helps identify pollution hotspots and triggers emergency response protocols.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Regulatory frameworks mandate the use of scrubbers and filters to reduce toxic emissions from factories.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Continuous monitoring is essential to ensure compliance with national and international pollution standards.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Resettlement and Rehabilitation Challenges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Large infrastructure projects often displace communities, requiring comprehensive resettlement and rehabilitation plans.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Loss of land and livelihoods creates long-term socio-economic instability for affected families.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Successful rehabilitation requires fair compensation, skill development, and access to new employment opportunities.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Ethical standards demand that displaced persons are consulted and involved in the planning process.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Failure to address these issues leads to social unrest and long-term environmental degradation.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i0.wp.com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Environmental Ethics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local cultural contexts can lead to the rejection of well-intentioned conservation initiatives.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Focusing solely on technology without behavioral change results in temporary or ineffective solutions.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Over-reliance on voluntary measures without regulatory enforcement often fails to curb pollution.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Neglecting the voices of indigenous communities undermines the sustainability of long-term projects.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Short-term economic gains are often prioritized over long-term ecological stability and health.</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Ethics in Indian Philosophy: Harmony of Nature and Spirit (source: www.insightsonindia.com)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Indian religions provide a strong ethical foundation for ecological wisdom and conservation practices.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communication is vital for translating scientific data into public awareness and action.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CNG adoption in Delhi demonstrates the tangible benefits of policy-driven environmental interventions.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Sustainable consumption and energy conservation are essential for reducing the global ecological footprint.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Ethical resettlement and rehabilitation are critical components of responsible development and project management.</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Ecological Wisdom: Environmental Conservation and Awareness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