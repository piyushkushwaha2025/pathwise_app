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this lecture on Digital Forensics within our Environmental context. We are exploring how we verify the truth of data in ecological studies. This session is part of our broader chapter on Ecological Behaviour and Knowledge Management. Remember, our motto is Discover, Learn, and Empower.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4. You will learn to analyze data from environmental monitoring programs to assess trends. This involves using digital forensics to ensure the data is not tampered with. By the end, you will be able to predict future impacts on ecosystems based on verified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digital forensics in our specific context. We will explain why data integrity is critical for ecological monitoring. You will identify methods to verify sensor data authenticity. We will also analyze how knowledge management systems support this forensic analysis. Finally, you will evaluate the consequences of compromised data on ecosystem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Digital forensics is not just for cybercrime; it is vital for environmental science. It ensures that the data from our sensors has not been tampered with. Think of it as a digital seal of authenticity for our ecological observations. Without this, our entire understanding of ecosystem trends could be based on lies.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integrity is the backbone of reliable ecological science. If a single data point is corrupted, it can skew the entire prediction of future climate impacts. Imagine trying to predict a flood based on a fake rainfall record. Integrity verification prevents malicious actors from hiding pollution events. It builds trust between scientists and the public regarding environmental health.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cryptographic hashing to create a unique digital fingerprint for every data packet. If a single bit changes, the hash value changes completely. Digital signatures use private keys to sign data, proving the source identity. This method detects even the smallest alteration in environmental sensor readings. It is the primary defense against data tampering in automated monitoring networks.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Metadata provides context about the data, such as time, location, and sensor ID. Forensic analysis checks if metadata timestamps align with physical event logs. Inconsistent metadata can indicate data injection or system clock manipulation attacks. It helps reconstruct the timeline of events during a suspected data breach. Metadata analysis is crucial for understanding the 'who, when, and where' of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Knowledge management systems store and organize environmental data for future analysis. Forensic tools integrate with these systems to audit data access and changes. They maintain an immutable audit trail of who accessed or modified data. This ensures that the knowledge base remains a reliable source of truth. It supports the 'Ecological Behaviour' aspect by preserving the history of changes.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worked example. A sensor sends a reading of 45.5 ppm for CO2. We calculate the SHA-256 hash of the original data packet. Later, a user claims the reading was 46.0 ppm. We recalculate the hash for 46.0 ppm and compare. The new hash is completely different, proving tampering occurred. The system flags the data as unverified and rejects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common pitfalls in environmental forensics that you must avoid. Relying solely on visual inspection of data plots without cryptographic checks is a major error. Ignoring metadata discrepancies that indicate clock synchronization issues can lead to false conclusions. Using weak hashing algorithms that can be easily brute-forced is a security risk. Failing to secure the private keys used for digital signatures compromises the whole system.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impact of compromised data on predictions is severe. False data can lead to incorrect trend analysis of ecosystem health. Predictive models may forecast non-existent pollution events or miss real ones. Resource allocation for conservation may be misdirected based on faulty data. Regulatory bodies might issue unnecessary fines or fail to penalize violators. Public trust in environmental monitoring programs can be severely eroded.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ensure data integrity, implement end-to-end encryption for all environmental data transmission channels. Use strong, industry-standard hashing algorithms like SHA-256 or SHA-3. Regularly audit access logs and verify digital signatures of stored data. Maintain redundant backups of raw data in secure, immutable storage. Train staff on recognizing signs of data tampering and phishing attacks.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digital forensics ensures the authenticity and integrity of environmental monitoring data. Cryptographic hashing and digital signatures are essential tools for verification. Metadata analysis helps detect anomalies and reconstruct the timeline of events. Compromised data leads to flawed predictions and ineffective environmental policies. Knowledge management systems must integrate forensic tools for reliable long-term records.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reference books for this lecture. They provide the foundational knowledge for environmental science and engineering. Please refer to these texts for further reading on ecological behavior and data management. Thank you for your attention, and I am now open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Digital Forensics in Environmental Data Integrity Verification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Information Security Fundamentals | Ecological Behaviour and Knowledge Management</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Ecological Behaviour and Knowledge Management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digital forensics as applied to environmental data integrity verification.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importance of data integrity in ecological monitoring programs.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methods used to verify the authenticity of sensor data.</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how knowledge management systems support forensic data analysis.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consequences of compromised environmental data on ecosystem predictions.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Defining Digital Forensics for Ecology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Digital forensics involves the recovery and investigation of material found in digital devices.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 ecology, it focuses on verifying the integrity of environmental monitoring data streams.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ensures data has not been altered, deleted, or fabricated by unauthorized parties.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process bridges the gap between raw sensor logs and trustworthy scientific knowledge.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Without it, ecological models may be built on false or manipulated premises.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scope includes metadata analysis, log file examination, and hash verification.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transforms raw data into legally and scientifically admissible evidence.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Role of Data Integrity in Ecology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Data integrity ensures that information remains accurate and consistent over its lifecycle.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Environmental trends rely on long-term data series to detect subtle ecosystem shifts.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single corrupted data point can skew the prediction of future climate impacts.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Integrity verification prevents malicious actors from hiding pollution events or falsifying compliance.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builds trust between scientists, regulators, and the public regarding environmental health.</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Knowledge management systems depend on this integrity to store reliable historical records.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Loss of integrity leads to flawed policy decisions and ineffective conservation strategies.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Verification Methods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Hashing and Signatures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Cryptographic hashing creates a unique digital fingerprint for every data packet.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hash function converts data into a fixed-size string of characters.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Any change in the original data results in a completely different hash value.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Digital signatures use private keys to sign data, proving the source identity.</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Verification involves recalculating the hash and comparing it to the stored value.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method detects even the smallest alteration in environmental sensor readings.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the primary defense against data tampering in automated monitoring networks.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Metadata Analysis for Contextual Verification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Metadata provides context about the data, such as time, location, and sensor ID.</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Forensic analysis checks if metadata timestamps align with physical event logs.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Inconsistent metadata can indicate data injection or system clock manipulation attacks.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Geolocation data must match the physical location of the environmental sensor.</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Cross-referencing metadata with other sources validates the authenticity of the record.</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helps reconstruct the timeline of events during a suspected data breach.</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Metadata analysis is crucial for understanding the 'who, when, and where' of data.</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What is DFIR? How Digital Forensics and Incident Response Works | Fortinet (source: marvel-b1-cdn.bc0a.com)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Knowledge Management Systems and Forensics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Knowledge management systems store and organize environmental data for future analysis.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Forensic tools integrate with these systems to audit data access and changes.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maintain an immutable audit trail of who accessed or modified data.</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ensures that the knowledge base remains a reliable source of truth.</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Automated alerts can trigger when suspicious data modifications are detected in real-time.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supports the 'Ecological Behaviour' aspect by preserving the history of changes.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Secure storage prevents unauthorized deletion of critical historical environmental records.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Essential Guide to the Digital Forensics Process | Fidelis Security (source: cdn-ilbcohb.nitrocdn.com)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Hash Verification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A sensor sends a reading of 45.5 ppm for CO2.</a:t>
            </a:r>
          </a:p>
        </p:txBody>
      </p:sp>
      <p:sp>
        <p:nvSpPr>
          <p:cNvPr id="16" name="Rectangle 15"/>
          <p:cNvSpPr/>
          <p:nvPr/>
        </p:nvSpPr>
        <p:spPr>
          <a:xfrm>
            <a:off x="6185916" y="1625600"/>
            <a:ext cx="5500116"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1</a:t>
            </a:r>
          </a:p>
          <a:p>
            <a:pPr algn="l">
              <a:lnSpc>
                <a:spcPct val="135000"/>
              </a:lnSpc>
            </a:pPr>
            <a:r>
              <a:rPr sz="1300">
                <a:solidFill>
                  <a:srgbClr val="1A1A1A"/>
                </a:solidFill>
                <a:latin typeface="Calibri"/>
              </a:rPr>
              <a:t>Calculate the SHA-256 hash of the original data packet.</a:t>
            </a:r>
          </a:p>
        </p:txBody>
      </p:sp>
      <p:sp>
        <p:nvSpPr>
          <p:cNvPr id="19" name="Rectangle 18"/>
          <p:cNvSpPr/>
          <p:nvPr/>
        </p:nvSpPr>
        <p:spPr>
          <a:xfrm>
            <a:off x="502920" y="2835402"/>
            <a:ext cx="5500116"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2835402"/>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2954274"/>
            <a:ext cx="5083556"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2</a:t>
            </a:r>
          </a:p>
          <a:p>
            <a:pPr algn="l">
              <a:lnSpc>
                <a:spcPct val="135000"/>
              </a:lnSpc>
            </a:pPr>
            <a:r>
              <a:rPr sz="1300">
                <a:solidFill>
                  <a:srgbClr val="1A1A1A"/>
                </a:solidFill>
                <a:latin typeface="Calibri"/>
              </a:rPr>
              <a:t>Store the hash value: a1b2c3d4e5f6... (hypothetical 64-char string).</a:t>
            </a:r>
          </a:p>
        </p:txBody>
      </p:sp>
      <p:sp>
        <p:nvSpPr>
          <p:cNvPr id="22" name="Rectangle 21"/>
          <p:cNvSpPr/>
          <p:nvPr/>
        </p:nvSpPr>
        <p:spPr>
          <a:xfrm>
            <a:off x="6185916" y="2835402"/>
            <a:ext cx="5500116"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85916" y="2835402"/>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596" y="2954274"/>
            <a:ext cx="5083556"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3</a:t>
            </a:r>
          </a:p>
          <a:p>
            <a:pPr algn="l">
              <a:lnSpc>
                <a:spcPct val="135000"/>
              </a:lnSpc>
            </a:pPr>
            <a:r>
              <a:rPr sz="1300">
                <a:solidFill>
                  <a:srgbClr val="1A1A1A"/>
                </a:solidFill>
                <a:latin typeface="Calibri"/>
              </a:rPr>
              <a:t>Later, a user claims the reading was 46.0 ppm.</a:t>
            </a:r>
          </a:p>
        </p:txBody>
      </p:sp>
      <p:sp>
        <p:nvSpPr>
          <p:cNvPr id="25" name="Rectangle 24"/>
          <p:cNvSpPr/>
          <p:nvPr/>
        </p:nvSpPr>
        <p:spPr>
          <a:xfrm>
            <a:off x="502920" y="4045204"/>
            <a:ext cx="5500116"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045204"/>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164076"/>
            <a:ext cx="5083556"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4</a:t>
            </a:r>
          </a:p>
          <a:p>
            <a:pPr algn="l">
              <a:lnSpc>
                <a:spcPct val="135000"/>
              </a:lnSpc>
            </a:pPr>
            <a:r>
              <a:rPr sz="1300">
                <a:solidFill>
                  <a:srgbClr val="1A1A1A"/>
                </a:solidFill>
                <a:latin typeface="Calibri"/>
              </a:rPr>
              <a:t>Recalculate the hash for 46.0 ppm and compare.</a:t>
            </a:r>
          </a:p>
        </p:txBody>
      </p:sp>
      <p:sp>
        <p:nvSpPr>
          <p:cNvPr id="28" name="Rectangle 27"/>
          <p:cNvSpPr/>
          <p:nvPr/>
        </p:nvSpPr>
        <p:spPr>
          <a:xfrm>
            <a:off x="6185916" y="4045204"/>
            <a:ext cx="5500116"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85916" y="4045204"/>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596" y="4164076"/>
            <a:ext cx="5083556"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5</a:t>
            </a:r>
          </a:p>
          <a:p>
            <a:pPr algn="l">
              <a:lnSpc>
                <a:spcPct val="135000"/>
              </a:lnSpc>
            </a:pPr>
            <a:r>
              <a:rPr sz="1300">
                <a:solidFill>
                  <a:srgbClr val="1A1A1A"/>
                </a:solidFill>
                <a:latin typeface="Calibri"/>
              </a:rPr>
              <a:t>The new hash is completely different, proving tampering occurred.</a:t>
            </a:r>
          </a:p>
        </p:txBody>
      </p:sp>
      <p:sp>
        <p:nvSpPr>
          <p:cNvPr id="31" name="Rectangle 30"/>
          <p:cNvSpPr/>
          <p:nvPr/>
        </p:nvSpPr>
        <p:spPr>
          <a:xfrm>
            <a:off x="502920" y="5255006"/>
            <a:ext cx="5500116"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5255006"/>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6600" y="5373878"/>
            <a:ext cx="5083556"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CONCLUSION</a:t>
            </a:r>
          </a:p>
          <a:p>
            <a:pPr algn="l">
              <a:lnSpc>
                <a:spcPct val="135000"/>
              </a:lnSpc>
            </a:pPr>
            <a:r>
              <a:rPr sz="1300">
                <a:solidFill>
                  <a:srgbClr val="1A1A1A"/>
                </a:solidFill>
                <a:latin typeface="Calibri"/>
              </a:rPr>
              <a:t>The system flags the data as unverified and rejects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Environmental Forensics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Relying solely on visual inspection of data plots without cryptographic checks.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metadata discrepancies that indicate clock synchronization issues.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weak hashing algorithms that can be easily brute-forced.</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secure the private keys used for digital signatures.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the possibility of sensor hardware malfunction mimicking tampering.</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Not having a clear chain of custody for digital environmental evidence.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all data from a trusted sensor is automatically authentic.</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What is DFIR? How Digital Forensics and Incident Response Works | Fortinet (source: marvel-b1-cdn.bc0a.com)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Impact of Compromised Data on Predictions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False data can lead to incorrect trend analysis of ecosystem health.</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Predictive models may forecast non-existent pollution events or miss real ones.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Resource allocation for conservation may be misdirected based on faulty data.</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Regulatory bodies might issue unnecessary fines or fail to penalize violators.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Public trust in environmental monitoring programs can be severely eroded.</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Long-term ecological research becomes invalid if the foundational data is suspect.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cost of remediation increases when errors are detected late.</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www.datylon.com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Best Practices for Data Integrity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Implement end-to-end encryption for all environmental data transmission channels.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strong, industry-standard hashing algorithms like SHA-256 or SHA-3.</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Regularly audit access logs and verify digital signatures of stored data.</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Maintain redundant backups of raw data in secure, immutable storage.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Train staff on recognizing signs of data tampering and phishing attacks.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Establish a clear protocol for reporting and investigating data anomalies.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Integrate forensic tools directly into the knowledge management workflow.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Digital forensics ensures the authenticity and integrity of environmental monitoring data.</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Cryptographic hashing and digital signatures are essential tools for verification.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Metadata analysis helps detect anomalies and reconstruct the timeline of events.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Compromised data leads to flawed predictions and ineffective environmental policies.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Knowledge management systems must integrate forensic tools for reliable long-term records.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Forensics in Environmental Data Integrity Verification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