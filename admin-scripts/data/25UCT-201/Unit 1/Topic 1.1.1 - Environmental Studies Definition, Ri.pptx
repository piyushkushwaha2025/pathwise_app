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the foundational concepts of Environmental Studies. We will explore the definition, scope, and the critical role of risk assessment in our ecosystem. We will also dive into the significance of genetically modified organisms and the emerging market for environmental solutions. Remember, this knowledge is vital for your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1, which requires you to recall and analyze fundamental environmental principles. You will learn to identify ecological relationships and understand conservation strategies through the lens of risk assessment. By the end of this session, you will be able to respond to environmental challenges with analytical rigor.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Environmental Studies and articulate its multidisciplinary scope. You will analyze the principles of environmental risk assessment for complex systems. We will also evaluate the environmental significance of genetically modified organisms and examine the emerging market dynamics for these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Studies is not just biology; it is an interdisciplinary field addressing human-environment interactions. It integrates natural sciences, social sciences, and engineering principles to find solutions. The scope includes pollution control, resource management, and biodiversity conservation. Think of it as a framework for analyzing environmental problems systematically, from local community issues to global climate change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assessment identifies hazards and quantifies the probability of adverse effects. It involves four steps: hazard identification, dose-response assessment, exposure assessment, and risk characterization. The process evaluates the likelihood of harm to human health or ecosystems. It helps prioritize environmental management actions based on severity and probability, transforming uncertain data into actionable metrics.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is calculated as the product of Probability and Consequence. For example, if a chemical spill has a 0.05 probability of occurring annually and the consequence is 1000 units of damage, the risk is 50 units per year. This value helps compare risks and allocate resources for mitigation. Higher risk values indicate a need for immediate regulatory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Ignoring low-probability, high-consequence events leads to underestimation of risk. Assuming linear dose-response relationships can be inaccurate for toxins. Overlooking cumulative effects of multiple stressors on ecosystems is a common error. Failing to account for uncertainty in model parameters and predictions can lead to flawed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 microbes are engineered to degrade pollutants like oil and heavy metals. They enhance bioremediation processes in contaminated soil and water bodies. Their significance lies in their ability to break down complex organic compounds. However, risk involves potential horizontal gene transfer to native microbial populations, requiring strict regulatory frameworks.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 plants are developed for pest resistance and drought tolerance. They reduce the need for chemical pesticides and herbicides in agriculture. GM animals are engineered for improved growth rates and disease resistance. However, environmental significance includes potential impacts on non-target species, and gene flow from GM crops to wild relatives is a major concern.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integrated approach combines scientific, social, and economic perspectives. It ensures holistic solutions rather than isolated technical fixes. Stakeholder engagement is crucial for successful environmental management strategies. Policy-making must be informed by scientific evidence and public input to address root causes of environmental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includes consulting, monitoring, and remediation services for industries. Demand is driven by stricter environmental regulations and corporate sustainability. Technologies for waste treatment and renewable energy are key growth areas. The market values expertise in risk assessment and compliance management, with investment increasing globally.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Ecosystem services provide billions in economic value annually to society. Pollination, water purification, and carbon sequestration are critical economic drivers. Loss of biodiversity results in significant economic losses for agriculture. Investment in conservation yields high returns through sustainable resource use, quantified by environmental studies.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Studies is an interdisciplinary field essential for sustainable development. Risk assessment provides a quantitative framework for managing environmental hazards. GM organisms offer solutions but require careful ecological risk management. An integrated approach ensures holistic and effective environmental strategies, and the market is growing due to regulatory and economic drivers.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the topics covered today. Benny Joseph's work offers a comprehensive view of environmental science. R.C. Sharma and D. Gurbir Sangha provide detailed insights into environmental studies. Anjaneyulu, C.S. Rao, E. Bharucha, R. Rajagopalan, and S.C. Santra offer specialized perspectives on pollution control and sustainable practices.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Environmental Studies: Definition, Risk, and GMOs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Introduction to environment and ecosystem</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Introduction to environment and ecosystem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Environmental Studies and articulate its multidisciplinary scope clearly.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principles of environmental risk assessment for complex systems.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environmental significance of genetically modified organisms in ecosystems.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integrated approach required for sustainable environmental management.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Examine the emerging market dynamics for environmental study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Scope of Environmental Studies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Studies is an interdisciplinary field addressing human-environment interactions.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integrates natural sciences, social sciences, and engineering principles for solutions.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scope includes pollution control, resource management, and biodiversity conservation.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focuses on understanding ecological relationships and feedback loops in nature.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field aims to develop strategies for sustainable development and conservation.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Scope extends from local community issues to global climate change challenges.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a framework for analyzing environmental problems systematically.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Venn Diagram | Science and Culture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Principles of Environmental Risk Assessment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INVOLVES FOUR STEPS</a:t>
            </a:r>
          </a:p>
          <a:p>
            <a:pPr algn="l">
              <a:lnSpc>
                <a:spcPct val="135000"/>
              </a:lnSpc>
            </a:pPr>
            <a:r>
              <a:rPr sz="1300">
                <a:solidFill>
                  <a:srgbClr val="1A1A1A"/>
                </a:solidFill>
                <a:latin typeface="Calibri"/>
              </a:rPr>
              <a:t>hazard identification, dose-response assessment, exposure assessment, and risk characterization.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Risk assessment identifies hazards and quantifies the probability of adverse effects.</a:t>
            </a:r>
          </a:p>
          <a:p>
            <a:pPr algn="l">
              <a:lnSpc>
                <a:spcPct val="135000"/>
              </a:lnSpc>
            </a:pPr>
            <a:r>
              <a:rPr sz="1300">
                <a:solidFill>
                  <a:srgbClr val="1A1A1A"/>
                </a:solidFill>
                <a:latin typeface="Calibri"/>
              </a:rPr>
              <a:t>•  The process evaluates the likelihood of harm to human health or ecosystems.</a:t>
            </a:r>
          </a:p>
          <a:p>
            <a:pPr algn="l">
              <a:lnSpc>
                <a:spcPct val="135000"/>
              </a:lnSpc>
            </a:pPr>
            <a:r>
              <a:rPr sz="1300">
                <a:solidFill>
                  <a:srgbClr val="1A1A1A"/>
                </a:solidFill>
                <a:latin typeface="Calibri"/>
              </a:rPr>
              <a:t>•  Quantitative risk assessment uses mathematical models to predict potential damage scenarios.</a:t>
            </a:r>
          </a:p>
          <a:p>
            <a:pPr algn="l">
              <a:lnSpc>
                <a:spcPct val="135000"/>
              </a:lnSpc>
            </a:pPr>
            <a:r>
              <a:rPr sz="1300">
                <a:solidFill>
                  <a:srgbClr val="1A1A1A"/>
                </a:solidFill>
                <a:latin typeface="Calibri"/>
              </a:rPr>
              <a:t>•  It helps prioritize environmental management actions based on severity and probability.</a:t>
            </a:r>
          </a:p>
          <a:p>
            <a:pPr algn="l">
              <a:lnSpc>
                <a:spcPct val="135000"/>
              </a:lnSpc>
            </a:pPr>
            <a:r>
              <a:rPr sz="1300">
                <a:solidFill>
                  <a:srgbClr val="1A1A1A"/>
                </a:solidFill>
                <a:latin typeface="Calibri"/>
              </a:rPr>
              <a:t>•  Risk assessment is essential for regulatory compliance and safety planning.</a:t>
            </a:r>
          </a:p>
          <a:p>
            <a:pPr algn="l">
              <a:lnSpc>
                <a:spcPct val="135000"/>
              </a:lnSpc>
            </a:pPr>
            <a:r>
              <a:rPr sz="1300">
                <a:solidFill>
                  <a:srgbClr val="1A1A1A"/>
                </a:solidFill>
                <a:latin typeface="Calibri"/>
              </a:rPr>
              <a:t>•  It transforms uncertain environmental data into actionable decision-making metrics.</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Studies - Ecosystem (source: www.tutorialspoint.com)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Risk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Formula: R = P × C</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R is the risk index.</a:t>
            </a:r>
          </a:p>
        </p:txBody>
      </p:sp>
      <p:sp>
        <p:nvSpPr>
          <p:cNvPr id="17" name="Rectangle 16"/>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chemical spill has a 0.05 probability of occurring annually.</a:t>
            </a:r>
          </a:p>
        </p:txBody>
      </p:sp>
      <p:sp>
        <p:nvSpPr>
          <p:cNvPr id="20" name="Rectangle 19"/>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R = 0.05 × 1000 = 50 units of risk per year.</a:t>
            </a:r>
          </a:p>
        </p:txBody>
      </p:sp>
      <p:sp>
        <p:nvSpPr>
          <p:cNvPr id="23" name="Rectangle 22"/>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Risk (R) is calculated as the product of Probability (P) and Consequence (C).</a:t>
            </a:r>
          </a:p>
          <a:p>
            <a:pPr algn="l">
              <a:lnSpc>
                <a:spcPct val="135000"/>
              </a:lnSpc>
            </a:pPr>
            <a:r>
              <a:rPr sz="1300">
                <a:solidFill>
                  <a:srgbClr val="1A1A1A"/>
                </a:solidFill>
                <a:latin typeface="Calibri"/>
              </a:rPr>
              <a:t>•  The consequence is estimated at 1000 units of ecological damage.</a:t>
            </a:r>
          </a:p>
          <a:p>
            <a:pPr algn="l">
              <a:lnSpc>
                <a:spcPct val="135000"/>
              </a:lnSpc>
            </a:pPr>
            <a:r>
              <a:rPr sz="1300">
                <a:solidFill>
                  <a:srgbClr val="1A1A1A"/>
                </a:solidFill>
                <a:latin typeface="Calibri"/>
              </a:rPr>
              <a:t>•  This value helps compare risks and allocate resources for mitigation.</a:t>
            </a:r>
          </a:p>
          <a:p>
            <a:pPr algn="l">
              <a:lnSpc>
                <a:spcPct val="135000"/>
              </a:lnSpc>
            </a:pPr>
            <a:r>
              <a:rPr sz="1300">
                <a:solidFill>
                  <a:srgbClr val="1A1A1A"/>
                </a:solidFill>
                <a:latin typeface="Calibri"/>
              </a:rPr>
              <a:t>•  Higher risk values indicate a need for immediate regulatory intervention.</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 vs Ecosystem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Risk Assessment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low-probability, high-consequence events leads to underestimation of risk.</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dose-response relationships can be inaccurate for toxins.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cumulative effects of multiple stressors on ecosystems.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outdated data for exposure assessment in rapidly changing environments.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uncertainty in model parameters and predictions.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social and economic factors in the risk characterization phase.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Relying solely on historical data without considering future climate scenarios.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Concept, Structure, Components of Ecosystem (source: img.brainkart.com)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Genetically Modified Microbes in Environment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GM microbes are engineered to degrade pollutants like oil and heavy metals.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enhance bioremediation processes in contaminated soil and water bodies.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Significance lies in their ability to break down complex organic compounds.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can be designed to produce biofuels from agricultural waste.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Risk involves potential horizontal gene transfer to native microbial populations.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Regulatory frameworks ensure containment and monitoring of GM microbe release.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offer a sustainable solution for cleaning industrial waste sites.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 vs Ecosystem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Genetically Modified Plants and Animals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GM plants are developed for pest resistance and drought tolerance.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reduce the need for chemical pesticides and herbicides in agriculture.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GM animals are engineered for improved growth rates and disease resistance.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significance includes potential impacts on non-target species.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 flow from GM crops to wild relatives is a major concern.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contribute to food security but require rigorous ecological impact studies.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Biodiversity conservation is critical when introducing GM organisms into ecosystems.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scx2.b-cdn.net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Integrated Approach to Environmental Study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integrated approach combines scientific, social, and economic perspectives.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ensures holistic solutions rather than isolated technical fixes.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Stakeholder engagement is crucial for successful environmental management strategies.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Policy-making must be informed by scientific evidence and public input.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Cross-sector collaboration enhances the effectiveness of conservation efforts.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addresses root causes of environmental degradation rather than symptoms.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Sustainable development goals guide the integrated approach framework.</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Studies - Ecosystem (source: www.tutorialspoint.com)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Market for Environmental Study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market includes consulting, monitoring, and remediation services for industries.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Demand is driven by stricter environmental regulations and corporate sustainability.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Technologies for waste treatment and renewable energy are key growth areas.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impact assessments are mandatory for most large-scale projects.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market values expertise in risk assessment and compliance management.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Green technology startups are emerging to address climate change challenges.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Investment in environmental study is increasing globally for future-proofing.</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Studies - Ecosystem (source: www.tutorialspoint.com)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Economic Value of Environmental Services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Ecosystem services provide billions in economic value annually to society.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Pollination, water purification, and carbon sequestration are critical economic drivers.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Loss of biodiversity results in significant economic losses for agriculture.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Investment in conservation yields high returns through sustainable resource use.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studies quantify these values to guide policy decisions.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market for carbon credits is a direct economic application of study.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Sustainable practices reduce long-term costs for businesses and governments.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www.carolina.com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Studies is an interdisciplinary field essential for sustainable development.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Risk assessment provides a quantitative framework for managing environmental hazards.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GM organisms offer solutions but require careful ecological risk management.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integrated approach ensures holistic and effective environmental strategies.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environmental study market is growing due to regulatory and economic drivers.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cdn.sanity.io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Studies: Definition, Risk, and GMOs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