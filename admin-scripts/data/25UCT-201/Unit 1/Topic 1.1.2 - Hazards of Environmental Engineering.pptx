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the hazards of environmental engineering and the structure of ecosystems. We will explore how human interventions can disrupt natural balances. This lecture is crucial for understanding the risks we face in our engineered environments. Let us begin by mapping our learning outcomes to the course goals.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goal for this lecture is to ensure you can recall and analyze fundamental environmental principles. Specifically, we focus on ecological relationships and conservation strategies as outlined in CO1. By the end of this session, you will be able to identify hazards and explain ecosystem functions clearly. This outcome is the foundation for all future engineering safety assessments.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specific hazards from engineering projects. You will also evaluate the structural components that make an ecosystem function correctly. We will differentiate between natural processes and those altered by human engineering. Finally, you will apply these analytical skills to identify real-world conservation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define what we mean by hazards in this context. A hazard is any potential source of harm, such as a chemical spill or structural failure. These often arise from the unintended consequences of our infrastructure development projects. For example, a poorly designed landfill liner can lead to groundwater contamination. Recognizing the source is the critical first step in any mitigation strategy.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of a natural ecosystem is defined by its biotic and abiotic components. Biotic components include producers, consumers, and decomposers that form a complex food web. Abiotic components like sunlight, water, and soil provide the necessary physical conditions. The trophic levels organize these organisms based on their feeding relationships. This physical structure determines the habitat availability for various species within the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 flows through an ecosystem in a one-way direction, starting from the sun. Producers convert this solar energy into chemical energy through the process of photosynthesis. The transfer between trophic levels follows the 10% law, where only a fraction is passed on. Approximately 90% of energy is lost as heat at each transfer step. This unidirectional flow is the primary function that sustains all life within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energy flows one way, nutrients cycle continuously between living and non-living components. Key cycles include the carbon, nitrogen, and phosphorus cycles that sustain life. Decomposers play a vital role by breaking down dead matter to release nutrients back into the soil. Human activities can disrupt these cycles, leading to severe pollution or resource scarcity. Biogeochemical cycles connect biological processes with geological and chemical processes to maintain balance.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projects often fragment habitats, effectively isolating populations of species from one another. Deforestation for infrastructure removes the structural base that supports the entire ecosystem. Pollution alters critical abiotic factors like water pH and soil composition, making them uninhabitable. Invasive species introduced by human activity can disrupt the native structural balance. The loss of keystone species can cause a collapse of the entire structure.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Pollution can block energy flow by killing primary producers like algae in water bodies. Chemical runoff disrupts nutrient cycling by altering the rates of decomposition. Eutrophication causes oxygen depletion, which halts aerobic biological functions essential for life. Acid rain disrupts nutrient cycling by leaching essential minerals from the soil. Noise pollution interferes with animal communication and reproductive functions, affecting population stability.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calculate the energy loss in a food chain. If a plant captures 10,000 Joules of solar energy, it converts this to chemical energy. Primary consumers receive only 10% of that, which is 1,000 Joules. Secondary consumers then receive 10% of that, which is 100 Joules. Tertiary consumers receive just 10 Joules. This calculation demonstrates why food chains rarely exceed four or five levels due to energy loss.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confusing a hazard with a risk, which leads to incorrect safety protocols. Ignoring cumulative effects of multiple small hazards causes a significant underestimation of total impact. We must avoid assuming linear relationships in complex ecosystems, as this leads to prediction errors. Overlooking indirect effects like trophic cascades is another frequent mistake in impact assessments. We must focus on long-term degradation rather than just immediate impacts.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mitigate these hazards by implementing green infrastructure to restore natural ecosystem functions. Using eco-friendly materials reduces toxicity in construction projects significantly. Designing wildlife corridors maintains structural connectivity for species migration. Applying strict effluent treatment standards is essential to protect water quality. Conducting Environmental Impact Assessments before project initiation helps identify potential risks early.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environmental engineering hazards threaten both human health and ecological stability. Ecosystem structure relies on the delicate balance of biotic and abiotic components. Energy flows unidirectionally while nutrients cycle continuously within these systems. Engineering failures disrupt these critical functions of energy flow and nutrient cycling. Analysis must consider cumulative effects and indirect trophic interactions to be effective.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the concepts discussed today. Benny Joseph and R.C. Sharma offer detailed insights into environmental principles. Anjaneyulu and C.S. Rao provide specific technical details on pollution control. Please consult these texts for deeper understanding of ecosystem functions and hazards.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Hazards of Environmental Engineering and Ecosystem Structure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Introduction to environment and ecosystem</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Introduction to environment and ecosystem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specific hazards arising from environmental engineering projects.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structural components of a functional ecosystem.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natural and engineered ecosystem functions.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impact of engineering failures on ecological stability.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analytical skills to identify conservation strategies for hazards.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Hazards in Environmental Engineering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Hazards are potential sources of harm to human health or the environment.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Environmental engineering hazards include chemical spills, noise pollution, and structural failures.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hazards often arise from the unintended consequences of infrastructure development.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hazard becomes a risk when combined with the probability of exposure.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the source is the first step in mitigating environmental engineering risks.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Common sources include wastewater treatment plants, landfills, and industrial effluents.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Engineering controls are designed to eliminate or reduce these identified hazards.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Root Cause Analysis - The Decision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Structure of a Natural Ecosystem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 ecosystem consists of biotic (living) and abiotic (non-living) components.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Biotic components include producers, consumers, and decomposers in a food web.</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Abiotic components include sunlight, water, soil, temperature, and atmospheric gases.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structure defines the physical arrangement and spatial distribution of these components.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Trophic levels organize organisms based on their feeding relationships and energy flow.</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Biodiversity within the structure ensures resilience against environmental disturbances.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Physical structure determines the habitat availability for various species.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Natural disaster (source: Wikipedia — Natural disaster (CC BY-SA))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Function of Ecosystems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Energy Flow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Energy flows through an ecosystem in a one-way direction from the sun.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Producers convert solar energy into chemical energy via photosynthesis.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Energy transfer between trophic levels follows the 10% law of efficiency.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Approximately 90% of energy is lost as heat at each transfer step.</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unidirectional flow drives all biological processes and metabolic activities.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Detritus food chains recycle nutrients while consuming dead organic matter.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Energy flow is the primary function that sustains life within the system.</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Plastic (source: Wikipedia — Plastic (CC BY-SA))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Function of Ecosystems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Nutrient Cycling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Nutrients cycle continuously between biotic and abiotic components of the ecosystem.</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Key cycles include carbon, nitrogen, phosphorus, and water cycles.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Decomposers break down dead matter to release nutrients back into the soil.</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Nutrient cycling ensures the sustainability of life without external inputs.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Human activities can disrupt these cycles, leading to pollution or scarcity.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Biogeochemical cycles connect biological processes with geological and chemical processes.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Disruption in cycling leads to accumulation of toxins or depletion of resources.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Plastic (source: Wikipedia — Plastic (CC BY-SA))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Hazards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Disruption of Ecosystem Structure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Engineering projects often fragment habitats, isolating populations of species.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Deforestation for infrastructure removes the structural base of the ecosystem.</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Pollution alters abiotic factors like water pH and soil composition.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Invasive species introduced by human activity disrupt native structural balance.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Loss of keystone species can cause a collapse of the entire structure.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Physical barriers like dams block migration routes and alter flow dynamics.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Structural degradation reduces the ecosystem's ability to support biodiversity.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impact of mining (source: Wikipedia — Environmental impact of mining (CC BY-SA))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Hazards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Disruption of Ecosystem Function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Pollution can block energy flow by killing primary producers like algae.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Chemical runoff disrupts nutrient cycling by altering decomposition rates.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Eutrophication causes oxygen depletion, halting aerobic biological functions.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Acid rain disrupts nutrient cycling by leaching essential minerals from soil.</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Noise pollution interferes with animal communication and reproductive functions.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Thermal pollution reduces dissolved oxygen, affecting aquatic metabolic functions.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Functional disruption leads to a loss of ecosystem services for humans.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ag.purdue.edu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Energy Loss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Primary consumers receive 10% of producer energy = 1,000 J</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A plant captures 10,000 J of solar energy.</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Energy_available = Initial_Energy × (0.1)^n where n is level.</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Producers convert this to 10,000 J of chemical energy.</a:t>
            </a:r>
          </a:p>
          <a:p>
            <a:pPr algn="l">
              <a:lnSpc>
                <a:spcPct val="135000"/>
              </a:lnSpc>
            </a:pPr>
            <a:r>
              <a:rPr sz="1300">
                <a:solidFill>
                  <a:srgbClr val="1A1A1A"/>
                </a:solidFill>
                <a:latin typeface="Calibri"/>
              </a:rPr>
              <a:t>•  Secondary consumers receive 10% of primary energy = 100 J.</a:t>
            </a:r>
          </a:p>
          <a:p>
            <a:pPr algn="l">
              <a:lnSpc>
                <a:spcPct val="135000"/>
              </a:lnSpc>
            </a:pPr>
            <a:r>
              <a:rPr sz="1300">
                <a:solidFill>
                  <a:srgbClr val="1A1A1A"/>
                </a:solidFill>
                <a:latin typeface="Calibri"/>
              </a:rPr>
              <a:t>•  Tertiary consumers receive 10% of secondary energy = 10 J.</a:t>
            </a:r>
          </a:p>
          <a:p>
            <a:pPr algn="l">
              <a:lnSpc>
                <a:spcPct val="135000"/>
              </a:lnSpc>
            </a:pPr>
            <a:r>
              <a:rPr sz="1300">
                <a:solidFill>
                  <a:srgbClr val="1A1A1A"/>
                </a:solidFill>
                <a:latin typeface="Calibri"/>
              </a:rPr>
              <a:t>•  This demonstrates why food chains rarely exceed four or five levels.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study.com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Hazard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a hazard with a risk leads to incorrect safety protocols.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cumulative effects of multiple small hazards causes underestimation.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linear relationships in complex ecosystems leads to prediction errors.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indirect effects like trophic cascades in impact assessments.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Focusing only on immediate impacts rather than long-term degradation.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the role of decomposers in nutrient cycle disruption.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Treating engineered systems as isolated from natural ecosystem functions.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cdn.flowchartai.org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Mitigation Strategies for Engineering Hazards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Implementing green infrastructure to restore natural ecosystem functions.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eco-friendly materials to reduce toxicity in construction projects.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Designing wildlife corridors to maintain structural connectivity for species.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Applying strict effluent treatment standards to protect water quality.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Conducting Environmental Impact Assessments before project initiation.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Monitoring ecosystem health indicators to detect early signs of failure.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Restoring degraded areas through reforestation and soil remediation.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Environmental engineering hazards threaten both human health and ecological stability.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Ecosystem structure relies on the balance of biotic and abiotic components.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Energy flows unidirectionally while nutrients cycle continuously within systems.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Engineering failures disrupt energy flow and nutrient cycling functions.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Analysis must consider cumulative effects and indirect trophic interactions.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Mitigation requires restoring natural functions through sustainable engineering practices.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bunny-wp-pullzone-lcnorhfy96.b-cdn.net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Hazards of Environmental Engineering and Ecosystem Structure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