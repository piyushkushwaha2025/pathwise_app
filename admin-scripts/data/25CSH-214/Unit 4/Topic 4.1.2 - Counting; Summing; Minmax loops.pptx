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advanced loop operations. We will focus specifically on counting, summing, and finding minimum or maximum values within data structures. These are fundamental patterns you will use in every real-world Python application you build. Let's dive into how to implement these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we will analyze how to manipulate data using loops to handle files and strings effectively. Second, we will design logic that integrates these concepts to build robust applications. These skills are essential for your engineering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counters work under the hood. You will evaluate different approaches to summing data and construct loops that find min and max values without built-in functions. We will also apply these patterns to various data structures like lists and tuples.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counter like a tally mark on a piece of paper. You must start at zero; if you forget this, your results will be garbage. For example, if you count students in a class, you start with zero and add one for each student you see. This simple logic forms the basis of all frequency analysis.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Summing is like pouring water into a bucket drop by drop. You start with an empty bucket, which is zero, and add each number as you encounter it. If you have a list of test scores, you sum them to find the total points available. This is a critical step before calculating the average score.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find the minimum, imagine you are holding the lowest score you have seen so far. You start by assuming the first student has the lowest score. As you check others, if someone scores lower, you update your record. This ensures you always hold the absolute lowest value found.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the maximum is the mirror image of finding the minimum. You start with the first value as your current highest. As you iterate, if you find a value higher than your current record, you update it. This is crucial for identifying peak loads in engineering systems or highest scores in a class.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concrete example. We have a list of numbers and want to count those above 50. We start with a count of zero. When we see 55, we add one. When we see 30, we do nothing. By the end, we have counted four items that met our condition. This is how we filter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sum the even numbers from our list. We start with a total of zero. We check each number; if it is divisible by two, we add it to our running total. We add 2, then 4, then 6, and so on. The final result is 30, which is the sum of all even numbers in that range.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week of temperature readings. We start by assuming the first day's temperature is both the min and max. As we check the rest, we see 21 is lower, so we update the minimum. We see 28 is higher, so we update the maximum. This gives us the full range of temperatures recorded.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very common mistake is forgetting to initialize your variables. If you try to find a minimum without setting the first value, your logic breaks. For counting and summing, zero is the correct start. But for min and max, you must start with the first actual data point to ensure accuracy.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frequent error is the off-by-one mistake. This happens when your loop stops one step too early or goes one step too far. You might miss the last item in your list or crash your program. Always double-check your loop conditions, especially when using indices manually.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always initialize your variables correctly before the loop starts. Remember that min and max need the first data point, not zero. Use conditions inside your loops to filter data for counting or summing. Finally, always check your loop bounds to avoid skipping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these four textbooks. They provide deep insights into Python programming and data structures. Mark Lutz and Tony Gaddis offer excellent foundational knowledge. The other two books provide practical approaches suitable for engineering students. Please refer to them for more complex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Counting; Summing; Min/max loops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Program: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logic behind initializing counters for iterative counting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efficiency of summing algorithms for large numeric datasets.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loops to identify minimum and maximum values dynamically.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these patterns to process lists, tuples, and dictionary values.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common pitfalls like off-by-one errors in loop bounds.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Counting Logic and Initialization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Initialize a counter variable to zero before starting the loop iteration.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Increment the counter by one for every valid item processed in the loop.</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final counter value represents the total number of items found.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a boolean flag to count items meeting specific conditional criteria.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Counting is essential for calculating averages and percentages later in analysis.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Solved Start Total = 0 i = 1 a) Determine the output for | Chegg.com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Summing Numeric Sequences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Initialize a sum accumulator variable to zero before the loop begins.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 the current item value to the accumulator in each iteration.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final accumulator value holds the total sum of all elements.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Summing is required to calculate mean, variance, and other statistical metrics.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Accumulators can also sum specific conditions like positive numbers only.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ecdn.teacherspayteachers.com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Finding Minimum Values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Initialize the minimum tracker with the first element of the sequence.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each subsequent element against the current minimum value.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tracker if the new element is strictly smaller than current.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logic works for lists, tuples, and dictionary values effectively.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Handling empty sequences requires a specific check before starting the loop.</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plottr.com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Finding Maximum Values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Initialize the maximum tracker with the first element of the sequence.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each subsequent element against the current maximum value.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tracker if the new element is strictly larger than current.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logic is symmetric to finding minimum values in any dataset.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Useful for identifying peak performance or highest temperature readings.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Counting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Initialize count = 0 before the loop starts processing</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PROBLEM</a:t>
            </a:r>
          </a:p>
          <a:p>
            <a:pPr algn="l">
              <a:lnSpc>
                <a:spcPct val="135000"/>
              </a:lnSpc>
            </a:pPr>
            <a:r>
              <a:rPr sz="1300">
                <a:solidFill>
                  <a:srgbClr val="1A1A1A"/>
                </a:solidFill>
                <a:latin typeface="Calibri"/>
              </a:rPr>
              <a:t>Count how many numbers in a list are greater than 50.</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a:t>
            </a:r>
          </a:p>
          <a:p>
            <a:pPr algn="l">
              <a:lnSpc>
                <a:spcPct val="135000"/>
              </a:lnSpc>
            </a:pPr>
            <a:r>
              <a:rPr sz="1300">
                <a:solidFill>
                  <a:srgbClr val="1A1A1A"/>
                </a:solidFill>
                <a:latin typeface="Calibri"/>
              </a:rPr>
              <a:t>[12, 55, 30, 88, 45, 92, 10, 60].</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LOOP THROUGH LIST</a:t>
            </a:r>
          </a:p>
          <a:p>
            <a:pPr algn="l">
              <a:lnSpc>
                <a:spcPct val="135000"/>
              </a:lnSpc>
            </a:pPr>
            <a:r>
              <a:rPr sz="1300">
                <a:solidFill>
                  <a:srgbClr val="1A1A1A"/>
                </a:solidFill>
                <a:latin typeface="Calibri"/>
              </a:rPr>
              <a:t>if item &gt; 50, increment count by 1.</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Items 55, 88, 92, 60 match; final count is 4.</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www.excelandaccess.com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Summing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Initialize total_sum = 0 before the loop iteration begins</a:t>
            </a:r>
          </a:p>
        </p:txBody>
      </p:sp>
      <p:sp>
        <p:nvSpPr>
          <p:cNvPr id="16" name="Rectangle 15"/>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PROBLEM</a:t>
            </a:r>
          </a:p>
          <a:p>
            <a:pPr algn="l">
              <a:lnSpc>
                <a:spcPct val="135000"/>
              </a:lnSpc>
            </a:pPr>
            <a:r>
              <a:rPr sz="1300">
                <a:solidFill>
                  <a:srgbClr val="1A1A1A"/>
                </a:solidFill>
                <a:latin typeface="Calibri"/>
              </a:rPr>
              <a:t>Calculate the sum of all even numbers in a list.</a:t>
            </a:r>
          </a:p>
        </p:txBody>
      </p:sp>
      <p:sp>
        <p:nvSpPr>
          <p:cNvPr id="19" name="Rectangle 18"/>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a:t>
            </a:r>
          </a:p>
          <a:p>
            <a:pPr algn="l">
              <a:lnSpc>
                <a:spcPct val="135000"/>
              </a:lnSpc>
            </a:pPr>
            <a:r>
              <a:rPr sz="1300">
                <a:solidFill>
                  <a:srgbClr val="1A1A1A"/>
                </a:solidFill>
                <a:latin typeface="Calibri"/>
              </a:rPr>
              <a:t>[1, 2, 3, 4, 5, 6, 7, 8, 9, 10].</a:t>
            </a:r>
          </a:p>
        </p:txBody>
      </p:sp>
      <p:sp>
        <p:nvSpPr>
          <p:cNvPr id="22" name="Rectangle 21"/>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LOOP</a:t>
            </a:r>
          </a:p>
          <a:p>
            <a:pPr algn="l">
              <a:lnSpc>
                <a:spcPct val="135000"/>
              </a:lnSpc>
            </a:pPr>
            <a:r>
              <a:rPr sz="1300">
                <a:solidFill>
                  <a:srgbClr val="1A1A1A"/>
                </a:solidFill>
                <a:latin typeface="Calibri"/>
              </a:rPr>
              <a:t>if item % 2 == 0, add item to total_sum.</a:t>
            </a:r>
          </a:p>
        </p:txBody>
      </p:sp>
      <p:sp>
        <p:nvSpPr>
          <p:cNvPr id="25" name="Rectangle 24"/>
          <p:cNvSpPr/>
          <p:nvPr/>
        </p:nvSpPr>
        <p:spPr>
          <a:xfrm>
            <a:off x="6185916"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5916"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596" y="4749292"/>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2 + 4 + 6 + 8 + 10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Min/Max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Initialize min_temp = 22 and max_temp = 22 initially</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PROBLEM</a:t>
            </a:r>
          </a:p>
          <a:p>
            <a:pPr algn="l">
              <a:lnSpc>
                <a:spcPct val="135000"/>
              </a:lnSpc>
            </a:pPr>
            <a:r>
              <a:rPr sz="1300">
                <a:solidFill>
                  <a:srgbClr val="1A1A1A"/>
                </a:solidFill>
                <a:latin typeface="Calibri"/>
              </a:rPr>
              <a:t>Find the minimum and maximum temperature in a week.</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a:t>
            </a:r>
          </a:p>
          <a:p>
            <a:pPr algn="l">
              <a:lnSpc>
                <a:spcPct val="135000"/>
              </a:lnSpc>
            </a:pPr>
            <a:r>
              <a:rPr sz="1300">
                <a:solidFill>
                  <a:srgbClr val="1A1A1A"/>
                </a:solidFill>
                <a:latin typeface="Calibri"/>
              </a:rPr>
              <a:t>[22, 25, 21, 28, 24, 23, 26] degrees Celsius.</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ITERATE</a:t>
            </a:r>
          </a:p>
          <a:p>
            <a:pPr algn="l">
              <a:lnSpc>
                <a:spcPct val="135000"/>
              </a:lnSpc>
            </a:pPr>
            <a:r>
              <a:rPr sz="1300">
                <a:solidFill>
                  <a:srgbClr val="1A1A1A"/>
                </a:solidFill>
                <a:latin typeface="Calibri"/>
              </a:rPr>
              <a:t>update min if value &lt; current min, max if value &gt; current.</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Minimum is 21, Maximum is 28 degrees Celsius.</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Initialization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initialize variables leads to undefined behavior or errors.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a non-zero start value for counting causes incorrect totals.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Starting min/max with zero instead of the first data element fails.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initialize with the first element for min/max logic.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Zero is safe for counting and summing but not for min/max.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Off-by-One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Incorrect loop bounds can skip the first or last element.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range(len(list)) is safer than hard-coded indices.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Off-by-one errors result in missing data or index out of bounds.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loop conditions when iterating over complex structures.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Test with small datasets to catch boundary errors early.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Initialize counters and accumulators to zero before starting any loop.</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Initialize min/max trackers with the first element of the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conditional logic inside loops to filter items for counting or summing.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loop bounds to prevent off-by-one errors.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patterns are essential for data analysis and file processing tasks.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Counting; Summing; Min/max loops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