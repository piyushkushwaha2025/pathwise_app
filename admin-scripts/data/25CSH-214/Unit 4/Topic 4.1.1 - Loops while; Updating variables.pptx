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Python loops. We will focus specifically on the 'while' loop and the critical concept of updating variables. This is a foundational skill for controlling program flow in real-world applications. Let's begin by understanding how these loops function differently from other iteration methods.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two specific Course Outcomes. First, we will see how loops help analyze and manipulate strings and data structures. Second, we will learn how to design applications that integrate these looping concepts for practical problem solving. These outcomes ensure you can build robust software solutions.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how a while loop checks conditions repeatedly. You will evaluate why updating variables is crucial to avoid infinite loops. We will apply these concepts to process strings and lists dynamically. Finally, you will design safe algorithms that terminate correctly based on data criteria.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while loop as a bouncer at a club checking IDs. The bouncer checks the condition 'Is the person on the list?' before letting them in. If the condition is false initially, no one enters. This is perfect for situations where we don't know exactly how many × we need to repeat an action, like waiting for a user to type 'quit'.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a car stuck in neutral; the engine runs, but the car never moves forward. This is an infinite loop. The 'update' is like shifting gears to move the car. If you forget to update your counter variable, the condition remains true forever. You must ensure the update moves the variable closer to the stopping point, like reaching a target number.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syntax is strict: 'while' followed by a condition and a colon. The body must be indented to show it belongs to the loop. After the body runs, Python jumps back to the top to check the condition again. This cycle repeats until the condition becomes false. Always ensure your indentation is consistent to avoid syntax errors.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trace a simple sum. We start with i=1 and total=0. In the first pass, we add 1 to total, making it 1, then increment i to 2. We repeat this until i is 6. At that point, the condition 'i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common mistake is forgetting to update the variable. If you write 'while x &lt; 10' but never change x, the loop runs forever. This freezes your program. To debug, check if the update statement is inside the loop and if it logically moves the variable toward the stopping condition. Always have a safety break if the logic is complex.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processing a string like 'Hello'. You can use a while loop to check each character. Start with an index of 0 and check if it is less than the string length. Inside the loop, you can check if the character is a vowel. Then, update the index to move to the next character. This gives you full control over the processing logic.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also use while loops to traverse lists. Start with an index of 0 and check if it is less than the list length. Access the element at that index and perform your logic. Then, update the index to move to the next item. This is particularly useful if you need to modify elements in place or skip items based on specific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find the letter 'a' in 'banana'. We start at index 0. If the character is not 'a', we increment the index. If we find 'a', we set a flag to True. The loop condition checks this flag. Once found, the loop stops immediately. This demonstrates how updating variables and conditions work together to optimize search operations.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Best practices include initializing your variable before the loop starts. The update must be inside the loop body; otherwise, it won't work. Use clear names for your variables so the logic is obvious. Always test edge cases, like when the loop should stop immediately. Documenting your update logic helps others understand how the loop terminates.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while loops repeat code based on a condition checked before each iteration. Updating variables is mandatory to prevent infinite loops. The update logic must move the control variable toward the false condition. These loops are powerful for processing strings and lists with custom logic. Always ensure proper initialization and indentation for correct execution.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books provide comprehensive coverage of Python programming and data structures. Mark Lutz's book offers deep insights into the language. Tony Gaddis provides excellent introductory examples. Y. Daniel Liang focuses on data structures, and the practical approach book offers hands-on exercises. Please refer to these texts for further study.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Loops: while; Updating variables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Python Programming | Loops, string, files, list, dictionaries and tuples</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Python Programming   |   Chapter: Loops, string, files, list, dictionaries and tuples   |   Program: Bachelor of Computer Science and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the syntax, control structures, and basic constructs of Python programming language</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functions, modules, and exception handling for modular program development</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data structures including lists, tuples, dictionaries, and sets for efficient data processing</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and manipulate files, strings, and perform data handling operations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Design and develop real-world applications integrating multiple Python concepts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execution flow of a while loop condition before iteration.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necessity of updating variables to prevent infinite loops.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while loops to process strings and lists dynamically.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Design algorithms that safely terminate based on specific data criteria.</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Demonstrate correct variable state changes within iterative logic blocks.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While Loop</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 while loop repeats a block of code as long as a condition remains true.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condition is evaluated before every single iteration of the loop body.</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If the initial condition is false, the loop body executes zero ×.</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is ideal for scenarios where the number of iterations is unknown.</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Unlike for-loops, it does not automatically iterate over a sequence of items.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loop continues until the boolean expression evaluates to False explicitly.</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provides flexible control over the termination logic of a program.</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What Are the Types, Uses, and Benefits of Loops in Flowcharts?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The Critical Role of Updating Variables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Updating variables changes the state of the loop control variable during execution.</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Without updating, the condition never changes, causing an infinite loop error.</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update statement must logically move the variable toward the termination condition.</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Common updates include incrementing counters or modifying string indices.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update leads to a program that hangs and consumes resources.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update must occur inside the loop body to be effective.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Proper updates ensure the loop eventually reaches a state where it stops.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Syntax Structure and Execution Flow</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syntax begins with the keyword 'while' followed by a boolean condition.</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 colon ':' must immediately follow the condition to start the block.</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loop body requires indentation to define the scope of repeated actions.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Execution jumps back to the condition check after the body finishes.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loop terminates only when the condition evaluates to False explicitly.</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Indentation errors are a common cause of syntax errors in Python loops.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condition is re-evaluated after every single iteration of the block.</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www.scientecheasy.com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Summing Numbers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Initialize a counter variable 'i' to 1 and a sum variable 'total' to 0.</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condition 'i</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Inside the loop, add the current value of 'i' to 'total'.</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Update the counter by incrementing 'i' by 1 in each iteration.</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final value of 'total' will be the sum of integers 1 through 5.</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example demonstrates the standard pattern for counting and accumulating.</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loop stops when 'i' becomes 6, making the condition false.</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gibberblot.github.io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Infinite Loops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'while x &lt; 10' without updating 'x' will never stop.</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An infinite loop occurs when the condition never evaluates to False.</a:t>
            </a:r>
          </a:p>
          <a:p>
            <a:pPr algn="l">
              <a:lnSpc>
                <a:spcPct val="135000"/>
              </a:lnSpc>
            </a:pPr>
            <a:r>
              <a:rPr sz="1300">
                <a:solidFill>
                  <a:srgbClr val="1A1A1A"/>
                </a:solidFill>
                <a:latin typeface="Calibri"/>
              </a:rPr>
              <a:t>•  This usually happens if the update variable is missing or incorrect.</a:t>
            </a:r>
          </a:p>
          <a:p>
            <a:pPr algn="l">
              <a:lnSpc>
                <a:spcPct val="135000"/>
              </a:lnSpc>
            </a:pPr>
            <a:r>
              <a:rPr sz="1300">
                <a:solidFill>
                  <a:srgbClr val="1A1A1A"/>
                </a:solidFill>
                <a:latin typeface="Calibri"/>
              </a:rPr>
              <a:t>•  The program will freeze and consume CPU resources indefinitely.</a:t>
            </a:r>
          </a:p>
          <a:p>
            <a:pPr algn="l">
              <a:lnSpc>
                <a:spcPct val="135000"/>
              </a:lnSpc>
            </a:pPr>
            <a:r>
              <a:rPr sz="1300">
                <a:solidFill>
                  <a:srgbClr val="1A1A1A"/>
                </a:solidFill>
                <a:latin typeface="Calibri"/>
              </a:rPr>
              <a:t>•  Debugging requires checking if the update logic moves toward termination.</a:t>
            </a:r>
          </a:p>
          <a:p>
            <a:pPr algn="l">
              <a:lnSpc>
                <a:spcPct val="135000"/>
              </a:lnSpc>
            </a:pPr>
            <a:r>
              <a:rPr sz="1300">
                <a:solidFill>
                  <a:srgbClr val="1A1A1A"/>
                </a:solidFill>
                <a:latin typeface="Calibri"/>
              </a:rPr>
              <a:t>•  Always verify that the update logic is reachable inside the loop body.</a:t>
            </a:r>
          </a:p>
          <a:p>
            <a:pPr algn="l">
              <a:lnSpc>
                <a:spcPct val="135000"/>
              </a:lnSpc>
            </a:pPr>
            <a:r>
              <a:rPr sz="1300">
                <a:solidFill>
                  <a:srgbClr val="1A1A1A"/>
                </a:solidFill>
                <a:latin typeface="Calibri"/>
              </a:rPr>
              <a:t>•  Use a break statement as a safety net for unexpected conditions.</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preview.redd.it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Application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Processing Strings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While loops are ideal for processing strings character by character.</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an index variable to track the current position in the string.</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condition checks if the index is less than the string length.</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Update the index by incrementing it to move to the next character.</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allows custom logic for each character without using built-in methods.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You can count specific characters or reverse the string manually.</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approach gives granular control over string manipulation tasks.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Application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List Traversal</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While loops can traverse lists using an index-based approach.</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Initialize an index to 0 and check if it is less than list length.</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Access list elements using the current index variable for processing.</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Update the index to move sequentially through the list items.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method is useful when you need to modify elements in place.</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allows skipping specific items based on conditional logic during traversal.</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provides an alternative to the standard for-loop iteration mechanism.</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images.presentationgo.com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Finding a Character</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GOAL</a:t>
            </a:r>
          </a:p>
          <a:p>
            <a:pPr algn="l">
              <a:lnSpc>
                <a:spcPct val="135000"/>
              </a:lnSpc>
            </a:pPr>
            <a:r>
              <a:rPr sz="1300">
                <a:solidFill>
                  <a:srgbClr val="1A1A1A"/>
                </a:solidFill>
                <a:latin typeface="Calibri"/>
              </a:rPr>
              <a:t>Find the index of the first occurrence of 'a' in a string.</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Initialize index 'i' to 0 and a flag 'found' to False.</a:t>
            </a:r>
          </a:p>
          <a:p>
            <a:pPr algn="l">
              <a:lnSpc>
                <a:spcPct val="135000"/>
              </a:lnSpc>
            </a:pPr>
            <a:r>
              <a:rPr sz="1300">
                <a:solidFill>
                  <a:srgbClr val="1A1A1A"/>
                </a:solidFill>
                <a:latin typeface="Calibri"/>
              </a:rPr>
              <a:t>•  Loop while 'i' is less than string length and 'found' is False.</a:t>
            </a:r>
          </a:p>
          <a:p>
            <a:pPr algn="l">
              <a:lnSpc>
                <a:spcPct val="135000"/>
              </a:lnSpc>
            </a:pPr>
            <a:r>
              <a:rPr sz="1300">
                <a:solidFill>
                  <a:srgbClr val="1A1A1A"/>
                </a:solidFill>
                <a:latin typeface="Calibri"/>
              </a:rPr>
              <a:t>•  Check if the character at 'i' matches the target character.</a:t>
            </a:r>
          </a:p>
          <a:p>
            <a:pPr algn="l">
              <a:lnSpc>
                <a:spcPct val="135000"/>
              </a:lnSpc>
            </a:pPr>
            <a:r>
              <a:rPr sz="1300">
                <a:solidFill>
                  <a:srgbClr val="1A1A1A"/>
                </a:solidFill>
                <a:latin typeface="Calibri"/>
              </a:rPr>
              <a:t>•  If match found, set 'found' to True to stop the loop.</a:t>
            </a:r>
          </a:p>
          <a:p>
            <a:pPr algn="l">
              <a:lnSpc>
                <a:spcPct val="135000"/>
              </a:lnSpc>
            </a:pPr>
            <a:r>
              <a:rPr sz="1300">
                <a:solidFill>
                  <a:srgbClr val="1A1A1A"/>
                </a:solidFill>
                <a:latin typeface="Calibri"/>
              </a:rPr>
              <a:t>•  Update 'i' by incrementing it by 1 in every iteration.</a:t>
            </a:r>
          </a:p>
          <a:p>
            <a:pPr algn="l">
              <a:lnSpc>
                <a:spcPct val="135000"/>
              </a:lnSpc>
            </a:pPr>
            <a:r>
              <a:rPr sz="1300">
                <a:solidFill>
                  <a:srgbClr val="1A1A1A"/>
                </a:solidFill>
                <a:latin typeface="Calibri"/>
              </a:rPr>
              <a:t>•  The loop terminates immediately upon finding the target character.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Updating Variables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Best Practices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Always initialize the control variable before the loop starts.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Ensure the update statement is inside the loop body, not outside.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clear variable names that reflect the update logic purpose.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Avoid modifying multiple variables simultaneously unless the logic is clear.</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Test edge cases where the loop might terminate on the first iteration.</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Document the update logic to explain how the loop terminates.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break statements to exit early if a specific condition is met.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While loops repeat code based on a condition evaluated before each iteration.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Updating variables is mandatory to prevent infinite loops and ensure termination.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update logic must move the control variable toward the false condition.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While loops are powerful for processing strings and lists with custom logic.</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Proper initialization and indentation are critical for correct loop execution.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PYTHON</a:t>
            </a:r>
          </a:p>
          <a:p>
            <a:pPr algn="l">
              <a:lnSpc>
                <a:spcPct val="135000"/>
              </a:lnSpc>
            </a:pPr>
            <a:r>
              <a:rPr sz="1300">
                <a:solidFill>
                  <a:srgbClr val="1A1A1A"/>
                </a:solidFill>
                <a:latin typeface="Calibri"/>
              </a:rPr>
              <a:t>A Practical Learning Approach, 1st Edition — T.S. Murugesh, Shriram K. Vasudevan, Sini Raj Pulari</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Learning Python, 6th Edition — Mark Lutz</a:t>
            </a:r>
          </a:p>
          <a:p>
            <a:pPr algn="l">
              <a:lnSpc>
                <a:spcPct val="135000"/>
              </a:lnSpc>
            </a:pPr>
            <a:r>
              <a:rPr sz="1300">
                <a:solidFill>
                  <a:srgbClr val="1A1A1A"/>
                </a:solidFill>
                <a:latin typeface="Calibri"/>
              </a:rPr>
              <a:t>•  Starting Out with Python, Global Edition, 6th Edition — Tony Gaddis</a:t>
            </a:r>
          </a:p>
          <a:p>
            <a:pPr algn="l">
              <a:lnSpc>
                <a:spcPct val="135000"/>
              </a:lnSpc>
            </a:pPr>
            <a:r>
              <a:rPr sz="1300">
                <a:solidFill>
                  <a:srgbClr val="1A1A1A"/>
                </a:solidFill>
                <a:latin typeface="Calibri"/>
              </a:rPr>
              <a:t>•  Introduction to Python Programming and Data Structures, 3rd Edition — Y. Daniel Liang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Loops: while; Updating variables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