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where we bridge Python programming with financial analysis. We will explore how to use built-in and user-defined functions to calculate goodwill and share values. This session is designed to help you implement data structures for efficient financial data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outcome for this lecture is CO3. You will learn to use Python dictionaries to store financial ratios and lists to manage share price histories. This ensures you can process complex financial data efficiently using the correct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key financial terms and apply them in code. You will learn to write functions that automate the calculation of goodwill based on average profits. We will also cover how to use built-in functions for weighted averages and share valuation.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Goodwill is essentially the premium paid for a business's reputation. In Python, we treat this as a value derived from future profit potential. We will use lists to store past profits and calculate the average to determine this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average profit method is the most common approach for goodwill valuation. We calculate the mean of past profits and multiply it by a purchase factor. For example, if average profit is 10,000 and purchase is 3, goodwill is 30,000.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weighted average method is superior for businesses with growth trends. We assign higher weights to recent years to reflect their importance. For instance, the most recent year might have a weight of 5, while the oldest has a weight of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net asset method calculates the liquidation value of the company. It is the most conservative approach to share valuation. If a company has 1 million in assets and 400,000 in liabilities, the net assets are 600,000.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yield method focuses on income generation rather than asset liquidation. It values a share based on the return it provides to the investor. If a share pays a 10 rupee dividend and the normal rate is 10%, the value is 100 rupees.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goodwill for a company with profits of 10k, 12k, 15k, 18k, and 20k. The average profit is 15,000, leading to a goodwill of 45,000. Using the weighted method, the average is slightly higher at 15,133, resulting in a goodwill of 45,390.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company with 500k assets and 200k liabilities. The net asset value per share is 30. If the normal dividend is 5 and the rate is 10%, the yield value is 50. This difference suggests the company has significant intangible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by ignoring negative profits or using outdated data. You must ensure your code handles zero shares to avoid division errors. Always validate your input data before running valuation functions.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implement these calculations using Python lists and dictionaries. We define specific functions for goodwill and share valuation to keep the code modular. Using built-in functions like sum() makes the code cleaner and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you now understand how to calculate goodwill and share values using Python. Remember that user-defined functions and data structures are key to implementing these financial models effectively. Always validate your data to ensure accurate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Python programming and data structures. They will support your learning as you implement these financial analysis functions. Please refer to them for deeper insights into Python syntax and best practices.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Financial statement analysis; Goodwill and share valuation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Built in function and user define function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Built in function and user define function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goodwill and share valuation within the context of financial statements.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user-defined functions to calculate average profits for goodwill.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built-in functions to compute weighted average profits accurately.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share valuation using net asset value and yield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Python dictionaries to store and retrieve financial statement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Goodwill Definition and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Goodwill represents the intangible value of a business reputation and customer base.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calculated as the excess of purchase price over net asset value.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allow custom logic for different goodwill calculation methods.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Financial statements provide the historical profit data required for these calculations.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Goodwill is an asset that appears on the balance sheet after acquisition.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Accurate valuation requires analyzing at least three to five years of profits.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lists can store the annual profit figures for easy iteration.</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to Account for Goodwill: A Step-by-Step Accounting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Average Profit Method for Goodwill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formula is: Goodwill = (Sum of Profits / Years) × Years Purchase</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Average profit is the sum of past profits divided by the number of years.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Goodwill equals average profit multiplied by the number of years purchase.</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encapsulate this logic for reusability in financial reports.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assumes future profits will remain consistent with past performance.</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Negative profits in past years must be handled carefully in the code.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Python's built-in sum() function simplifies the calculation of total profits.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mentormecareers.com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Weighted Average Profit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Weighted average assigns higher importance to recent years of profit data.</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Weights are typically 1, 2, 3, 4, 5 for the first five years respectively.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Goodwill equals weighted average profit multiplied by the years of purchase.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reflects the trend that recent performance is more predictive.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dictionaries can map years to their specific weight values easily.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calculation involves summing (Profit × Weight) divided by sum of weights.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provides a more realistic valuation for growing businesses.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Share Valuation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Net Asset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formula is: Value per Share = (Total Assets - Total Liabilities) / Shares</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Net asset value is the total assets minus total liabilities of the firm.</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Value per share equals net assets divided by the number of shares.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ideal for valuing companies with significant tangible assets.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can calculate net assets from balance sheet data.</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provides a floor value for the share price.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sets can help identify unique asset categories for accurate counting.</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www.investopedia.com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Share Valuation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Yield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formula is: Value per Share = (Dividend per Share / Normal Rate) × 100</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Yield method values shares based on expected future dividend returns.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Value per share equals normal dividend per share divided by normal rate.</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suitable for companies with stable and predictable dividends.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can automate the division and rate comparison logic.</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It assumes the market rate of return is the benchmark for valuation.</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often yields a higher value than the net asset method.</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static.seekingalpha.com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Goodwill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Average profit = (10+12+15+18+20) / 5 = 15,000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Profits for 5 years are 10k, 12k, 15k, 18k, 20k.</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WEIGHTED PROFITS</a:t>
            </a:r>
          </a:p>
          <a:p>
            <a:pPr algn="l">
              <a:lnSpc>
                <a:spcPct val="135000"/>
              </a:lnSpc>
            </a:pPr>
            <a:r>
              <a:rPr sz="1300">
                <a:solidFill>
                  <a:srgbClr val="1A1A1A"/>
                </a:solidFill>
                <a:latin typeface="Calibri"/>
              </a:rPr>
              <a:t>10(1)+12(2)+15(3)+18(4)+20(5) = 227.</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Goodwill at 3 years purchase = 15,000 × 3 = 45,000.</a:t>
            </a:r>
          </a:p>
          <a:p>
            <a:pPr algn="l">
              <a:lnSpc>
                <a:spcPct val="135000"/>
              </a:lnSpc>
            </a:pPr>
            <a:r>
              <a:rPr sz="1300">
                <a:solidFill>
                  <a:srgbClr val="1A1A1A"/>
                </a:solidFill>
                <a:latin typeface="Calibri"/>
              </a:rPr>
              <a:t>•  Sum of weights = 1+2+3+4+5 = 15.</a:t>
            </a:r>
          </a:p>
          <a:p>
            <a:pPr algn="l">
              <a:lnSpc>
                <a:spcPct val="135000"/>
              </a:lnSpc>
            </a:pPr>
            <a:r>
              <a:rPr sz="1300">
                <a:solidFill>
                  <a:srgbClr val="1A1A1A"/>
                </a:solidFill>
                <a:latin typeface="Calibri"/>
              </a:rPr>
              <a:t>•  Weighted average = 227 / 15 = 15.13.</a:t>
            </a:r>
          </a:p>
          <a:p>
            <a:pPr algn="l">
              <a:lnSpc>
                <a:spcPct val="135000"/>
              </a:lnSpc>
            </a:pPr>
            <a:r>
              <a:rPr sz="1300">
                <a:solidFill>
                  <a:srgbClr val="1A1A1A"/>
                </a:solidFill>
                <a:latin typeface="Calibri"/>
              </a:rPr>
              <a:t>•  Goodwill at 3 years purchase = 15.13 × 3 = 45,390.</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images.squarespace-cdn.com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Share Valuation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Net Assets = 500,000 - 200,000 = 300,000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Total Assets 500k, Liabilities 200k, Shares 10,000.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Normal Dividend 5 per share, Normal Rate 10%.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Net Asset Value per share = 300,000 / 10,000 = 30.</a:t>
            </a:r>
          </a:p>
          <a:p>
            <a:pPr algn="l">
              <a:lnSpc>
                <a:spcPct val="135000"/>
              </a:lnSpc>
            </a:pPr>
            <a:r>
              <a:rPr sz="1300">
                <a:solidFill>
                  <a:srgbClr val="1A1A1A"/>
                </a:solidFill>
                <a:latin typeface="Calibri"/>
              </a:rPr>
              <a:t>•  Yield Value per share = (5 / 10) × 100 = 50.</a:t>
            </a:r>
          </a:p>
          <a:p>
            <a:pPr algn="l">
              <a:lnSpc>
                <a:spcPct val="135000"/>
              </a:lnSpc>
            </a:pPr>
            <a:r>
              <a:rPr sz="1300">
                <a:solidFill>
                  <a:srgbClr val="1A1A1A"/>
                </a:solidFill>
                <a:latin typeface="Calibri"/>
              </a:rPr>
              <a:t>•  The yield method values the share higher than the net asset method.</a:t>
            </a:r>
          </a:p>
          <a:p>
            <a:pPr algn="l">
              <a:lnSpc>
                <a:spcPct val="135000"/>
              </a:lnSpc>
            </a:pPr>
            <a:r>
              <a:rPr sz="1300">
                <a:solidFill>
                  <a:srgbClr val="1A1A1A"/>
                </a:solidFill>
                <a:latin typeface="Calibri"/>
              </a:rPr>
              <a:t>•  This discrepancy often indicates the presence of goodwill in the business.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sp-ao.shortpixel.ai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Valuation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negative profits can skew the average profit calculation significantly.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outdated financial data leads to inaccurate goodwill estimates.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adjust for abnormal profits results in inflated valuations.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weight assignment in weighted average methods distorts results.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Dividing by zero errors occur if the number of shares is zero.</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Rounding errors in intermediate steps can affect the final share price.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code must include error handling for these specific edge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Python Implementation Strategy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lists to store annual profit data for easy iteration and summing.</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dictionaries to map years to weights for the weighted average method.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Define a function calculate_goodwill(profits, years_purchase) for reuse.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Define a function calculate_share_value(net_assets, shares) for valuation.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built-in functions like sum(), len(), and max() for efficiency.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Encapsulate financial logic in user-defined functions for clarity and testing.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Print formatted output to display the final valuation results clearly.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Goodwill is calculated using average or weighted average profit methods.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Share valuation can be done via net asset or yield methods.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are essential for modular and reusable financial code.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data structures like lists and dictionaries are ideal for this data.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validate input data to avoid calculation errors and edge cases.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Accurate valuation requires careful selection of the appropriate method.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statement analysis; Goodwill and share valuation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