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328" r:id="rId2"/>
    <p:sldId id="388" r:id="rId3"/>
    <p:sldId id="3273" r:id="rId4"/>
    <p:sldId id="3274" r:id="rId5"/>
    <p:sldId id="3259" r:id="rId6"/>
    <p:sldId id="3260" r:id="rId7"/>
    <p:sldId id="3244" r:id="rId8"/>
    <p:sldId id="2742" r:id="rId9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0432FF"/>
    <a:srgbClr val="0DC9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7086A6-864C-4470-8E84-242EDA49071A}" v="10" dt="2025-11-13T10:40:17.1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41" autoAdjust="0"/>
  </p:normalViewPr>
  <p:slideViewPr>
    <p:cSldViewPr snapToGrid="0">
      <p:cViewPr varScale="1">
        <p:scale>
          <a:sx n="115" d="100"/>
          <a:sy n="115" d="100"/>
        </p:scale>
        <p:origin x="5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2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hil Kumar Mishra" userId="7bad00c051a88fe1" providerId="LiveId" clId="{6E495711-92B3-40FA-87E2-F888313FE3CF}"/>
    <pc:docChg chg="undo custSel addSld delSld modSld sldOrd">
      <pc:chgData name="Sushil Kumar Mishra" userId="7bad00c051a88fe1" providerId="LiveId" clId="{6E495711-92B3-40FA-87E2-F888313FE3CF}" dt="2025-11-13T10:40:30.028" v="1446" actId="14100"/>
      <pc:docMkLst>
        <pc:docMk/>
      </pc:docMkLst>
      <pc:sldChg chg="addSp modSp mod">
        <pc:chgData name="Sushil Kumar Mishra" userId="7bad00c051a88fe1" providerId="LiveId" clId="{6E495711-92B3-40FA-87E2-F888313FE3CF}" dt="2025-11-08T06:03:36.002" v="1387" actId="20577"/>
        <pc:sldMkLst>
          <pc:docMk/>
          <pc:sldMk cId="2974528353" sldId="388"/>
        </pc:sldMkLst>
        <pc:spChg chg="mod">
          <ac:chgData name="Sushil Kumar Mishra" userId="7bad00c051a88fe1" providerId="LiveId" clId="{6E495711-92B3-40FA-87E2-F888313FE3CF}" dt="2025-11-08T05:59:14.333" v="1306" actId="20577"/>
          <ac:spMkLst>
            <pc:docMk/>
            <pc:sldMk cId="2974528353" sldId="388"/>
            <ac:spMk id="2" creationId="{5639430F-E465-E631-5391-4EE3CB820AA6}"/>
          </ac:spMkLst>
        </pc:spChg>
        <pc:spChg chg="mod">
          <ac:chgData name="Sushil Kumar Mishra" userId="7bad00c051a88fe1" providerId="LiveId" clId="{6E495711-92B3-40FA-87E2-F888313FE3CF}" dt="2025-11-08T06:03:36.002" v="1387" actId="20577"/>
          <ac:spMkLst>
            <pc:docMk/>
            <pc:sldMk cId="2974528353" sldId="388"/>
            <ac:spMk id="3" creationId="{0BC42FAE-D09D-ACC2-7169-EBFF5E3FF983}"/>
          </ac:spMkLst>
        </pc:spChg>
      </pc:sldChg>
      <pc:sldChg chg="modSp">
        <pc:chgData name="Sushil Kumar Mishra" userId="7bad00c051a88fe1" providerId="LiveId" clId="{6E495711-92B3-40FA-87E2-F888313FE3CF}" dt="2025-11-08T05:44:11.090" v="1108"/>
        <pc:sldMkLst>
          <pc:docMk/>
          <pc:sldMk cId="0" sldId="3258"/>
        </pc:sldMkLst>
        <pc:spChg chg="mod">
          <ac:chgData name="Sushil Kumar Mishra" userId="7bad00c051a88fe1" providerId="LiveId" clId="{6E495711-92B3-40FA-87E2-F888313FE3CF}" dt="2025-11-08T05:44:11.090" v="1108"/>
          <ac:spMkLst>
            <pc:docMk/>
            <pc:sldMk cId="0" sldId="3258"/>
            <ac:spMk id="3" creationId="{70D23C8B-2400-72E4-E4E9-A84E981C1757}"/>
          </ac:spMkLst>
        </pc:spChg>
      </pc:sldChg>
      <pc:sldChg chg="addSp delSp modSp add mod">
        <pc:chgData name="Sushil Kumar Mishra" userId="7bad00c051a88fe1" providerId="LiveId" clId="{6E495711-92B3-40FA-87E2-F888313FE3CF}" dt="2025-11-13T10:37:30.508" v="1424" actId="14100"/>
        <pc:sldMkLst>
          <pc:docMk/>
          <pc:sldMk cId="3128343913" sldId="3259"/>
        </pc:sldMkLst>
        <pc:spChg chg="add del mod">
          <ac:chgData name="Sushil Kumar Mishra" userId="7bad00c051a88fe1" providerId="LiveId" clId="{6E495711-92B3-40FA-87E2-F888313FE3CF}" dt="2025-11-13T10:37:05.432" v="1418" actId="478"/>
          <ac:spMkLst>
            <pc:docMk/>
            <pc:sldMk cId="3128343913" sldId="3259"/>
            <ac:spMk id="2" creationId="{C3B59E52-58AE-0892-3736-FAEDC76A104F}"/>
          </ac:spMkLst>
        </pc:spChg>
        <pc:spChg chg="add del mod">
          <ac:chgData name="Sushil Kumar Mishra" userId="7bad00c051a88fe1" providerId="LiveId" clId="{6E495711-92B3-40FA-87E2-F888313FE3CF}" dt="2025-11-13T10:37:07.824" v="1419" actId="478"/>
          <ac:spMkLst>
            <pc:docMk/>
            <pc:sldMk cId="3128343913" sldId="3259"/>
            <ac:spMk id="4" creationId="{4E791D65-4BCA-215C-0D14-94A4B6F7679F}"/>
          </ac:spMkLst>
        </pc:spChg>
        <pc:spChg chg="add del mod">
          <ac:chgData name="Sushil Kumar Mishra" userId="7bad00c051a88fe1" providerId="LiveId" clId="{6E495711-92B3-40FA-87E2-F888313FE3CF}" dt="2025-11-13T10:37:02.300" v="1417" actId="478"/>
          <ac:spMkLst>
            <pc:docMk/>
            <pc:sldMk cId="3128343913" sldId="3259"/>
            <ac:spMk id="6" creationId="{1C1C8A24-FDC6-19B4-5C6C-BD98D6286516}"/>
          </ac:spMkLst>
        </pc:spChg>
        <pc:spChg chg="add del mod">
          <ac:chgData name="Sushil Kumar Mishra" userId="7bad00c051a88fe1" providerId="LiveId" clId="{6E495711-92B3-40FA-87E2-F888313FE3CF}" dt="2025-11-13T10:37:10.995" v="1420" actId="478"/>
          <ac:spMkLst>
            <pc:docMk/>
            <pc:sldMk cId="3128343913" sldId="3259"/>
            <ac:spMk id="8" creationId="{04A8D34B-3F94-E60D-1B3F-477685154B48}"/>
          </ac:spMkLst>
        </pc:spChg>
        <pc:picChg chg="add mod">
          <ac:chgData name="Sushil Kumar Mishra" userId="7bad00c051a88fe1" providerId="LiveId" clId="{6E495711-92B3-40FA-87E2-F888313FE3CF}" dt="2025-11-13T10:37:30.508" v="1424" actId="14100"/>
          <ac:picMkLst>
            <pc:docMk/>
            <pc:sldMk cId="3128343913" sldId="3259"/>
            <ac:picMk id="9" creationId="{40DCB45F-5904-885A-71F9-A7CC7EE5466A}"/>
          </ac:picMkLst>
        </pc:picChg>
      </pc:sldChg>
      <pc:sldChg chg="addSp delSp modSp add mod">
        <pc:chgData name="Sushil Kumar Mishra" userId="7bad00c051a88fe1" providerId="LiveId" clId="{6E495711-92B3-40FA-87E2-F888313FE3CF}" dt="2025-11-13T10:39:24.697" v="1434" actId="14100"/>
        <pc:sldMkLst>
          <pc:docMk/>
          <pc:sldMk cId="1260283384" sldId="3264"/>
        </pc:sldMkLst>
        <pc:spChg chg="del mod">
          <ac:chgData name="Sushil Kumar Mishra" userId="7bad00c051a88fe1" providerId="LiveId" clId="{6E495711-92B3-40FA-87E2-F888313FE3CF}" dt="2025-11-13T10:39:02.120" v="1428" actId="478"/>
          <ac:spMkLst>
            <pc:docMk/>
            <pc:sldMk cId="1260283384" sldId="3264"/>
            <ac:spMk id="2" creationId="{96D4F924-0BB4-3E63-DC24-5ACDE1128402}"/>
          </ac:spMkLst>
        </pc:spChg>
        <pc:spChg chg="add del mod">
          <ac:chgData name="Sushil Kumar Mishra" userId="7bad00c051a88fe1" providerId="LiveId" clId="{6E495711-92B3-40FA-87E2-F888313FE3CF}" dt="2025-11-13T10:39:04.115" v="1429" actId="478"/>
          <ac:spMkLst>
            <pc:docMk/>
            <pc:sldMk cId="1260283384" sldId="3264"/>
            <ac:spMk id="4" creationId="{69D7EBDC-15C8-02C2-DFF4-C7C03A75CB90}"/>
          </ac:spMkLst>
        </pc:spChg>
        <pc:spChg chg="add del mod">
          <ac:chgData name="Sushil Kumar Mishra" userId="7bad00c051a88fe1" providerId="LiveId" clId="{6E495711-92B3-40FA-87E2-F888313FE3CF}" dt="2025-11-13T10:38:59.692" v="1427" actId="478"/>
          <ac:spMkLst>
            <pc:docMk/>
            <pc:sldMk cId="1260283384" sldId="3264"/>
            <ac:spMk id="6" creationId="{9BF731F1-4494-B366-E8E5-7FD3FCE6FC6E}"/>
          </ac:spMkLst>
        </pc:spChg>
        <pc:picChg chg="add mod">
          <ac:chgData name="Sushil Kumar Mishra" userId="7bad00c051a88fe1" providerId="LiveId" clId="{6E495711-92B3-40FA-87E2-F888313FE3CF}" dt="2025-11-13T10:39:24.697" v="1434" actId="14100"/>
          <ac:picMkLst>
            <pc:docMk/>
            <pc:sldMk cId="1260283384" sldId="3264"/>
            <ac:picMk id="8" creationId="{E599FEC2-9536-7D4D-F745-7E5D6A79D778}"/>
          </ac:picMkLst>
        </pc:picChg>
      </pc:sldChg>
      <pc:sldChg chg="addSp delSp modSp add mod">
        <pc:chgData name="Sushil Kumar Mishra" userId="7bad00c051a88fe1" providerId="LiveId" clId="{6E495711-92B3-40FA-87E2-F888313FE3CF}" dt="2025-11-13T10:40:30.028" v="1446" actId="14100"/>
        <pc:sldMkLst>
          <pc:docMk/>
          <pc:sldMk cId="1480094409" sldId="3266"/>
        </pc:sldMkLst>
        <pc:spChg chg="add del mod">
          <ac:chgData name="Sushil Kumar Mishra" userId="7bad00c051a88fe1" providerId="LiveId" clId="{6E495711-92B3-40FA-87E2-F888313FE3CF}" dt="2025-11-13T10:40:08.184" v="1441" actId="478"/>
          <ac:spMkLst>
            <pc:docMk/>
            <pc:sldMk cId="1480094409" sldId="3266"/>
            <ac:spMk id="2" creationId="{0439D29A-3B1C-439D-6965-49A0B3D87984}"/>
          </ac:spMkLst>
        </pc:spChg>
        <pc:spChg chg="add del mod">
          <ac:chgData name="Sushil Kumar Mishra" userId="7bad00c051a88fe1" providerId="LiveId" clId="{6E495711-92B3-40FA-87E2-F888313FE3CF}" dt="2025-11-13T10:40:11.230" v="1442" actId="478"/>
          <ac:spMkLst>
            <pc:docMk/>
            <pc:sldMk cId="1480094409" sldId="3266"/>
            <ac:spMk id="4" creationId="{E33BD158-9D6D-7795-D584-5D88FC63142D}"/>
          </ac:spMkLst>
        </pc:spChg>
        <pc:picChg chg="add mod">
          <ac:chgData name="Sushil Kumar Mishra" userId="7bad00c051a88fe1" providerId="LiveId" clId="{6E495711-92B3-40FA-87E2-F888313FE3CF}" dt="2025-11-13T10:40:30.028" v="1446" actId="14100"/>
          <ac:picMkLst>
            <pc:docMk/>
            <pc:sldMk cId="1480094409" sldId="3266"/>
            <ac:picMk id="6" creationId="{33195C31-79CC-C899-EC6C-2917A35DED5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0CA1A69-C95D-469A-8C08-D21A70DA9129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9313E9A-D091-49C9-BC3E-DD26E8AA7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084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A0094-E103-6848-BF54-053E2AB5F3F3}" type="datetime1">
              <a:rPr lang="en-IN" smtClean="0"/>
              <a:t>10/06/26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692D5-6E13-4D8F-9FC1-8DA8A2CDA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68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3CE3-A1F4-B44A-BC0A-F704860F0556}" type="datetime1">
              <a:rPr lang="en-IN" smtClean="0"/>
              <a:t>10/06/26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692D5-6E13-4D8F-9FC1-8DA8A2CDA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23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DACD-B5C6-9A46-82EE-7CB17ECD8434}" type="datetime1">
              <a:rPr lang="en-IN" smtClean="0"/>
              <a:t>10/06/26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692D5-6E13-4D8F-9FC1-8DA8A2CDA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288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109FA-9D68-2E47-84CA-F503528A8406}" type="datetime1">
              <a:rPr lang="en-IN" smtClean="0"/>
              <a:t>10/06/26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692D5-6E13-4D8F-9FC1-8DA8A2CDA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23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0FA83-8636-BD40-94C0-C12CC92ABE73}" type="datetime1">
              <a:rPr lang="en-IN" smtClean="0"/>
              <a:t>10/06/26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692D5-6E13-4D8F-9FC1-8DA8A2CDA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11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ADFE-97BA-AF42-9C89-DDBDE465730D}" type="datetime1">
              <a:rPr lang="en-IN" smtClean="0"/>
              <a:t>10/06/26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692D5-6E13-4D8F-9FC1-8DA8A2CDA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490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AD9CE-FC52-704B-9690-64F5217599A5}" type="datetime1">
              <a:rPr lang="en-IN" smtClean="0"/>
              <a:t>10/06/26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692D5-6E13-4D8F-9FC1-8DA8A2CDA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207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BE4A7-3FBF-124B-9D28-47E85E74BDF5}" type="datetime1">
              <a:rPr lang="en-IN" smtClean="0"/>
              <a:t>10/06/26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692D5-6E13-4D8F-9FC1-8DA8A2CDA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17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13EF3-B010-B046-B1C2-B8C3B074DA44}" type="datetime1">
              <a:rPr lang="en-IN" smtClean="0"/>
              <a:t>10/06/26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692D5-6E13-4D8F-9FC1-8DA8A2CDA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559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3764-F909-D047-B0E6-B0132EDAEBC2}" type="datetime1">
              <a:rPr lang="en-IN" smtClean="0"/>
              <a:t>10/06/26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692D5-6E13-4D8F-9FC1-8DA8A2CDA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691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41689-54F5-6C4F-8B28-E224A950F517}" type="datetime1">
              <a:rPr lang="en-IN" smtClean="0"/>
              <a:t>10/06/26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692D5-6E13-4D8F-9FC1-8DA8A2CDA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258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A22B8-2FE2-B14D-88A4-8C1C2B325DD2}" type="datetime1">
              <a:rPr lang="en-IN" smtClean="0"/>
              <a:t>10/06/26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692D5-6E13-4D8F-9FC1-8DA8A2CDA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582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ugs.python.org/file47781/Tutorial_EDIT.pdf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ssets.openstax.org/oscms-prodcms/media/documents/Introduction_to_Python_Programming_-_WEB.pdf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8096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8654144" y="5312161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6808078" y="808530"/>
            <a:ext cx="3859922" cy="438933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117057" y="2376395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243788" y="1295401"/>
            <a:ext cx="7909862" cy="5206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>
              <a:lnSpc>
                <a:spcPct val="90000"/>
              </a:lnSpc>
              <a:buClr>
                <a:schemeClr val="dk1"/>
              </a:buClr>
              <a:buSzPts val="3200"/>
            </a:pPr>
            <a:r>
              <a:rPr lang="en-US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Uttar Pradesh</a:t>
            </a:r>
            <a:endParaRPr lang="en-US" sz="1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3200"/>
            </a:pPr>
            <a:r>
              <a:rPr lang="en-US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School of Computer Science &amp; Engineering</a:t>
            </a:r>
            <a:endParaRPr lang="en-US" sz="1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 </a:t>
            </a:r>
            <a:endParaRPr lang="en-US" sz="1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US" sz="280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Semester III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endParaRPr lang="en-US" sz="1000" dirty="0">
              <a:solidFill>
                <a:schemeClr val="dk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8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Programming</a:t>
            </a:r>
            <a:endParaRPr lang="en-US" sz="2800" dirty="0">
              <a:solidFill>
                <a:schemeClr val="dk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000" b="1" dirty="0">
                <a:solidFill>
                  <a:srgbClr val="000000"/>
                </a:solidFill>
                <a:latin typeface="Aptos Narrow" panose="020B0004020202020204" pitchFamily="34" charset="0"/>
              </a:rPr>
              <a:t>Course Code: </a:t>
            </a:r>
            <a:r>
              <a:rPr lang="en-IN" b="1" dirty="0"/>
              <a:t>25 CSH-214</a:t>
            </a:r>
            <a:endParaRPr lang="en-US" sz="2000" b="1" dirty="0">
              <a:solidFill>
                <a:srgbClr val="000000"/>
              </a:solidFill>
              <a:latin typeface="Aptos Narrow" panose="020B0004020202020204" pitchFamily="34" charset="0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36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Faculty Name: Prateek Singhal</a:t>
            </a:r>
            <a:endParaRPr lang="en-US" sz="2800" dirty="0">
              <a:solidFill>
                <a:schemeClr val="dk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sz="1200" dirty="0">
              <a:latin typeface="Raleway ExtraBold" pitchFamily="34" charset="-5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BDF1E2-F90B-01FA-B2A6-73A717DDD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622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16545-4556-92B4-1344-FB7413DEE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9430F-E465-E631-5391-4EE3CB820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6710" y="617377"/>
            <a:ext cx="7668369" cy="1066801"/>
          </a:xfrm>
        </p:spPr>
        <p:txBody>
          <a:bodyPr>
            <a:noAutofit/>
          </a:bodyPr>
          <a:lstStyle/>
          <a:p>
            <a:br>
              <a:rPr lang="en-US" sz="2500" b="1" dirty="0">
                <a:latin typeface="+mn-lt"/>
              </a:rPr>
            </a:br>
            <a:br>
              <a:rPr lang="en-US" sz="2500" b="1" dirty="0">
                <a:latin typeface="+mn-lt"/>
              </a:rPr>
            </a:br>
            <a:br>
              <a:rPr lang="en-US" sz="2500" b="1" dirty="0">
                <a:latin typeface="+mn-lt"/>
              </a:rPr>
            </a:br>
            <a:br>
              <a:rPr lang="en-US" sz="2500" b="1" dirty="0">
                <a:latin typeface="+mn-lt"/>
              </a:rPr>
            </a:br>
            <a:br>
              <a:rPr lang="en-US" sz="2500" b="1" dirty="0">
                <a:latin typeface="+mn-lt"/>
              </a:rPr>
            </a:br>
            <a:br>
              <a:rPr lang="en-US" sz="2500" b="1" dirty="0">
                <a:latin typeface="+mn-lt"/>
              </a:rPr>
            </a:br>
            <a:br>
              <a:rPr lang="en-US" sz="2500" b="1" dirty="0">
                <a:latin typeface="+mn-lt"/>
              </a:rPr>
            </a:br>
            <a:br>
              <a:rPr lang="en-US" sz="2500" b="1" dirty="0">
                <a:latin typeface="+mn-lt"/>
              </a:rPr>
            </a:br>
            <a:br>
              <a:rPr lang="en-US" sz="2500" b="1" dirty="0">
                <a:latin typeface="+mn-lt"/>
              </a:rPr>
            </a:br>
            <a:br>
              <a:rPr lang="en-US" sz="2500" b="1" dirty="0">
                <a:latin typeface="+mn-lt"/>
              </a:rPr>
            </a:br>
            <a:br>
              <a:rPr lang="en-US" sz="2500" b="1" dirty="0">
                <a:latin typeface="+mn-lt"/>
              </a:rPr>
            </a:br>
            <a:br>
              <a:rPr lang="en-US" sz="2500" b="1" dirty="0">
                <a:latin typeface="+mn-lt"/>
              </a:rPr>
            </a:br>
            <a:br>
              <a:rPr lang="en-US" sz="2500" b="1" dirty="0">
                <a:latin typeface="+mn-lt"/>
              </a:rPr>
            </a:br>
            <a:br>
              <a:rPr lang="en-US" sz="2500" b="1" dirty="0">
                <a:latin typeface="+mn-lt"/>
              </a:rPr>
            </a:br>
            <a:br>
              <a:rPr lang="en-US" sz="2500" b="1" dirty="0">
                <a:latin typeface="+mn-lt"/>
              </a:rPr>
            </a:br>
            <a:br>
              <a:rPr lang="en-US" sz="2500" b="1" dirty="0">
                <a:latin typeface="+mn-lt"/>
              </a:rPr>
            </a:br>
            <a:br>
              <a:rPr lang="en-US" sz="2500" b="1" dirty="0">
                <a:latin typeface="+mn-lt"/>
              </a:rPr>
            </a:br>
            <a:br>
              <a:rPr lang="en-US" sz="2500" b="1" dirty="0">
                <a:latin typeface="+mn-lt"/>
              </a:rPr>
            </a:br>
            <a:br>
              <a:rPr lang="en-US" sz="2500" b="1" dirty="0">
                <a:latin typeface="+mn-lt"/>
              </a:rPr>
            </a:br>
            <a:r>
              <a:rPr lang="en-US" sz="2800" b="1" dirty="0">
                <a:solidFill>
                  <a:srgbClr val="C00000"/>
                </a:solidFill>
                <a:latin typeface="+mn-lt"/>
              </a:rPr>
              <a:t>UNIT 1</a:t>
            </a:r>
            <a:br>
              <a:rPr lang="en-US" sz="2800" b="1" dirty="0">
                <a:solidFill>
                  <a:srgbClr val="C00000"/>
                </a:solidFill>
                <a:latin typeface="+mn-lt"/>
              </a:rPr>
            </a:br>
            <a:r>
              <a:rPr lang="en-US" sz="2800" b="1">
                <a:solidFill>
                  <a:srgbClr val="C00000"/>
                </a:solidFill>
                <a:latin typeface="+mn-lt"/>
              </a:rPr>
              <a:t>Lecture 2</a:t>
            </a:r>
            <a:br>
              <a:rPr lang="en-US" sz="2800" b="1" dirty="0">
                <a:solidFill>
                  <a:srgbClr val="C00000"/>
                </a:solidFill>
                <a:latin typeface="+mn-lt"/>
              </a:rPr>
            </a:br>
            <a:r>
              <a:rPr lang="en-IN" sz="2800" b="1" kern="100" dirty="0">
                <a:solidFill>
                  <a:srgbClr val="C00000"/>
                </a:solidFill>
                <a:latin typeface="+mn-lt"/>
                <a:ea typeface="Calibri" panose="020F0502020204030204" pitchFamily="34" charset="0"/>
                <a:cs typeface="Cordia New" panose="020B0304020202020204" pitchFamily="34" charset="-34"/>
              </a:rPr>
              <a:t>Topics to be Covered</a:t>
            </a:r>
            <a:br>
              <a:rPr lang="en-IN" sz="2800" kern="100" dirty="0">
                <a:solidFill>
                  <a:srgbClr val="C00000"/>
                </a:solidFill>
                <a:effectLst/>
                <a:latin typeface="+mn-lt"/>
                <a:ea typeface="Calibri" panose="020F0502020204030204" pitchFamily="34" charset="0"/>
                <a:cs typeface="Cordia New" panose="020B0304020202020204" pitchFamily="34" charset="-34"/>
              </a:rPr>
            </a:br>
            <a:endParaRPr lang="en-US" sz="2800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5D2271-6A1C-FBB7-59E8-95249EE5C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62200" cy="838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87D7A2-2D3F-E90E-E2D7-A91A1932E5DA}"/>
              </a:ext>
            </a:extLst>
          </p:cNvPr>
          <p:cNvSpPr txBox="1"/>
          <p:nvPr/>
        </p:nvSpPr>
        <p:spPr>
          <a:xfrm>
            <a:off x="903514" y="1749491"/>
            <a:ext cx="10493829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200" b="0" i="0" u="none" strike="noStrike" baseline="0" dirty="0">
                <a:latin typeface="Arial" panose="020B0604020202020204" pitchFamily="34" charset="0"/>
              </a:rPr>
              <a:t>1. Introduction to Python</a:t>
            </a:r>
          </a:p>
          <a:p>
            <a:pPr algn="l"/>
            <a:r>
              <a:rPr lang="en-IN" sz="2200" b="0" i="0" u="none" strike="noStrike" baseline="0" dirty="0">
                <a:latin typeface="Arial" panose="020B0604020202020204" pitchFamily="34" charset="0"/>
              </a:rPr>
              <a:t>2. History</a:t>
            </a:r>
          </a:p>
          <a:p>
            <a:pPr algn="l"/>
            <a:r>
              <a:rPr lang="en-US" sz="2200" b="0" i="0" u="none" strike="noStrike" baseline="0" dirty="0">
                <a:latin typeface="Arial" panose="020B0604020202020204" pitchFamily="34" charset="0"/>
              </a:rPr>
              <a:t>3. Evolution of Python in engineering</a:t>
            </a:r>
          </a:p>
          <a:p>
            <a:pPr algn="l"/>
            <a:r>
              <a:rPr lang="en-IN" sz="2200" b="0" i="0" u="none" strike="noStrike" baseline="0" dirty="0">
                <a:latin typeface="Arial" panose="020B0604020202020204" pitchFamily="34" charset="0"/>
              </a:rPr>
              <a:t>4. Applications in AI, Biomedical, Engineering, IoT, Robotics, Data</a:t>
            </a:r>
          </a:p>
          <a:p>
            <a:pPr algn="l"/>
            <a:r>
              <a:rPr lang="en-IN" sz="2200" b="0" i="0" u="none" strike="noStrike" baseline="0" dirty="0">
                <a:latin typeface="Arial" panose="020B0604020202020204" pitchFamily="34" charset="0"/>
              </a:rPr>
              <a:t>Science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974528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906A91-42E4-7600-E57B-91A321671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71" y="174172"/>
            <a:ext cx="2362200" cy="838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E9D97B-CD05-DE91-451C-145456A7E523}"/>
              </a:ext>
            </a:extLst>
          </p:cNvPr>
          <p:cNvSpPr txBox="1"/>
          <p:nvPr/>
        </p:nvSpPr>
        <p:spPr>
          <a:xfrm>
            <a:off x="3156857" y="304800"/>
            <a:ext cx="75601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</a:rPr>
              <a:t>History of Python</a:t>
            </a:r>
            <a:endParaRPr lang="en-IN" sz="30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EB260F-E189-5DC2-2B42-A485D9DD7BF9}"/>
              </a:ext>
            </a:extLst>
          </p:cNvPr>
          <p:cNvSpPr txBox="1"/>
          <p:nvPr/>
        </p:nvSpPr>
        <p:spPr>
          <a:xfrm>
            <a:off x="364670" y="1548689"/>
            <a:ext cx="10238015" cy="322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Python was developed by Guido van Rossum in 1989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Officially released in 1991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Named after the British comedy show “Monty Python’s Flying Circus”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Designed with the philosophy: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Simple syntax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Readable code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Rapid development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448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138C90-6889-5FD6-71B7-98EBD444C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2" y="92529"/>
            <a:ext cx="2362200" cy="838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CE45D0-AFF7-5DE2-EA49-A32B7B8732CC}"/>
              </a:ext>
            </a:extLst>
          </p:cNvPr>
          <p:cNvSpPr txBox="1"/>
          <p:nvPr/>
        </p:nvSpPr>
        <p:spPr>
          <a:xfrm>
            <a:off x="849085" y="1577814"/>
            <a:ext cx="10101943" cy="1728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 works on different platforms (Windows, Mac, Linux, Raspberry Pi, etc).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 has a simple syntax similar to the English language.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 has syntax that allows developers to write programs with fewer lines than some other programming languages.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878924-0652-0775-7C12-703747293698}"/>
              </a:ext>
            </a:extLst>
          </p:cNvPr>
          <p:cNvSpPr txBox="1"/>
          <p:nvPr/>
        </p:nvSpPr>
        <p:spPr>
          <a:xfrm>
            <a:off x="3554186" y="376731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Need for Python Programming</a:t>
            </a:r>
            <a:endParaRPr lang="en-IN" sz="3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2482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94E85-5A33-CFE5-FB73-844247424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FE38B6-C767-6E11-2BD2-AFFDA50F9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62200" cy="838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819CE8-6764-BD12-9FB7-8578719E0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19" y="1352260"/>
            <a:ext cx="10478962" cy="41534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5ED509-A302-B529-97C2-32F6AA03F9C8}"/>
              </a:ext>
            </a:extLst>
          </p:cNvPr>
          <p:cNvSpPr txBox="1"/>
          <p:nvPr/>
        </p:nvSpPr>
        <p:spPr>
          <a:xfrm>
            <a:off x="2139043" y="787234"/>
            <a:ext cx="7592786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0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Applications of Python in various domains</a:t>
            </a:r>
            <a:endParaRPr lang="en-IN" sz="3000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343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572CED-BD09-0CB0-1FE1-D2173BAB0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62200" cy="83820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145E31F-7D8F-5E1C-29DF-1C6DDFC04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033008"/>
              </p:ext>
            </p:extLst>
          </p:nvPr>
        </p:nvGraphicFramePr>
        <p:xfrm>
          <a:off x="2505710" y="1458391"/>
          <a:ext cx="7180580" cy="347472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922780">
                  <a:extLst>
                    <a:ext uri="{9D8B030D-6E8A-4147-A177-3AD203B41FA5}">
                      <a16:colId xmlns:a16="http://schemas.microsoft.com/office/drawing/2014/main" val="418307329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800248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C00000"/>
                          </a:solidFill>
                        </a:rPr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C00000"/>
                          </a:solidFill>
                        </a:rPr>
                        <a:t>Key Applications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3629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Bioinformatics</a:t>
                      </a:r>
                      <a:endParaRPr lang="en-IN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Analyzing DNA and protein sequences, gene classification, sequence alignment, and genome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8647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Data Science</a:t>
                      </a:r>
                      <a:endParaRPr lang="en-IN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Handling large biological datasets, automating laboratory workflows, and creating meaningful visualizations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9415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Drug Discovery</a:t>
                      </a:r>
                      <a:endParaRPr lang="en-IN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Modeling molecular properties, predicting drug solubility (LogS), and simulating drug interactions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2541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Machine Learning</a:t>
                      </a:r>
                      <a:endParaRPr lang="en-IN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Building predictive models for protein structure prediction and gene 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481684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2EC6359-B0CF-B069-B23A-A5757D885EA8}"/>
              </a:ext>
            </a:extLst>
          </p:cNvPr>
          <p:cNvSpPr txBox="1"/>
          <p:nvPr/>
        </p:nvSpPr>
        <p:spPr>
          <a:xfrm>
            <a:off x="2607129" y="332014"/>
            <a:ext cx="822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Applications of Python in Biotechnology</a:t>
            </a:r>
            <a:endParaRPr lang="en-IN" sz="3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924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F5AEE-BC2E-B956-0D5A-0624FE172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79C1A7-EC9E-9623-9D09-07EC173D6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62200" cy="838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E4F0C5-E2A3-0A34-76EB-B2C5A4826D1A}"/>
              </a:ext>
            </a:extLst>
          </p:cNvPr>
          <p:cNvSpPr txBox="1"/>
          <p:nvPr/>
        </p:nvSpPr>
        <p:spPr>
          <a:xfrm>
            <a:off x="856861" y="1342664"/>
            <a:ext cx="1047827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Book References:</a:t>
            </a:r>
          </a:p>
          <a:p>
            <a:r>
              <a:rPr lang="en-US" b="1" dirty="0">
                <a:hlinkClick r:id="rId3"/>
              </a:rPr>
              <a:t>https://bugs.python.org/file47781/Tutorial_EDIT.pdf</a:t>
            </a:r>
            <a:endParaRPr lang="en-US" b="1" dirty="0"/>
          </a:p>
          <a:p>
            <a:r>
              <a:rPr lang="en-US" b="1" dirty="0">
                <a:hlinkClick r:id="rId4"/>
              </a:rPr>
              <a:t>https://assets.openstax.org/oscms-prodcms/media/documents/Introduction_to_Python_Programming_-_WEB.pdf</a:t>
            </a:r>
            <a:endParaRPr lang="en-US" b="1" dirty="0"/>
          </a:p>
          <a:p>
            <a:endParaRPr lang="en-US" sz="1800" dirty="0"/>
          </a:p>
          <a:p>
            <a:r>
              <a:rPr lang="en-US" sz="1800" b="1" dirty="0"/>
              <a:t>Video Lecture:  </a:t>
            </a:r>
          </a:p>
          <a:p>
            <a:r>
              <a:rPr lang="en-US" b="1" dirty="0"/>
              <a:t>https://www.youtube.com/watch?v=nLRL_NcnK-4</a:t>
            </a:r>
            <a:endParaRPr lang="en-US" sz="1800" b="1" dirty="0"/>
          </a:p>
          <a:p>
            <a:r>
              <a:rPr lang="en-US" sz="1800" dirty="0"/>
              <a:t> </a:t>
            </a:r>
          </a:p>
          <a:p>
            <a:r>
              <a:rPr lang="en-US" sz="1800" b="1" dirty="0"/>
              <a:t>Websites: </a:t>
            </a:r>
          </a:p>
          <a:p>
            <a:r>
              <a:rPr lang="en-US" sz="1800" b="1" dirty="0"/>
              <a:t> </a:t>
            </a:r>
            <a:r>
              <a:rPr lang="en-US" b="1" dirty="0"/>
              <a:t>https://www.anaconda.com/download</a:t>
            </a:r>
            <a:endParaRPr lang="en-US" sz="1800" b="1" dirty="0"/>
          </a:p>
          <a:p>
            <a:r>
              <a:rPr lang="en-US" sz="18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457537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8;p6">
            <a:extLst>
              <a:ext uri="{FF2B5EF4-FFF2-40B4-BE49-F238E27FC236}">
                <a16:creationId xmlns:a16="http://schemas.microsoft.com/office/drawing/2014/main" id="{DA88F28B-6982-9E86-AB58-063C74A69118}"/>
              </a:ext>
            </a:extLst>
          </p:cNvPr>
          <p:cNvSpPr/>
          <p:nvPr/>
        </p:nvSpPr>
        <p:spPr>
          <a:xfrm>
            <a:off x="3532543" y="2511973"/>
            <a:ext cx="4938795" cy="146545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3750" tIns="46850" rIns="93750" bIns="46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2E42FE-559E-D5F4-23EF-E2772AAFD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622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409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21017</TotalTime>
  <Words>333</Words>
  <Application>Microsoft Macintosh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Aptos Narrow</vt:lpstr>
      <vt:lpstr>Arial</vt:lpstr>
      <vt:lpstr>Calibri</vt:lpstr>
      <vt:lpstr>Calibri Light</vt:lpstr>
      <vt:lpstr>King</vt:lpstr>
      <vt:lpstr>Raleway ExtraBold</vt:lpstr>
      <vt:lpstr>Symbol</vt:lpstr>
      <vt:lpstr>Times New Roman</vt:lpstr>
      <vt:lpstr>Office Theme</vt:lpstr>
      <vt:lpstr>PowerPoint Presentation</vt:lpstr>
      <vt:lpstr>                   UNIT 1 Lecture 2 Topics to be Covered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 Test One</dc:creator>
  <cp:lastModifiedBy>Microsoft Office User</cp:lastModifiedBy>
  <cp:revision>839</cp:revision>
  <cp:lastPrinted>2023-10-30T05:34:11Z</cp:lastPrinted>
  <dcterms:created xsi:type="dcterms:W3CDTF">2023-02-28T15:43:37Z</dcterms:created>
  <dcterms:modified xsi:type="dcterms:W3CDTF">2026-06-10T07:53:39Z</dcterms:modified>
</cp:coreProperties>
</file>