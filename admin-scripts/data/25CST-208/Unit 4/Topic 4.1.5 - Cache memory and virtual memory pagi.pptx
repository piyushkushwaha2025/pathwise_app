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memory organization. We will dive deep into how modern systems manage speed and capacity through cache, paging, and segmentation. This session is designed to help you analyze these critical components for your engineering exams.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goal for this lecture is to meet Course Outcome 4. You will learn to analyze the memory hierarchy and how input-output organization interacts with virtual memory techniques. This analysis is crucial for designing efficient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evaluate how cache hits improve performance. You will analyze the structural differences between paging and segmentation. We will also calculate page fault rates to understand system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cache as a student's desk where they keep the books they are currently reading. If the book is on the desk, it is a hit; if not, they must walk to the library, which is a miss. A high hit ratio means the student rarely leaves their desk.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paging, the operating system treats memory like a grid of identical tiles. A program's page 5 might be stored in frame 12, and the page table tells the hardware exactly where to find it. This fixed size simplifies memory allocation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paging, segmentation respects the logical structure of your program. A segment for a function might be 500 bytes, while an array might be 2000 bytes. This flexibility allows for better protection but introduces the challenge of external fragmentation.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If your cache is 95% effective, you save a lot of time. The calculation shows that even with a slow main memory, a high hit ratio keeps the average access time very low, around 14.5 nanoseconds in this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difference lies in how they view memory. Paging sees memory as a uniform pool of blocks, while segmentation sees it as a collection of logical units. You choose paging for simplicity and segmentation for logical organization and protection.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cache is your speed booster, while paging and segmentation are your memory management strategies. Remember that paging simplifies allocation, whereas segmentation aligns with your code's logic. Mastering these concepts is essential for analyzing memory hierarchy.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the concepts we discussed today. I encourage you to read the chapters on memory management in Stallings and Hennessy for deeper insights. These resources will support your analysis of computer organization.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Cache memory and virtual memory: paging and segmentation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Memory &amp; I/O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cache memory in reducing average access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differences between paging and segmentation in virtual memory.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page fault rates and effective memory access ×.</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advantages of segmentation over paging for program structure.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memory management strategies for specific application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Cache Memory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Cache is a small, fast memory located between CPU and main memory.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stores copies of frequently accessed data blocks from main memory.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Hit ratio is the fraction of memory accesses found in the cache.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Miss penalty is the time required to fetch data from main memory.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Locality of reference ensures cache effectiveness for sequential and temporal access.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Block Diagram of Computer: Components and Functions Explained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Virtual Memory Paging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divides logical address space into fixed-size blocks called pages.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Physical memory is divided into equal-sized blocks called frames.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Page table maps logical page numbers to physical frame numbers.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Hardware uses a Translation Lookaside Buffer to speed up address translation.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eliminates external fragmentation but may cause internal fragmentation.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Virtual Memory Segmentation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Segmentation divides memory into variable-sized logical units called segments.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segment represents a logical unit like a function or array.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Segment table stores the base address and limit for each segment.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Segmentation supports user-defined logical structures and protection mechanisms.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suffers from external fragmentation requiring compaction to reclaim space.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Effective Access Time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Effective Access Time = (Hit Ratio × Cache Time) + (Miss Ratio × Miss Penalty)</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Hit ratio 0.95, Cache time 10ns, Miss penalty 100ns.</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EAT = (0.95 × 10) + (0.05 × 100) = 9.5 + 5 = 14.5ns.</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Miss Penalty includes main memory access time plus data transfer time.</a:t>
            </a:r>
          </a:p>
          <a:p>
            <a:pPr algn="l">
              <a:lnSpc>
                <a:spcPct val="135000"/>
              </a:lnSpc>
            </a:pPr>
            <a:r>
              <a:rPr sz="1300">
                <a:solidFill>
                  <a:srgbClr val="1A1A1A"/>
                </a:solidFill>
                <a:latin typeface="Calibri"/>
              </a:rPr>
              <a:t>•  Higher hit ratios significantly reduce the average time to access data.</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www.conceptdraw.com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Paging vs Segmentation Comparison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uses fixed sizes; Segmentation uses variable sizes based on logic.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hides physical structure; Segmentation exposes logical program structure.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causes internal fragmentation; Segmentation causes external fragmentation.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requires page tables; Segmentation requires segment tables with limits.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is easier to implement; Segmentation offers better protection features.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assets.bytebytego.com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Cache memory drastically reduces average access time through locality of reference.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Paging uses fixed blocks to eliminate external fragmentation in physical memory.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Segmentation uses variable blocks to align with logical program structures.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access time depends heavily on the cache hit ratio.</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Modern systems often combine paging and segmentation for optimal performance.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memory and virtual memory: paging and segmentation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