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Associative Memory. This topic is a critical component of the Memory and I/O Organization chapter. We will explore how this specialized memory type differs from standard address-based systems. By the end, you will understand its unique role in high-speed data retrieval.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Course Outcome 4. You will learn to analyze how associative memory fits into the broader memory hierarchy. This specific technology optimizes input-output organization by speeding up look-up operations. Understanding this helps you design more efficient computer systems.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goal is to move beyond simple definitions to advanced analysis. You will evaluate how associative memory works by comparing data content rather than addresses. We will analyze the specific hardware needed to perform parallel comparisons. Finally, you will apply these concepts to real-world components like CPU caches.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Unlike standard RAM where you must know the address to find data, associative memory works differently. Imagine looking for a name in a phonebook by scanning every page for the name rather than using the index. The system compares your input against all stored entries at the exact same time. This parallel search capability is what makes it so powerful for specific tasks.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search request arrives, the system broadcasts the key to every single memory cell at once. Each cell has a built-in comparator that checks if its stored value matches the incoming key. If a match is found, that specific cell signals the output line while others remain silent. This is why it is much faster than checking addresses one by 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trade-off for speed is cost and complexity. Every single bit in associative memory needs its own comparator circuit. This means a 1-kilobyte associative memory chip is much larger and more expensive than a 1-kilobyte standard RAM chip. Because of this, engineers reserve it for critical paths where speed is the absolute priority.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encounter associative memory in your computer every day without realizing it. It is the engine behind CPU caches, allowing the processor to instantly find data. It also powers the Translation Look-up Buffer, which translates virtual addresses to physical ones. Without it, modern high-speed computing would be significantly slower.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concrete example to see the difference. If you search a standard RAM for a specific item among 1000 entries, it might take 50,000 nanoseconds in the worst case. However, associative memory finds that same item in just 10 nanoseconds. This results in a speedup factor of 5000 ×, demonstrating why it is used for critical lookups.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associative memory is a content-based retrieval system that trades cost for speed. It performs parallel comparisons to find data instantly, unlike sequential RAM access. While expensive, it is indispensable for high-performance components like caches and TLBs. Mastering this concept is key to analyzing the full memory hierarchy.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textbooks provide the foundational knowledge for today's lecture. William Stallings and M. Morris Mano offer detailed explanations of memory organization. The works by Patterson and Hennessy provide quantitative approaches to performance analysis. Please refer to these texts for deeper study and further examples.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Associative Memory in Computer Organization</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Computer Organization and Architecture | Memory &amp; I/O Organization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Computer Organization and Architecture   |   Memory &amp; I/O Organization   |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fundamental working principle of associative memory systems.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associative memory performance against conventional address-based memory.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hardware architecture required for content-addressable storage.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associative memory concepts to cache and translation look-up buffers.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Synthesize solutions for high-speed data retrieval in complex systems.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and Core Concept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Associative memory retrieves data based on content rather than a specific address.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is also known as content-addressable memory or CAM in technical literature.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system compares the input search key against all stored data simultaneously.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parallel processing allows for extremely fast data retrieval speeds.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functions as a specialized lookup table for specific high-speed applications.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What is Content-addressable Memory? - GeeksforGeeks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Working Principle and Comparison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search key is broadcast to all memory cells simultaneously for comparison.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Each cell contains a comparator that checks if its stored data matches the key.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Only the cell with a matching data pattern activates its output line.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matching address or data is returned to the processor immediately.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eliminates the need for sequential address decoding found in standard RAM.</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Memory Mapped I/O and Isolated I/O - GeeksforGeeks (source: media.geeksforgeeks.org)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Hardware Architecture and Cost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Each memory cell requires additional comparator circuitry and control logic.</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extra hardware makes associative memory significantly more expensive per bit.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power consumption is higher due to the parallel comparison activity.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Density is lower compared to standard RAM because of the added circuitry.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Designers use it only where speed is critical and cost is secondary.</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Associative Memory - GeeksforGeeks (source: media.geeksforgeeks.org)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Applications in Systems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Used in CPU caches to quickly check if data exists in the cache.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Essential for Translation Look-up Buffers (TLB) in virtual memory systems.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Found in network routers for high-speed packet header matching.</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Utilized in database systems for rapid keyword searching and indexing.</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Critical in pattern recognition tasks requiring instant data identification.</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MEMORY ORGANIZATION. Introduction : What is memory… | by shrutii khatal |  Medium (source: miro.medium.com)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Numerical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Speed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Speedup factor is calculated as 50,000 / 10 = 5000 × faster</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Standard RAM access time is approximately 50 nanoseconds for sequential search.</a:t>
            </a:r>
          </a:p>
        </p:txBody>
      </p:sp>
      <p:sp>
        <p:nvSpPr>
          <p:cNvPr id="18" name="Oval 17"/>
          <p:cNvSpPr/>
          <p:nvPr/>
        </p:nvSpPr>
        <p:spPr>
          <a:xfrm>
            <a:off x="502920" y="37040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7040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Associative memory access time is roughly 10 nanoseconds regardless of size.</a:t>
            </a:r>
          </a:p>
        </p:txBody>
      </p:sp>
      <p:sp>
        <p:nvSpPr>
          <p:cNvPr id="20" name="Oval 19"/>
          <p:cNvSpPr/>
          <p:nvPr/>
        </p:nvSpPr>
        <p:spPr>
          <a:xfrm>
            <a:off x="502920" y="46121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6121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For a 1000-entry search, RAM takes 50,000 nanoseconds sequentially.</a:t>
            </a:r>
          </a:p>
        </p:txBody>
      </p:sp>
      <p:sp>
        <p:nvSpPr>
          <p:cNvPr id="22" name="Oval 21"/>
          <p:cNvSpPr/>
          <p:nvPr/>
        </p:nvSpPr>
        <p:spPr>
          <a:xfrm>
            <a:off x="502920" y="55201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55201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Associative memory takes 10 nanoseconds for the same 1000-entry search.</a:t>
            </a:r>
          </a:p>
        </p:txBody>
      </p:sp>
      <p:pic>
        <p:nvPicPr>
          <p:cNvPr id="24" name="Picture 23"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5" name="TextBox 24"/>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Memory Mapped I/O and Isolated I/O - GeeksforGeeks (source: media.geeksforgeeks.org)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Associative memory retrieves data based on content, not physical address.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uses parallel comparison to achieve extremely fast search speeds.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Higher cost and lower density limit its use to specialized applications.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is vital for CPU caches and virtual memory translation buffers.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Understanding it is essential for analyzing modern memory hierarchy.</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Associative Memory in Computer Organization</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