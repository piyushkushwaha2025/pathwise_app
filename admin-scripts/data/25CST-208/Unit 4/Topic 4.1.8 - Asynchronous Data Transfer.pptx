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Asynchronous Data Transfer within the Memory and I/O Organization chapter. We will explore how devices with different speeds communicate without a shared clock. This is a fundamental concept for understanding real-world hardware interactions in your engineering projects.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4, which requires you to analyze memory hierarchy and input-output organization. By understanding asynchronous transfer, you will be able to evaluate how different I/O devices interact with the processor. This skill is crucial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the core differences between synchronous and asynchronous methods. You will evaluate why handshaking is essential when devices operate at different speeds. We will also examine how Read and Write strobes function as the primary control signals in these transfers.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synchronous transfer, asynchronous transfer does not use a shared clock. Instead, the source device sends data only when the destination is ready. Think of it like a conversation where you wait for the other person to nod before speaking, rather than speaking on a strict beat.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handshaking mechanism ensures data integrity by coordinating the transfer. The Read strobe tells the I/O device the processor wants data, while the Write strobe indicates the processor is sending data. The Ready signal acts as a gate, ensuring the device is prepared before data moves.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read operation, the processor first asserts the Read strobe to request data. The I/O device then places valid data on the bus and waits for the processor to acknowledge. The processor reads the data only after receiving the Ready signal, ensuring no data is lost.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write operation, the processor places data on the bus and asserts the Write strobe. The I/O device captures this data and signals readiness. The processor holds the strobe until the Ready signal confirms the data has been safely stored, then releases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total transfer time includes setup, hold, processing, and response delays. Performance is limited by the slowest device, meaning a fast processor must wait for a slow printer. This waiting period reduces overall throughput, but it ensures reliable data transfer across different speeds.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asynchronous transfer uses handshaking rather than a shared clock. Read and Write strobes control data flow, while the Ready signal ensures preparation. This method supports devices with varying speeds, though performance is limited by the slowest component.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comprehensive coverage of computer organization and architecture principles. William Stallings and M. Morris Mano offer detailed explanations of I/O organization. David A. Patterson and John L. Hennessy provide quantitative approaches to system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Asynchronous Data Transfer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Memory &amp; I/O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differences between synchronous and asynchronous data transfer mechanisms.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handshaking signals for coordinating data exchange between devices.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Examine the specific roles of Read and Write strobes in asynchronous operations.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impact of variable device speeds on system performance and timing.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Asynchronous Transfer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Asynchronous transfer occurs without a common clock signal between source and destination.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transfer relies on control signals to indicate when data is valid.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source device sends data only when the destination is ready to receive.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accommodates devices with widely varying operational speeds effectively.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eliminates the need for complex clock synchronization circuits in the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Handshaking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Handshaking uses control signals to coordinate data transfer between two devices.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Read strobe (RD) indicates the processor is requesting data from I/O.</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Write strobe (WR) indicates the processor is sending data to I/O.</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Ready signal confirms the I/O device is prepared for the operation.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is transferred only when both the strobe and ready signals are active.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Read Operation Sequence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processor asserts the Read strobe signal to initiate a data read request.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I/O device detects the strobe and places valid data on the bus.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processor waits for the I/O Ready signal to confirm data validity.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Once ready, the processor reads the data and then de-asserts the strobe.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I/O device removes data from the bus after the strobe is released.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Asynchronous I/O Synchronization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Write Operation Sequence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processor places data on the bus and asserts the Write strobe signal.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I/O device detects the strobe and begins capturing the data bits.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processor waits for the I/O Ready signal before releasing the strobe.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Once ready, the processor de-asserts the strobe to complete the write cycle.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I/O device retains the data after the strobe signal is removed.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Timing and Performance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T_total = T_setup + T_hold + T_processing + T_response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transfer time equals the sum of setup time and hold time delays.</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Performance depends on the slowest device in the communication path.</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Faster processors must wait for slower I/O devices during each transfer.</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waiting period reduces the overall system throughput compared to synchronous methods.</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Asynchronous Data Transfer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Asynchronous transfer uses handshaking instead of a shared clock for coordination.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 and Write strobes control the direction of data flow between devices.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Ready signal ensures data is only transferred when the destination is prepared.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supports devices with widely varying operational speeds effectively.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System performance is limited by the slowest device in the communication path.</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Asynchronous Data Transfer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