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the fundamental building blocks of computer organization. We will explore how computers represent numbers and process logic using gates. This session is critical for understanding how hardware interprets data at the lowest level.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learning outcome for this lecture is CO1. You will learn to apply number systems and digital logic to design basic digital circuits. This means understanding how signed and unsigned representations directly impact circuit design choices.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signed and unsigned numbers differ structurally. We will evaluate how sign bits affect arithmetic operations and overflow conditions in real hardware. You will also synthesize logic gate circuits to implement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Unsigned numbers are straightforward; every bit contributes to the value. For an 8-bit system, the maximum value is 255, calculated as 2^8 minus 1. If you add 200 and 100, you get 300, which causes an overflow because it exceeds 255.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Signed numbers require a sign bit, usually the MSB. While Sign-Magnitude and One's Complement exist, Two's Complement is the standard because it simplifies hardware. It eliminates the problem of having two zeros, which complicates circuit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get the negative of a number in Two's complement, you invert all bits and add one. For example, -5 in 8-bit is 11111011. This method allows the same adder circuit to handle both signed and unsigned addition seamlessly.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add -3 and -5 using 4-bit Two's complement. -3 is 1101 and -5 is 1011. Adding them gives 11000. Discarding the carry-out leaves 1000, which is -8. We check for overflow by comparing carry-in and carry-out to the sign bit.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 gates are the physical building blocks of digital circuits. The AND gate outputs 1 only if all inputs are 1, while the OR gate outputs 1 if any input is 1. NAND and NOR gates are universal, meaning you can build any circuit using just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 gates directly implement number system operations. XOR gates are essential for binary addition, while AND gates help detect specific bit patterns. NOT gates are used to invert bits for Two's complement calculations, showing the deep link between gates and arithmetic.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confusing unsigned overflow with signed overflow. You might assume the same bit pattern represents the same value for both types, which is false. Always remember to extend the sign bit when converting between different bit widths to preserve the value.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logic design, a common pitfall is ignoring propagation delay when designing high-speed circuits. You might also overlook the fan-out limit, where a gate cannot drive too many inputs. Always simplify logic using Boolean algebra before implementation to reduce gate levels.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this matter? Correct number representation ensures data integrity in all computations. Efficient logic gate usage reduces chip area and power consumption, which is critical for mobile devices. Modern processors use Two's complement for its arithmetic simplicity, making it the standard for hardware designers.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unsigned numbers use all bits for magnitude, while signed numbers use the MSB for the sign. Two's complement is the standard for signed arithmetic because it simplifies hardware design. Remember that overflow detection differs between signed and unsigned representations.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texts by Stallings, Mano, Hamacher, and Patterson. These books provide comprehensive coverage of digital fundamentals and computer architecture. I encourage you to review the chapters on number systems and logic design in these references.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Signed and Unsigned Numbers; Logic Gates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Introduction to Digital Fundamentals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Introduction to Digital Fundamentals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structural differences between signed and unsigned binary representations.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impact of sign bits on arithmetic operations and overflow.</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logic gate circuits to implement basic signed number comparisons.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Create truth tables for complex logic functions involving signed inputs.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Justify the selection of specific number formats for hardware efficiency.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Unsigned Number Representation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8-bit unsigned max value is 255 (11111111 binary).</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Unsigned numbers represent only non-negative integers starting from zero.</a:t>
            </a:r>
          </a:p>
          <a:p>
            <a:pPr algn="l">
              <a:lnSpc>
                <a:spcPct val="135000"/>
              </a:lnSpc>
            </a:pPr>
            <a:r>
              <a:rPr sz="1300">
                <a:solidFill>
                  <a:srgbClr val="1A1A1A"/>
                </a:solidFill>
                <a:latin typeface="Calibri"/>
              </a:rPr>
              <a:t>•  All bits in the binary string contribute to the magnitude value.</a:t>
            </a:r>
          </a:p>
          <a:p>
            <a:pPr algn="l">
              <a:lnSpc>
                <a:spcPct val="135000"/>
              </a:lnSpc>
            </a:pPr>
            <a:r>
              <a:rPr sz="1300">
                <a:solidFill>
                  <a:srgbClr val="1A1A1A"/>
                </a:solidFill>
                <a:latin typeface="Calibri"/>
              </a:rPr>
              <a:t>•  An n-bit unsigned number ranges from 0 to 2^n - 1.</a:t>
            </a:r>
          </a:p>
          <a:p>
            <a:pPr algn="l">
              <a:lnSpc>
                <a:spcPct val="135000"/>
              </a:lnSpc>
            </a:pPr>
            <a:r>
              <a:rPr sz="1300">
                <a:solidFill>
                  <a:srgbClr val="1A1A1A"/>
                </a:solidFill>
                <a:latin typeface="Calibri"/>
              </a:rPr>
              <a:t>•  No sign bit exists, simplifying hardware addition and subtraction logic.</a:t>
            </a:r>
          </a:p>
          <a:p>
            <a:pPr algn="l">
              <a:lnSpc>
                <a:spcPct val="135000"/>
              </a:lnSpc>
            </a:pPr>
            <a:r>
              <a:rPr sz="1300">
                <a:solidFill>
                  <a:srgbClr val="1A1A1A"/>
                </a:solidFill>
                <a:latin typeface="Calibri"/>
              </a:rPr>
              <a:t>•  Used for memory addresses, counters, and array indices in processors.</a:t>
            </a:r>
          </a:p>
          <a:p>
            <a:pPr algn="l">
              <a:lnSpc>
                <a:spcPct val="135000"/>
              </a:lnSpc>
            </a:pPr>
            <a:r>
              <a:rPr sz="1300">
                <a:solidFill>
                  <a:srgbClr val="1A1A1A"/>
                </a:solidFill>
                <a:latin typeface="Calibri"/>
              </a:rPr>
              <a:t>•  Overflow occurs when result exceeds the maximum representable positive value.</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Solved Figure 8-3 Magnitude comparison of two 8-bit binary | Chegg.com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Signed Number Representations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THREE COMMON METHODS EXIST</a:t>
            </a:r>
          </a:p>
          <a:p>
            <a:pPr algn="l">
              <a:lnSpc>
                <a:spcPct val="135000"/>
              </a:lnSpc>
            </a:pPr>
            <a:r>
              <a:rPr sz="1300">
                <a:solidFill>
                  <a:srgbClr val="1A1A1A"/>
                </a:solidFill>
                <a:latin typeface="Calibri"/>
              </a:rPr>
              <a:t>Sign-Magnitude, One's Complement, Two's Complement.</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Signed numbers allow representation of both positive and negative integers.</a:t>
            </a:r>
          </a:p>
          <a:p>
            <a:pPr algn="l">
              <a:lnSpc>
                <a:spcPct val="135000"/>
              </a:lnSpc>
            </a:pPr>
            <a:r>
              <a:rPr sz="1300">
                <a:solidFill>
                  <a:srgbClr val="1A1A1A"/>
                </a:solidFill>
                <a:latin typeface="Calibri"/>
              </a:rPr>
              <a:t>•  The most significant bit (MSB) acts as the sign indicator.</a:t>
            </a:r>
          </a:p>
          <a:p>
            <a:pPr algn="l">
              <a:lnSpc>
                <a:spcPct val="135000"/>
              </a:lnSpc>
            </a:pPr>
            <a:r>
              <a:rPr sz="1300">
                <a:solidFill>
                  <a:srgbClr val="1A1A1A"/>
                </a:solidFill>
                <a:latin typeface="Calibri"/>
              </a:rPr>
              <a:t>•  Two's complement is the industry standard for modern computer arithmetic.</a:t>
            </a:r>
          </a:p>
          <a:p>
            <a:pPr algn="l">
              <a:lnSpc>
                <a:spcPct val="135000"/>
              </a:lnSpc>
            </a:pPr>
            <a:r>
              <a:rPr sz="1300">
                <a:solidFill>
                  <a:srgbClr val="1A1A1A"/>
                </a:solidFill>
                <a:latin typeface="Calibri"/>
              </a:rPr>
              <a:t>•  Sign-Magnitude has two representations for zero, causing hardware complexity.</a:t>
            </a:r>
          </a:p>
          <a:p>
            <a:pPr algn="l">
              <a:lnSpc>
                <a:spcPct val="135000"/>
              </a:lnSpc>
            </a:pPr>
            <a:r>
              <a:rPr sz="1300">
                <a:solidFill>
                  <a:srgbClr val="1A1A1A"/>
                </a:solidFill>
                <a:latin typeface="Calibri"/>
              </a:rPr>
              <a:t>•  One's complement also suffers from the dual zero representation issue.</a:t>
            </a:r>
          </a:p>
          <a:p>
            <a:pPr algn="l">
              <a:lnSpc>
                <a:spcPct val="135000"/>
              </a:lnSpc>
            </a:pPr>
            <a:r>
              <a:rPr sz="1300">
                <a:solidFill>
                  <a:srgbClr val="1A1A1A"/>
                </a:solidFill>
                <a:latin typeface="Calibri"/>
              </a:rPr>
              <a:t>•  Two's complement simplifies subtraction by converting it to addition.</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Two's Complement Mechanics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-5 in 8-bit is 11111011 (invert 00000101 then add 1).</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To find the negative of a number, invert all bits and add one.</a:t>
            </a:r>
          </a:p>
          <a:p>
            <a:pPr algn="l">
              <a:lnSpc>
                <a:spcPct val="135000"/>
              </a:lnSpc>
            </a:pPr>
            <a:r>
              <a:rPr sz="1300">
                <a:solidFill>
                  <a:srgbClr val="1A1A1A"/>
                </a:solidFill>
                <a:latin typeface="Calibri"/>
              </a:rPr>
              <a:t>•  The range of an n-bit Two's complement is -2^(n-1) to 2^(n-1)-1.</a:t>
            </a:r>
          </a:p>
          <a:p>
            <a:pPr algn="l">
              <a:lnSpc>
                <a:spcPct val="135000"/>
              </a:lnSpc>
            </a:pPr>
            <a:r>
              <a:rPr sz="1300">
                <a:solidFill>
                  <a:srgbClr val="1A1A1A"/>
                </a:solidFill>
                <a:latin typeface="Calibri"/>
              </a:rPr>
              <a:t>•  Addition and subtraction use the same circuitry for signed and unsigned.</a:t>
            </a:r>
          </a:p>
          <a:p>
            <a:pPr algn="l">
              <a:lnSpc>
                <a:spcPct val="135000"/>
              </a:lnSpc>
            </a:pPr>
            <a:r>
              <a:rPr sz="1300">
                <a:solidFill>
                  <a:srgbClr val="1A1A1A"/>
                </a:solidFill>
                <a:latin typeface="Calibri"/>
              </a:rPr>
              <a:t>•  The sign bit naturally handles the carry-out during arithmetic operations.</a:t>
            </a:r>
          </a:p>
          <a:p>
            <a:pPr algn="l">
              <a:lnSpc>
                <a:spcPct val="135000"/>
              </a:lnSpc>
            </a:pPr>
            <a:r>
              <a:rPr sz="1300">
                <a:solidFill>
                  <a:srgbClr val="1A1A1A"/>
                </a:solidFill>
                <a:latin typeface="Calibri"/>
              </a:rPr>
              <a:t>•  Overflow detection requires checking if the carry-in differs from carry-out.</a:t>
            </a:r>
          </a:p>
          <a:p>
            <a:pPr algn="l">
              <a:lnSpc>
                <a:spcPct val="135000"/>
              </a:lnSpc>
            </a:pPr>
            <a:r>
              <a:rPr sz="1300">
                <a:solidFill>
                  <a:srgbClr val="1A1A1A"/>
                </a:solidFill>
                <a:latin typeface="Calibri"/>
              </a:rPr>
              <a:t>•  This method ensures a unique zero and consistent arithmetic behavior.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Signed Addition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Perform binary addition: 1101 + 1011 = 11000</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CHECK FOR OVERFLOW</a:t>
            </a:r>
          </a:p>
          <a:p>
            <a:pPr algn="l">
              <a:lnSpc>
                <a:spcPct val="135000"/>
              </a:lnSpc>
            </a:pPr>
            <a:r>
              <a:rPr sz="1300">
                <a:solidFill>
                  <a:srgbClr val="1A1A1A"/>
                </a:solidFill>
                <a:latin typeface="Calibri"/>
              </a:rPr>
              <a:t>carry-in to sign bit was 1, carry-out was 1.</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Add -3 and -5 using 4-bit Two's complement representation.</a:t>
            </a:r>
          </a:p>
          <a:p>
            <a:pPr algn="l">
              <a:lnSpc>
                <a:spcPct val="135000"/>
              </a:lnSpc>
            </a:pPr>
            <a:r>
              <a:rPr sz="1300">
                <a:solidFill>
                  <a:srgbClr val="1A1A1A"/>
                </a:solidFill>
                <a:latin typeface="Calibri"/>
              </a:rPr>
              <a:t>•  -3 is 1101 and -5 is 1011 in 4-bit binary format.</a:t>
            </a:r>
          </a:p>
          <a:p>
            <a:pPr algn="l">
              <a:lnSpc>
                <a:spcPct val="135000"/>
              </a:lnSpc>
            </a:pPr>
            <a:r>
              <a:rPr sz="1300">
                <a:solidFill>
                  <a:srgbClr val="1A1A1A"/>
                </a:solidFill>
                <a:latin typeface="Calibri"/>
              </a:rPr>
              <a:t>•  Discard the carry-out bit, leaving 1000 as the result.</a:t>
            </a:r>
          </a:p>
          <a:p>
            <a:pPr algn="l">
              <a:lnSpc>
                <a:spcPct val="135000"/>
              </a:lnSpc>
            </a:pPr>
            <a:r>
              <a:rPr sz="1300">
                <a:solidFill>
                  <a:srgbClr val="1A1A1A"/>
                </a:solidFill>
                <a:latin typeface="Calibri"/>
              </a:rPr>
              <a:t>•  The result 1000 represents -8 in Two's complement system.</a:t>
            </a:r>
          </a:p>
          <a:p>
            <a:pPr algn="l">
              <a:lnSpc>
                <a:spcPct val="135000"/>
              </a:lnSpc>
            </a:pPr>
            <a:r>
              <a:rPr sz="1300">
                <a:solidFill>
                  <a:srgbClr val="1A1A1A"/>
                </a:solidFill>
                <a:latin typeface="Calibri"/>
              </a:rPr>
              <a:t>•  Since carry-in equals carry-out, no overflow occurred in this case.</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assets.workybooks.com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Logic Gates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Basic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AND gate outputs 1 only if all inputs are 1.</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OR gate outputs 1 if at least one input is 1.</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gate inverts the input signal (0 becomes 1, 1 becomes 0).</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XOR gate outputs 1 if inputs are different (exclusive difference).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NAND and NOR are universal gates capable of implementing any logic.</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gates form the physical basis for all digital circuit operations.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Speed and power consumption depend on the specific gate technology used.</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learnabout-electronics.org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Logic Gates and Number Systems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XOR gates are essential for implementing binary addition (half adders).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AND gates detect specific bit patterns for signed number comparisons.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gates are used to invert bits for Two's complement calculation.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OR gates combine multiple conditions for overflow detection logic.</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Complex arithmetic units are built by cascading these basic gates.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choice of gates affects the propagation delay of the circuit.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gate behavior is crucial for optimizing arithmetic logic units.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theorycircuit.com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Signed Arithmetic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unsigned overflow with signed overflow leads to incorrect results.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the same bit pattern represents the same value for both types.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extend the sign bit when converting smaller to larger types.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Misinterpreting the MSB as a magnitude bit instead of a sign bit.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dual zero problem in Sign-Magnitude and One's Complement.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unsigned comparison logic for signed numbers without sign extension.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asymmetry in Two's complement range (more negatives).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Logic Design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NAND gates are always faster than AND gates in all contexts.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propagation delay when designing high-speed arithmetic circuits.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fan-out limit of a gate driving multiple inputs.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Designing complex logic without simplifying using Boolean algebra first.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account for noise margins in real-world signal transmission.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too many gate levels, increasing the total circuit delay.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the power consumption implications of high-frequency switching.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Why This Matters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Hardware Design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Correct number representation ensures data integrity in all computations.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Efficient logic gate usage reduces chip area and power consumption.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signed arithmetic prevents subtle bugs in embedded systems.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Hardware designers must choose formats based on application requirements.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Modern processors use Two's complement for its arithmetic simplicity.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Logic gate optimization directly impacts the speed of the CPU.</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Errors in these fundamentals lead to catastrophic system failures.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Unsigned numbers use all bits for magnitude, while signed use MSB for sign.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Two's complement is the standard for signed arithmetic due to simplicity.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Logic gates like XOR and AND form the basis of arithmetic units.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Overflow detection differs between signed and unsigned number representations.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Proper sign extension is critical when converting between bit widths.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Signed and Unsigned Numbers; Logic Gates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