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our session on Digital Fundamentals. Today we focus specifically on the Decimal number system, which is the foundation of how we count in daily life. Understanding this system is crucial before we dive into binary and other bases used in computer architecture. Let us begin our journey of discovery.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supports Course Outcome 1, which requires you to apply number systems to design digital circuits. While we are currently discussing the decimal system, this knowledge is the prerequisite for understanding how digital logic gates process information. You must master these fundamentals to successfully design the basic circuits required in our curriculum.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the decimal system and analyze how digit positions determine value. We will look at converting numbers into expanded polynomial forms to understand the underlying math. Finally, we will identify common pitfalls that students often make when interpreting place values.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decimal system is defined by its base of 10, meaning it uses ten distinct symbols. These symbols range from zero to nine and are the building blocks for all decimal numbers. Unlike other systems, this is the one we use naturally in daily life for counting and calculations. Its positional nature is key to understanding how computers process data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positional system, the value of a digit is determined by its location. Positions to the left of the radix point represent positive powers of ten, while those to the right represent negative powers. The rightmost integer position always carries a weight of 10 to the power of zero, which equals one. This structure allows us to represent large numbers efficiently using a limited set of symbols.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express any decimal number as an expanded polynomial where each digit is multiplied by its positional weight. This form reveals the mathematical structure behind the number and is essential for converting to other systems like binary. For example, the number 25 is actually 2 × 10 plus 5 × 1. Understanding this structure is vital for performing arithmetic operations in digital circuits.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work through the number 458 to see this in action. The digit 8 is in the ones place, so it contributes 8 × 1. The digit 5 is in the tens place, contributing 5 × 10. The digit 4 is in the hundreds place, contributing 4 × 100. Adding these products gives us 400 plus 50 plus 8, which equals 458.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look at a fractional number, 3.75. The digit 3 is in the ones place, contributing 3. The digit 7 is in the tenths place, contributing 7 × 0.1. The digit 5 is in the hundredths place, contributing 5 × 0.01. This demonstrates how negative powers of ten allow us to represent precise fractional values.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we study decimal if computers use binary? Because it is the primary interface for human-computer interaction. Users enter data in decimal, and we display results in decimal for readability. Understanding this system is essential for debugging digital systems and converting data between human-readable formats and machine code.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involves leading zeros. In pure decimal, leading zeros do not change the value, so 00458 is the same as 458. However, confusion can arise if these are interpreted as octal in programming contexts. It is important to distinguish between leading zeros, which are redundant, and trailing zeros after a decimal point, which indicate precision.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common pitfall is misinterpreting the radix point. In some regions, a comma is used instead of a dot, which can cause confusion. Misinterpreting the radix point leads to significant order-of-magnitude errors. Always verify the base when reading a number with a point, as the position determines the scale of the number.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confuse the digit value with its place value. The digit 5 in 500 has a value of 500, not 5. Similarly, the digit 5 in 0.05 has a value of 0.05. Failing to multiply by the positional weight causes calculation errors. Always identify the power of ten for each digit position to ensure accuracy.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the decimal system is a base-10 positional system using digits zero through nine. The value of a digit depends on its position relative to the radix point. We use expanded polynomial forms to reveal the mathematical structure of numbers. Finally, understanding decimal is essential for effective human-computer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on this slide. These resources provide comprehensive coverage of number systems and digital logic. I encourage you to consult these references to deepen your understanding of the material covered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Number Systems: Decimal</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Computer Organization and Architecture | Introduction to Digital Fundamentals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Introduction to Digital Fundamentals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decimal number system and its base-10 structure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positional value of digits in decimal representation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Convert decimal integers to their expanded polynomial forms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when interpreting decimal place values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decimal concepts to real-world engineering contexts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Decimal System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IT EMPLOYS TEN DISTINCT SYMBOLS</a:t>
            </a:r>
          </a:p>
          <a:p>
            <a:pPr algn="l">
              <a:lnSpc>
                <a:spcPct val="135000"/>
              </a:lnSpc>
            </a:pPr>
            <a:r>
              <a:rPr sz="1300">
                <a:solidFill>
                  <a:srgbClr val="1A1A1A"/>
                </a:solidFill>
                <a:latin typeface="Calibri"/>
              </a:rPr>
              <a:t>0, 1, 2, 3, 4, 5, 6, 7, 8, 9</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decimal system uses a base of 10 for counting</a:t>
            </a:r>
          </a:p>
          <a:p>
            <a:pPr algn="l">
              <a:lnSpc>
                <a:spcPct val="135000"/>
              </a:lnSpc>
            </a:pPr>
            <a:r>
              <a:rPr sz="1300">
                <a:solidFill>
                  <a:srgbClr val="1A1A1A"/>
                </a:solidFill>
                <a:latin typeface="Calibri"/>
              </a:rPr>
              <a:t>•  Each symbol represents a unique quantity from zero to nine</a:t>
            </a:r>
          </a:p>
          <a:p>
            <a:pPr algn="l">
              <a:lnSpc>
                <a:spcPct val="135000"/>
              </a:lnSpc>
            </a:pPr>
            <a:r>
              <a:rPr sz="1300">
                <a:solidFill>
                  <a:srgbClr val="1A1A1A"/>
                </a:solidFill>
                <a:latin typeface="Calibri"/>
              </a:rPr>
              <a:t>•  It is the standard system used in human daily calculations</a:t>
            </a:r>
          </a:p>
          <a:p>
            <a:pPr algn="l">
              <a:lnSpc>
                <a:spcPct val="135000"/>
              </a:lnSpc>
            </a:pPr>
            <a:r>
              <a:rPr sz="1300">
                <a:solidFill>
                  <a:srgbClr val="1A1A1A"/>
                </a:solidFill>
                <a:latin typeface="Calibri"/>
              </a:rPr>
              <a:t>•  The system is positional, meaning value depends on digit location</a:t>
            </a:r>
          </a:p>
          <a:p>
            <a:pPr algn="l">
              <a:lnSpc>
                <a:spcPct val="135000"/>
              </a:lnSpc>
            </a:pPr>
            <a:r>
              <a:rPr sz="1300">
                <a:solidFill>
                  <a:srgbClr val="1A1A1A"/>
                </a:solidFill>
                <a:latin typeface="Calibri"/>
              </a:rPr>
              <a:t>•  Base 10 implies ten unique digits are required for representation</a:t>
            </a:r>
          </a:p>
          <a:p>
            <a:pPr algn="l">
              <a:lnSpc>
                <a:spcPct val="135000"/>
              </a:lnSpc>
            </a:pPr>
            <a:r>
              <a:rPr sz="1300">
                <a:solidFill>
                  <a:srgbClr val="1A1A1A"/>
                </a:solidFill>
                <a:latin typeface="Calibri"/>
              </a:rPr>
              <a:t>•  It serves as the primary reference for other number systems</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Place Value Chart | Overview &amp; Examples - Lesson | Study.com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Positional Value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Value of a digit depends on its position relative to the radix point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Positions to the left represent positive powers of the base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Positions to the right represent negative powers of the base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rightmost integer position always has a weight of 10⁰</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Each position to the left increases the weight by a factor of 10</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Each position to the right decreases the weight by a factor of 10</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radix point separates integer and fractional parts of the number</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peeples5.weebly.com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Expanded Polynomial Form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Any decimal number can be expressed as a sum of products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Each digit is multiplied by its corresponding positional weight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general form is sum of (digit × base^position)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form reveals the mathematical structure of the number</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facilitates conversion to other number systems like binary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radix point acts as the boundary between positive and negative powers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representation is essential for algorithmic arithmetic operations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mathhints.com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Integer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Calculation: (4 × 100) + (5 × 10) + (8 × 1) = 458</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Consider the decimal number 458 to demonstrate positional value</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digit 8 is in the 10⁰ position with weight 1</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digit 5 is in the 10¹ position with weight 10</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digit 4 is in the 10² position with weight 100</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confirms the value of each digit in the sequence</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sum of these products reconstructs the original number</a:t>
            </a:r>
          </a:p>
        </p:txBody>
      </p:sp>
      <p:pic>
        <p:nvPicPr>
          <p:cNvPr id="28" name="Picture 27"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www.nosler.com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Fraction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Calculation: (3 × 1) + (7 × 0.1) + (5 × 0.01) = 3.75</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Consider the decimal number 3.75 to demonstrate fractional parts</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digit 3 is in the 10⁰ position with weight 1</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digit 7 is in the 10⁻¹ position with weight 0.1</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digit 5 is in the 10⁻² position with weight 0.01</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Negative powers represent fractions of the base value</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extends the positional concept to non-integer values</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eduseed.in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Why Decimal Matters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the primary interface for human-computer interaction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Input data is often entered in decimal format by users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Output results are typically displayed in decimal for readability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decimal is essential for debugging digital systems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provides a baseline for comparing other number systems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Most engineering specifications and standards use decimal notation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Conversion between decimal and binary is a fundamental operation</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freepixel-prod.s3.amazonaws.com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Leading Zeros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Leading zeros do not change the value of an integer</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Writing 00458 is mathematically equivalent to writing 458</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Leading zeros are often used for fixed-width formatting</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Confusion arises when leading zeros are interpreted as octal</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 pure decimal, leading zeros are redundant but valid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Trailing zeros after a decimal point indicate precision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Distinguish between leading zeros and significant trailing zeros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www.color-blindness.com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Radix Point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radix point separates integer and fractional parts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 some regions, a comma is used instead of a dot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Misinterpreting the radix point leads to order-of-magnitude errors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missing radix point implies an integer value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Confusion between decimal and binary radix points causes errors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verify the base when reading a number with a point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position of the radix point determines the scale of the number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Place Value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Students often confuse the digit value with its place value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digit 5 in 500 has a value of 500, not 5</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digit 5 in 0.05 has a value of 0.05, not 5</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multiply by the positional weight causes calculation errors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identify the power of ten for each digit position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Place value is the product of the digit and its weight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distinction is critical for accurate arithmetic operations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Decimal is a base-10 positional system using digits 0-9</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Value depends on position relative to the radix point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Expanded polynomial form reveals the mathematical structure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Leading zeros are redundant but valid in decimal notation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decimal is essential for human-computer interaction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 Systems: Decimal</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