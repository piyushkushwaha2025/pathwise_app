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K-Maps. We are diving deeper into the second part of Karnaugh Maps within our Digital Fundamentals chapter. This session is crucial for simplifying complex logic expressions efficiently. Remember, our motto at Chandigarh University is to Discover, Learn, and Empower through engineering excellence.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1. You will learn to apply number systems and digital logic to design basic digital circuits. Specifically, we will use K-Maps to minimize logic expressions, which is a fundamental step in circuit design. This skill ensures your designs are efficient and cost-effective.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identify essential prime implicants in four-variable K-Maps. You will also learn to simplify Boolean expressions using don't care conditions effectively. We will practice grouping adjacent cells to minimize the number of logic gates required. Finally, you will analyze multiple valid solutions for the same logic function.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four-variable K-Map contains 16 cells representing all possible minterms from 0 to 15. Rows and columns follow Gray code sequence to ensure only one bit changes between adjacent cells. Groups of 1, 2, 4, 8, or 16 adjacent 1s can be formed to simplify the expression. Wrap-around adjacency allows the top row to connect with the bottom row and left with right, just like a torus.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simplify F(A,B,C,D) = Σ(0, 2, 5, 7, 8, 10, 13, 15) using a four-variable K-Map. We group four 1s in corners (0, 2, 8, 10) which yields term B'D'. We also group four 1s in middle columns (5, 7, 13, 15) which yields term BD. The final simplified expression is F = B'D' + BD, which equals B XNOR D, saving us significant hardware.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texts listed on this slide. William Stallings and M. Morris Mano provide excellent foundational knowledge on digital logic. David A. Patterson and John L. Hennessy offer deep insights into hardware-software interfaces. These resources will support your understanding of K-Maps and digital circuit design.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K-Map 2: Digital Fundamentals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Computer Organization and Architecture | Introduction to Digital Fundamentals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Computer Organization and Architecture   |   Introduction to Digital Fundamentals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6</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9248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6</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6</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6</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essential prime implicants in four-variable K-Maps</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Simplify Boolean expressions using don't care conditions effectively</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Group adjacent cells to minimize the number of logic gates required</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multiple valid solutions for the same logic function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6</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8496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6</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Four-Variable K-Map Structure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 four-variable K-Map contains 16 cells representing all possible minterms from 0 to 15</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Rows and columns follow Gray code sequence to ensure only one bit changes between adjacent cells</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Groups of 1, 2, 4, 8, or 16 adjacent 1s can be formed to simplify the expression</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Wrap-around adjacency allows the top row to connect with the bottom row and left with right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6</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8120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6</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Simplification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Final simplified expression is F = B'D' + BD, which equals B XNOR D</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Simplify F(A,B,C,D) = Σ(0, 2, 5, 7, 8, 10, 13, 15) using a four-variable K-Map</a:t>
            </a:r>
          </a:p>
        </p:txBody>
      </p:sp>
      <p:sp>
        <p:nvSpPr>
          <p:cNvPr id="18" name="Oval 17"/>
          <p:cNvSpPr/>
          <p:nvPr/>
        </p:nvSpPr>
        <p:spPr>
          <a:xfrm>
            <a:off x="502920" y="381101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811016"/>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Group four 1s in corners (0, 2, 8, 10) yields term B'D'</a:t>
            </a:r>
          </a:p>
        </p:txBody>
      </p:sp>
      <p:sp>
        <p:nvSpPr>
          <p:cNvPr id="20" name="Oval 19"/>
          <p:cNvSpPr/>
          <p:nvPr/>
        </p:nvSpPr>
        <p:spPr>
          <a:xfrm>
            <a:off x="502920" y="48260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8260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Group four 1s in middle columns (5, 7, 13, 15) yields term BD</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Karnaugh Maps (source: chipverify.com)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6</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6</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K-Map 2: Digital Fundamentals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