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lecture on Register Organization. We will specifically focus on the two dominant instruction set architectures: RISC and CISC. Understanding these is crucial for analyzing how registers are utilized in modern processors. Let us begin our journey into the heart of computer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directly addresses Course Outcome 2. You will learn to analyze how different instruction sets dictate the usage of registers. This analysis is fundamental to understanding processor performance and design trade-offs. By the end, you will be able to compare RISC and CISC register strategies effectively.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differentiate the core philosophies of RISC and CISC. We will analyze how each architecture treats registers as either memory operands or internal storage. You will also evaluate how instruction length directly influences the number of registers required for efficient execution.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CISC stands for Complex Instruction Set Computer, focusing on reducing the number of instructions per program. In this architecture, instructions are complex and can access memory directly, which reduces the reliance on a large register file. For example, a single instruction might load a value, add it to another, and store the result back to memory without explicit register moves.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RISC stands for Reduced Instruction Set Computer, emphasizing simplicity and speed. In RISC, every arithmetic operation must happen between registers, meaning memory access is restricted to load and store instructions only. This design necessitates a large register file to minimize memory accesses, as seen in the example where data moves explicitly between registers.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fundamental difference lies in how registers are utilized. CISC architectures often get by with fewer registers because they can operate directly on memory operands. In contrast, RISC architectures require a larger set of registers to keep data close to the processor, avoiding the latency of frequent memory accesses. This trade-off defines the hardware complexity of each design.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Instruction length plays a critical role in register organization and decoding. CISC uses variable-length instructions, which makes the hardware complex because the processor must determine where each instruction ends. RISC uses fixed-length instructions, allowing the hardware to fetch and decode multiple instructions simultaneously, which significantly boosts the clock speed.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is a clear trade-off between code density and execution speed. CISC reduces the size of the program but requires complex hardware to decode and execute instructions. RISC increases the program size but simplifies the hardware, allowing for faster execution. Modern processors often blend these features, using RISC-like pipelines with some CISC-like instruction decoding.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CISC focuses on complex instructions and memory operations, while RISC focuses on simplicity and register usage. The key takeaway is that RISC requires a larger register file to achieve high performance through pipelining. Understanding these differences is essential for analyzing modern processor designs and their register organization strategies.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references provide the foundational knowledge for the concepts discussed today. I encourage you to read the chapters on instruction sets in Stallings and Patterson for deeper insights. These texts offer detailed comparisons and real-world examples of RISC and CISC implementations. Thank you for your attention, and please review these materials for your upcoming assignments.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jp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4000">
                <a:solidFill>
                  <a:srgbClr val="1A1A2E"/>
                </a:solidFill>
                <a:latin typeface="Calibri"/>
              </a:rPr>
              <a:t>RISC; CISC</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Computer Organization and Architecture | Register Organization</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Computer Organization and Architecture   |   Register Organization   |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4754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number systems and digital logic to design basic digital circuits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register organization and instruction set architecture</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Implement computer arithmetic algorithms and floating-point operations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Analyze memory hierarchy and input-output organization</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C62828"/>
                          </a:solidFill>
                          <a:latin typeface="Calibri"/>
                        </a:rPr>
                        <a:t>BT6</a:t>
                      </a:r>
                    </a:p>
                  </a:txBody>
                  <a:tcPr marL="109728" marR="109728">
                    <a:solidFill>
                      <a:srgbClr val="FFEBEE"/>
                    </a:solidFill>
                  </a:tcPr>
                </a:tc>
                <a:tc>
                  <a:txBody>
                    <a:bodyPr/>
                    <a:lstStyle/>
                    <a:p>
                      <a:pPr algn="l"/>
                      <a:r>
                        <a:rPr sz="1200" b="0">
                          <a:solidFill>
                            <a:srgbClr val="1A1A1A"/>
                          </a:solidFill>
                          <a:latin typeface="Calibri"/>
                        </a:rPr>
                        <a:t>Evaluate control unit design and pipelining performance</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71323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Differentiate between RISC and CISC instruction set philosophies.</a:t>
            </a:r>
          </a:p>
        </p:txBody>
      </p:sp>
      <p:sp>
        <p:nvSpPr>
          <p:cNvPr id="15" name="Oval 14"/>
          <p:cNvSpPr/>
          <p:nvPr/>
        </p:nvSpPr>
        <p:spPr>
          <a:xfrm>
            <a:off x="502920" y="2640584"/>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640584"/>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role of registers in RISC versus CISC designs.</a:t>
            </a:r>
          </a:p>
        </p:txBody>
      </p:sp>
      <p:sp>
        <p:nvSpPr>
          <p:cNvPr id="17" name="Oval 16"/>
          <p:cNvSpPr/>
          <p:nvPr/>
        </p:nvSpPr>
        <p:spPr>
          <a:xfrm>
            <a:off x="502920" y="3655568"/>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655568"/>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impact of instruction length on register usage.</a:t>
            </a:r>
          </a:p>
        </p:txBody>
      </p:sp>
      <p:sp>
        <p:nvSpPr>
          <p:cNvPr id="19" name="Oval 18"/>
          <p:cNvSpPr/>
          <p:nvPr/>
        </p:nvSpPr>
        <p:spPr>
          <a:xfrm>
            <a:off x="502920" y="46705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670552"/>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Compare execution speed and hardware complexity of both architectures.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95097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CISC Philosophy and Registers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EXAMPLE</a:t>
            </a:r>
          </a:p>
          <a:p>
            <a:pPr algn="l">
              <a:lnSpc>
                <a:spcPct val="135000"/>
              </a:lnSpc>
            </a:pPr>
            <a:r>
              <a:rPr sz="1300">
                <a:solidFill>
                  <a:srgbClr val="1A1A1A"/>
                </a:solidFill>
                <a:latin typeface="Calibri"/>
              </a:rPr>
              <a:t>A single CISC instruction can load, add, and store data.</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CISC uses complex instructions that can perform multiple operations in one cycle.</a:t>
            </a:r>
          </a:p>
          <a:p>
            <a:pPr algn="l">
              <a:lnSpc>
                <a:spcPct val="135000"/>
              </a:lnSpc>
            </a:pPr>
            <a:r>
              <a:rPr sz="1300">
                <a:solidFill>
                  <a:srgbClr val="1A1A1A"/>
                </a:solidFill>
                <a:latin typeface="Calibri"/>
              </a:rPr>
              <a:t>•  Instructions often operate directly on memory, reducing the need for many registers.</a:t>
            </a:r>
          </a:p>
          <a:p>
            <a:pPr algn="l">
              <a:lnSpc>
                <a:spcPct val="135000"/>
              </a:lnSpc>
            </a:pPr>
            <a:r>
              <a:rPr sz="1300">
                <a:solidFill>
                  <a:srgbClr val="1A1A1A"/>
                </a:solidFill>
                <a:latin typeface="Calibri"/>
              </a:rPr>
              <a:t>•  Variable-length instructions allow compact code but complicate register decoding.</a:t>
            </a:r>
          </a:p>
          <a:p>
            <a:pPr algn="l">
              <a:lnSpc>
                <a:spcPct val="135000"/>
              </a:lnSpc>
            </a:pPr>
            <a:r>
              <a:rPr sz="1300">
                <a:solidFill>
                  <a:srgbClr val="1A1A1A"/>
                </a:solidFill>
                <a:latin typeface="Calibri"/>
              </a:rPr>
              <a:t>•  Register usage is optimized for code density rather than execution speed.</a:t>
            </a:r>
          </a:p>
        </p:txBody>
      </p:sp>
      <p:pic>
        <p:nvPicPr>
          <p:cNvPr id="19" name="Picture 18"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0" name="TextBox 19"/>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RISC vs CISC - GeeksforGeeks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RISC Philosophy and Registers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EXAMPLE</a:t>
            </a:r>
          </a:p>
          <a:p>
            <a:pPr algn="l">
              <a:lnSpc>
                <a:spcPct val="135000"/>
              </a:lnSpc>
            </a:pPr>
            <a:r>
              <a:rPr sz="1300">
                <a:solidFill>
                  <a:srgbClr val="1A1A1A"/>
                </a:solidFill>
                <a:latin typeface="Calibri"/>
              </a:rPr>
              <a:t>Load R1, Memory; Add R1, R2; Store R1, Memory.</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RISC uses simple instructions that execute in a single clock cycle.</a:t>
            </a:r>
          </a:p>
          <a:p>
            <a:pPr algn="l">
              <a:lnSpc>
                <a:spcPct val="135000"/>
              </a:lnSpc>
            </a:pPr>
            <a:r>
              <a:rPr sz="1300">
                <a:solidFill>
                  <a:srgbClr val="1A1A1A"/>
                </a:solidFill>
                <a:latin typeface="Calibri"/>
              </a:rPr>
              <a:t>•  All arithmetic operations must occur between registers, not memory.</a:t>
            </a:r>
          </a:p>
          <a:p>
            <a:pPr algn="l">
              <a:lnSpc>
                <a:spcPct val="135000"/>
              </a:lnSpc>
            </a:pPr>
            <a:r>
              <a:rPr sz="1300">
                <a:solidFill>
                  <a:srgbClr val="1A1A1A"/>
                </a:solidFill>
                <a:latin typeface="Calibri"/>
              </a:rPr>
              <a:t>•  Fixed-length instructions simplify decoding and allow deep pipeline stages.</a:t>
            </a:r>
          </a:p>
          <a:p>
            <a:pPr algn="l">
              <a:lnSpc>
                <a:spcPct val="135000"/>
              </a:lnSpc>
            </a:pPr>
            <a:r>
              <a:rPr sz="1300">
                <a:solidFill>
                  <a:srgbClr val="1A1A1A"/>
                </a:solidFill>
                <a:latin typeface="Calibri"/>
              </a:rPr>
              <a:t>•  Requires a large number of general-purpose registers to hold data.</a:t>
            </a:r>
          </a:p>
        </p:txBody>
      </p:sp>
      <p:pic>
        <p:nvPicPr>
          <p:cNvPr id="19" name="Picture 18"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0" name="TextBox 19"/>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Register Organization in RISC CPU - GeeksforGeeks (source: media.geeksforgeeks.org)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42646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Register Usage Comparison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CISC typically uses fewer registers due to memory-to-memory operations.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RISC requires more registers to support register-to-register operations.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CISC instructions are longer, often encoding memory addresses directly.</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RISC instructions are fixed-length, leaving more bits for register specifiers.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High register count in RISC reduces memory latency significantly.</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Register Organization in RISC CPU - GeeksforGeeks (source: media.geeksforgeeks.org)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6420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Instruction Length and Decoding</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CISC uses variable-length instructions ranging from 1 to 15 bytes.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RISC uses fixed-length instructions, typically 32 bits or 16 bits.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Variable length in CISC complicates the instruction fetch and decode stages.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Fixed length in RISC allows for parallel instruction fetching and decoding.</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Simplified decoding in RISC leads to faster clock cycle ×.</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Difference between CISC and RISC | CISC vs RISC (source: blogger.googleusercontent.com)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90195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Performance and Complexity Trade-off</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CISC reduces code size but increases hardware complexity and decoding time.</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RISC increases code size but simplifies hardware and improves speed.</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CISC relies on microcode to handle complex instructions internally.</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RISC relies on compilers to generate efficient sequences of simple instructions.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Modern processors often blend features of both architectures.</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RISC and CISC Architecture - Working &amp; Their Applications (source: www.watelectronics.com)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13969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CISC uses complex, variable-length instructions with memory operands.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RISC uses simple, fixed-length instructions with register-only operations.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RISC requires more registers to minimize memory access latency.</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CISC reduces code size while RISC maximizes execution speed.</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Register organization is the primary differentiator between the two.</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COMPUTER ORGANIZATION AND DESIGN</a:t>
            </a:r>
          </a:p>
          <a:p>
            <a:pPr algn="l">
              <a:lnSpc>
                <a:spcPct val="135000"/>
              </a:lnSpc>
            </a:pPr>
            <a:r>
              <a:rPr sz="1300">
                <a:solidFill>
                  <a:srgbClr val="1A1A1A"/>
                </a:solidFill>
                <a:latin typeface="Calibri"/>
              </a:rPr>
              <a:t>The Hardware/Software Interface — David A. Patterson, John L. Hennessy</a:t>
            </a:r>
          </a:p>
        </p:txBody>
      </p:sp>
      <p:sp>
        <p:nvSpPr>
          <p:cNvPr id="16" name="Rectangle 15"/>
          <p:cNvSpPr/>
          <p:nvPr/>
        </p:nvSpPr>
        <p:spPr>
          <a:xfrm>
            <a:off x="6185916"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COMPUTER ARCHITECTURE</a:t>
            </a:r>
          </a:p>
          <a:p>
            <a:pPr algn="l">
              <a:lnSpc>
                <a:spcPct val="135000"/>
              </a:lnSpc>
            </a:pPr>
            <a:r>
              <a:rPr sz="1300">
                <a:solidFill>
                  <a:srgbClr val="1A1A1A"/>
                </a:solidFill>
                <a:latin typeface="Calibri"/>
              </a:rPr>
              <a:t>A Quantitative Approach — John L. Hennessy, David A. Patterson</a:t>
            </a:r>
          </a:p>
        </p:txBody>
      </p:sp>
      <p:sp>
        <p:nvSpPr>
          <p:cNvPr id="19" name="Rectangle 18"/>
          <p:cNvSpPr/>
          <p:nvPr/>
        </p:nvSpPr>
        <p:spPr>
          <a:xfrm>
            <a:off x="502920" y="4045204"/>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4164076"/>
            <a:ext cx="5083556" cy="1998980"/>
          </a:xfrm>
          <a:prstGeom prst="rect">
            <a:avLst/>
          </a:prstGeom>
          <a:noFill/>
        </p:spPr>
        <p:txBody>
          <a:bodyPr wrap="square" lIns="0" rIns="0" tIns="0" bIns="0">
            <a:spAutoFit/>
          </a:bodyPr>
          <a:lstStyle/>
          <a:p>
            <a:pPr algn="l">
              <a:lnSpc>
                <a:spcPct val="135000"/>
              </a:lnSpc>
            </a:pPr>
            <a:r>
              <a:rPr sz="1300">
                <a:solidFill>
                  <a:srgbClr val="1A1A1A"/>
                </a:solidFill>
                <a:latin typeface="Calibri"/>
              </a:rPr>
              <a:t>•  Computer Organization and Architecture — William Stallings</a:t>
            </a:r>
          </a:p>
          <a:p>
            <a:pPr algn="l">
              <a:lnSpc>
                <a:spcPct val="135000"/>
              </a:lnSpc>
            </a:pPr>
            <a:r>
              <a:rPr sz="1300">
                <a:solidFill>
                  <a:srgbClr val="1A1A1A"/>
                </a:solidFill>
                <a:latin typeface="Calibri"/>
              </a:rPr>
              <a:t>•  Computer System Architecture — M. Morris Mano &amp; Rajib Mall</a:t>
            </a:r>
          </a:p>
          <a:p>
            <a:pPr algn="l">
              <a:lnSpc>
                <a:spcPct val="135000"/>
              </a:lnSpc>
            </a:pPr>
            <a:r>
              <a:rPr sz="1300">
                <a:solidFill>
                  <a:srgbClr val="1A1A1A"/>
                </a:solidFill>
                <a:latin typeface="Calibri"/>
              </a:rPr>
              <a:t>•  Computer Organization — Carl Hamacher, Zvonko Vranesic, Safwat Zaky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RISC; CISC</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