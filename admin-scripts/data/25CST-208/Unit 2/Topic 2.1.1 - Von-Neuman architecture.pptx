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Von-Neuman architecture within our Register Organization chapter. This foundational concept explains how registers and memory interact in a unified system. We will explore the structural implications of this design on modern computing. Remember, understanding this is key to analyzing instruction set architectures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Course Outcome 2, which requires you to analyze register organization. We will focus specifically on how the Von-Neuman architecture dictates the flow of data through registers. This analysis is crucial for understanding the instruction set architecture's limitations and capabilities. By the end, you will be able to evaluate this architecture critically.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the core components and their specific roles in the system. You will analyze how the shared bus connects registers and memory, creating a potential bottleneck. We will evaluate the performance impact of this design and differentiate between how instructions and data are stored. Finally, you will apply these concepts to solve a basic register transfer problem.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defining feature here is the single shared bus that connects all components. This means memory stores both instructions and data in a unified address space, unlike Harvard architecture. The Control Unit fetches instructions sequentially, while the ALU performs operations on data held in registers. The Program Counter is critical as it tracks the address of the next instruction to be executed.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architecture, instructions and data share the same physical memory location space. The CPU cannot access both simultaneously because of the single bus constraint. Memory addresses are used to locate both code and variables without distinction. This simplifies hardware design but significantly limits parallel processing capabilities compared to other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CPU speed often exceeds the memory access speed significantly, creating a major issue. The processor frequently waits for data to be fetched from memory, causing idle time. This waiting period creates a performance bottleneck known as the Von-Neuman bottleneck. Consequently, the bottleneck limits the overall system throughput regardless of how fast the CPU 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Program Counter holds the address of the current instruction, initiating the fetch cycle. The address is placed on the address bus to request the specific data from memory. The memory unit retrieves the instruction and places it on the data bus for the CPU. The instruction register then loads the fetched instruction for decoding, while the Program Counter increments.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decoded instruction specifies the operation and the data operands required for execution. Operands are fetched from memory or registers into the ALU for processing. The ALU performs the arithmetic or logical operation on the data provided. The result is then stored back into a register or memory location, completing the execution.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Registers provide the fastest storage for immediate CPU operations within this architecture. The number of registers directly affects the complexity of the instruction set and performance. More registers reduce the need for frequent memory accesses, which is a key optimization. General-purpose registers hold data during intermediate calculation steps, while special registers manage control flow.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numerical example to see the impact. Assume a CPU with 100 cycles per instruction and a 1000 cycle memory access time. If 50% of instructions require data fetch, the average time per instruction is calculated as 600 cycles. Without registers, every operation would require a full memory access, drastically slowing the system. This demonstrates the significant performance gain from efficient register usage.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pitfall is confusing Von-Neuman with Harvard architecture structures, which have separate buses. Students often assume simultaneous instruction and data access is possible in this model, which is incorrect. Another error is overlooking the role of the Program Counter in sequential execution. It is also crucial not to ignore the impact of register size on addressable memory space.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significantly influences the design of addressing modes within the instruction set. Instructions must explicitly specify whether operands are in memory or registers. Complex addressing modes increase the instruction fetch overhead due to the shared bus. Designers balance complexity with the need to reduce memory traffic by favoring simple instructions.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Von-Neuman architecture uses a single shared bus for all transfers. Memory stores both instructions and data in a unified space, creating a sequential access requirement. The Von-Neuman bottleneck limits performance due to this sequential access nature. Registers are critical for reducing memory access frequency, and understanding this is essential for analyzing ISAs.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standard textbooks listed on this slide. William Stallings and M. Morris Mano provide excellent foundational coverage of these concepts. David A. Patterson and John L. Hennessy offer deep insights into the hardware-software interface. These resources will help you deepen your understanding of register organization and architecture.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jp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Von-Neuman architecture</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Computer Organization and Architecture | Register Organization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Computer Organization and Architecture   |   Chapter: Register Organization   |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core components of Von-Neuman architecture and their roles.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shared bus mechanism connecting registers and memory.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impact of the Von-Neuman bottleneck on performance.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instruction and data storage in a unified memory.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the architecture to solve a basic register transfer problem.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Core Components Definition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architecture uses a single shared bus for all data transfers.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Memory stores both instructions and data in a unified address space.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Control Unit fetches instructions sequentially from the main memory.</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Arithmetic Logic Unit performs operations on data from registers.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Registers act as high-speed storage for immediate CPU operations.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Program Counter tracks the address of the next instruction.</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The System Bus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Unified Memory Concept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Instructions and data share the same physical memory location space.</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CPU cannot access both simultaneously due to the single bus.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Memory addresses are used to locate both code and variables.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simplifies hardware design but limits parallel processing capabilities.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fetch-decode-execute cycle relies on this shared storage model.</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No separate address buses exist for instructions versus data.</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Von Neumann Architecture - GeeksforGeeks (source: media.geeksforgeeks.org)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The Von-Neuman Bottleneck</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CPU speed exceeds the memory access speed significantly.</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processor often waits for data to be fetched from memory.</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waiting period creates a performance bottleneck known as the Von-Neuman bottleneck.</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bottleneck limits the overall system throughput regardless of CPU speed.</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Modern solutions include caching to mitigate this specific register-memory delay.</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bottleneck is most visible during heavy data-intensive register operations.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Instruction Fetch Cycle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Program Counter holds the address of the current instruction.</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address is placed on the address bus to request data.</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memory unit retrieves the instruction and places it on the data bus.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instruction register loads the fetched instruction for decoding.</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Program Counter increments to point to the next instruction.</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cycle repeats continuously for every instruction execution.</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Von Neumann Architecture - GeeksforGeeks (source: media.geeksforgeeks.org)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Data Execution Cycle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decoded instruction specifies the operation and data operands.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Operands are fetched from memory or registers into the ALU.</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ALU performs the arithmetic or logical operation on the data.</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result is stored back into a register or memory location.</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cycle completes the execution of a single machine instruction.</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Register organization determines the speed of operand availability.</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Von Neumann Architecture - GeeksforGeeks (source: media.geeksforgeeks.org)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Register Organization Role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Registers provide the fastest storage for immediate CPU operations.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number of registers affects the complexity of the instruction set.</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More registers reduce the need for frequent memory accesses.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General-purpose registers hold data during intermediate calculation steps.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Special registers like PC and IR manage control flow and state.</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Efficient register allocation is critical for performance optimization.</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Worked Numerical Example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Time = (0.5 × 100) + (0.5 × (100 + 1000)) = 600 cycles</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Assume a CPU with 100 cycles per instruction and 1000 cycles memory access.</a:t>
            </a:r>
          </a:p>
        </p:txBody>
      </p:sp>
      <p:sp>
        <p:nvSpPr>
          <p:cNvPr id="18" name="Oval 17"/>
          <p:cNvSpPr/>
          <p:nvPr/>
        </p:nvSpPr>
        <p:spPr>
          <a:xfrm>
            <a:off x="502920" y="352247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52247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If 50% of instructions require data fetch, average time per instruction is calculated.</a:t>
            </a:r>
          </a:p>
        </p:txBody>
      </p:sp>
      <p:sp>
        <p:nvSpPr>
          <p:cNvPr id="20" name="Oval 19"/>
          <p:cNvSpPr/>
          <p:nvPr/>
        </p:nvSpPr>
        <p:spPr>
          <a:xfrm>
            <a:off x="502920" y="424891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24891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Without registers, every operation would require a full memory access.</a:t>
            </a:r>
          </a:p>
        </p:txBody>
      </p:sp>
      <p:sp>
        <p:nvSpPr>
          <p:cNvPr id="22" name="Oval 21"/>
          <p:cNvSpPr/>
          <p:nvPr/>
        </p:nvSpPr>
        <p:spPr>
          <a:xfrm>
            <a:off x="502920" y="49753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497535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With registers, only 50% of operations incur the memory penalty.</a:t>
            </a:r>
          </a:p>
        </p:txBody>
      </p:sp>
      <p:sp>
        <p:nvSpPr>
          <p:cNvPr id="24" name="Oval 23"/>
          <p:cNvSpPr/>
          <p:nvPr/>
        </p:nvSpPr>
        <p:spPr>
          <a:xfrm>
            <a:off x="502920" y="570179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5" name="TextBox 24"/>
          <p:cNvSpPr txBox="1"/>
          <p:nvPr/>
        </p:nvSpPr>
        <p:spPr>
          <a:xfrm>
            <a:off x="1078992" y="570179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This demonstrates the performance gain from efficient register usage.</a:t>
            </a:r>
          </a:p>
        </p:txBody>
      </p:sp>
      <p:pic>
        <p:nvPicPr>
          <p:cNvPr id="26" name="Picture 25"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7" name="TextBox 26"/>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d14qv6cm1t62pm.cloudfront.net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Analysis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Students often confuse Von-Neuman with Harvard architecture structures.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simultaneous instruction and data access is possible in this model.</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Overlooking the role of the Program Counter in sequential execution.</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the impact of register size on addressable memory space.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distinguish between register transfer and memory transfer.</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Misinterpreting the shared bus as a high-speed parallel link.</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i.redd.it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Impact on Instruction Set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architecture influences the design of addressing modes.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Instructions must explicitly specify memory or register operands.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Complex addressing modes increase the instruction fetch overhead.</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Simple instructions are preferred to minimize bus contention.</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instruction set must support efficient register-to-register operations.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Designers balance complexity with the need to reduce memory traffic.</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www.learncomputerscienceonline.com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Von-Neuman architecture uses a single shared bus for all transfers.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Memory stores both instructions and data in a unified space.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Von-Neuman bottleneck limits performance due to sequential access.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Registers are critical for reducing memory access frequency.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Understanding this architecture is essential for analyzing ISAs.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www.totalphase.com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Von-Neuman architecture</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