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Register Organization. We will focus specifically on how addressing modes determine data location and the design of a basic computer. This session is crucial for understanding how the CPU interacts with memory and registers. Let us begin our journey to Discover, Learn, and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is directly mapped to Course Outcome 2. You will learn to analyze how register organization supports the instruction set architecture. This involves understanding how different addressing modes affect the design of the basic computer. By the end, you will be able to evaluate these architectural choices critically.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addressing modes function during instruction execution. We will evaluate how these modes impact the overall memory access time of a system. You will also design a basic computer structure featuring a general register organization. Finally, we will differentiate between immediate, direct, and indirect addressing techniques through practical examples.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modes define exactly how the CPU calculates the effective address of an operand. The effective address determines the specific memory location or register where the data resides. Different modes offer trade-offs between instruction length and execution speed. For instance, immediate mode places the operand directly within the instruction itself, saving a memory access.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classify addressing modes based on how the operand is located. Immediate addressing uses the operand value directly in the instruction field. Direct addressing specifies the memory address of the operand in the instruction. Indirect addressing uses a register or memory location to hold the address, adding a level of indirection. Register addressing specifies a register number as the operand location for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basic computer consists of a CPU, memory, and input/output interfaces. The CPU contains a control unit and an arithmetic logic unit to process data. Memory stores both instructions and data in a unified address space. The control unit decodes instructions and generates control signals for execution. Data flows between registers, memory, and I/O devices via a shared bus.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register organization allows any register to be used as an operand. This flexibility simplifies instruction set design and compiler optimization significantly. Registers are faster than main memory for storing intermediate results. A typical design includes eight or sixteen general-purpose registers. The accumulator is a special register often used for arithmetic operations.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calculate the effective address for a specific instruction. Given instruction ADD R1, [100] with base register R2 = 50. In direct addressing, the effective address is simply 100. In indexed addressing, we add the base register value: 100 + 50 = 150. If we use indirect addressing, the effective address is the content of memory location 100, which might be 200.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addressing modes determine how operands are located and accessed by the CPU. Immediate and register modes are generally faster than direct and indirect modes. General register organization provides flexibility for efficient instruction execution. The basic computer design integrates CPU, memory, and I/O via a bus. Understanding these concepts is essential for analyzing instruction set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William Stallings and M. Morris Mano provide excellent foundational knowledge. Carl Hamacher and the works by Patterson and Hennessy offer deeper insights into hardware-software interfaces. These resources will support your analysis of register organization and instruction set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Addressing modes; Design of a basic computer. General register organization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function of various addressing modes in instruction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addressing modes on memory access time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a basic computer structure with general register organization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immediate, direct, and indirect addressing techniques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register organization concepts to solve instruction fetch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Addressing Modes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Addressing modes define how the CPU calculates the effective address of an operand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effective address determines the specific memory location or register containing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 modes offer trade-offs between instruction length and execution speed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Immediate mode places the operand directly within the instruction itself</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 mode uses a register number to specify the operand location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Instruction Cycle Explained | Fetch , Decode , Execute Cycle Step-By-Step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Classification of Addressing Modes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Immediate addressing uses the operand value directly in the instruction field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 addressing specifies the memory address of the operand in the instruction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Indirect addressing uses a register or memory location to hold the address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 addressing specifies a register number as the operand location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Indexed addressing adds an index register value to a base address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cdn.hackaday.io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Design of a Basic Computer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basic computer consists of a CPU, memory, and input/output interfaces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CPU contains a control unit and an arithmetic logic unit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stores both instructions and data in a unified address space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decodes instructions and generates control signals for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flows between registers, memory, and I/O devices via a bus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res.cloudinary.com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General Register Organization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General register organization allows any register to be used as an operand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flexibility simplifies instruction set design and compiler optimization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Registers are faster than main memory for storing intermediate results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typical design includes eight or sixteen general-purpose registers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accumulator is a special register often used for arithmetic operations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Effective Address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Given instruction ADD R1, [100] with base register R2 = 50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DIRECT ADDRESSING</a:t>
            </a:r>
          </a:p>
          <a:p>
            <a:pPr algn="l">
              <a:lnSpc>
                <a:spcPct val="135000"/>
              </a:lnSpc>
            </a:pPr>
            <a:r>
              <a:rPr sz="1300">
                <a:solidFill>
                  <a:srgbClr val="1A1A1A"/>
                </a:solidFill>
                <a:latin typeface="Calibri"/>
              </a:rPr>
              <a:t>Effective Address = 100 (operand at memory location 100)</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INDEXED ADDRESSING</a:t>
            </a:r>
          </a:p>
          <a:p>
            <a:pPr algn="l">
              <a:lnSpc>
                <a:spcPct val="135000"/>
              </a:lnSpc>
            </a:pPr>
            <a:r>
              <a:rPr sz="1300">
                <a:solidFill>
                  <a:srgbClr val="1A1A1A"/>
                </a:solidFill>
                <a:latin typeface="Calibri"/>
              </a:rPr>
              <a:t>Effective Address = 100 + R2 = 100 + 50 = 150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INDIRECT ADDRESSING</a:t>
            </a:r>
          </a:p>
          <a:p>
            <a:pPr algn="l">
              <a:lnSpc>
                <a:spcPct val="135000"/>
              </a:lnSpc>
            </a:pPr>
            <a:r>
              <a:rPr sz="1300">
                <a:solidFill>
                  <a:srgbClr val="1A1A1A"/>
                </a:solidFill>
                <a:latin typeface="Calibri"/>
              </a:rPr>
              <a:t>Effective Address = Content of memory location 100</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If memory[100] = 200, then operand is at address 200</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alanclements.org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Addressing modes determine how operands are located and accessed by the CPU</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Immediate and register modes are faster than direct and indirect modes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General register organization provides flexibility for efficient instruction execution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basic computer design integrates CPU, memory, and I/O via a bus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concepts is essential for analyzing instruction set architecture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modes; Design of a basic computer. General register organization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