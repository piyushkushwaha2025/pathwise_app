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Register Organization. We will focus specifically on the internal structure of registers and how they communicate via a common bus system. This is a foundational topic for understanding how the CPU processes data efficiently. Let us begin by mapping our learning outcomes to the course goals.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2, which requires you to analyze register organization. By the end of this session, you will be able to evaluate how different register configurations impact the instruction set architecture. This analysis is crucial for designing efficient processors in real-world engineering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today are to define register types, analyze their specific roles like the PC and IR, and evaluate the common bus system. We will also design a basic bus configuration using multiplexers and compare single-bus efficiency against multi-bus systems. These outcomes align with Bloom's Level 4, requiring you to analyze and design rather than just recall facts.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Registers are categorized into general-purpose and special-purpose types. General-purpose registers act as temporary storage for data, while special-purpose registers like the PC and IR manage the flow of control. For example, the PC automatically increments after fetching an instruction, ensuring the CPU knows where to go next in the program sequence.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 bus system is a shared communication pathway that connects all registers in the CPU. Think of it like a single-lane road where only one car can drive at a time to avoid collisions. Tri-state buffers act as traffic lights, ensuring that only one register drives the bus while others remain in a high-impedance state to prevent short circuits.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Tri-state buffers are the key to managing the common bus without electrical conflicts. When the control signal is low, the buffer enters a high-impedance state, effectively disconnecting the register from the bus. For instance, if Register A is sending data, its output buffer is enabled while all other registers' output buffers are disabled, ensuring a clean signal transfer.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implement the bus selection using multiplexers to choose which register drives the bus. A 4-to-1 multiplexer uses two selection lines to choose one of four inputs, effectively acting as a digital switch. For example, if we want to move data from Register 2 to the bus, we set the selection lines to binary 10, and the multiplexer routes that specific data to the shared bus lines.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concrete example of transferring data from Register R1 to R2. First, we enable R1's output buffer to drive the bus while keeping others off. Then, we enable R2's load signal to capture the data. This entire sequence happens in a single clock cycle, demonstrating the efficiency of the common bus system for internal data movement.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we have learned that registers are vital for data storage and control, and the common bus system facilitates their communication. Tri-state buffers and multiplexers are the essential components that make this shared architecture possible without conflicts. Understanding these mechanisms is key to analyzing how modern processors execute instructions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comprehensive coverage of the topics discussed today. I encourage you to consult Stallings and Mano for detailed explanations of register organization. For a deeper quantitative analysis, the works by Hennessy and Patterson are excellent resources. Thank you for your attention, and please review these references for your upcoming assignments.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Computer registers; Common bus system</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Register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Register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specific functions of general-purpose and special-purpose registers.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the Program Counter and Instruction Register in execution.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a common bus system for data transfer.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a basic common bus configuration using multiplexers and tri-state buffers.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efficiency of single-bus versus multi-bus register organizations.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General vs Special Purpose Registers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General-purpose registers store operands and intermediate results during arithmetic operations.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Special-purpose registers hold specific control information like addresses or status flags.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Accumulator (ACC) is a special-purpose register used for arithmetic results.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Program Counter (PC) holds the address of the next instruction to fetch.</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Instruction Register (IR) holds the current instruction being decoded and executed.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Status registers store condition codes like zero, carry, and overflow flags.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a Register in a CPU and How Does it Work? - Total Phase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Common Bus System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common bus system connects multiple registers using a shared set of wires.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Only one register can transmit data onto the bus at any given time.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 registers can receive data from the bus simultaneously via parallel lines.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Tri-state buffers control data flow to prevent electrical conflicts on the bus.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bus width equals the number of bits in a single register word.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architecture reduces wiring complexity compared to dedicated point-to-point connections.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Tri-State Buffers and Control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tri-state buffer has three states: logic 0, logic 1, and high impedance.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High impedance effectively disconnects the register output from the bus electrically.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Control signals like 'Load' and 'Output' determine the buffer state for each register.</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Only one 'Output' control signal can be active (logic 1) at any time.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 'Load' signals can be active simultaneously to receive data from the bus.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control logic ensures that no two registers drive the bus simultaneously.</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www.gsnetwork.com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Multiplexer-Based Bus Design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Multiplexers select one input from multiple sources to route to the bus.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4-to-1 multiplexer can select data from four different registers for the bus.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Selection lines determine which register's data is placed onto the common bus.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design simplifies the control logic by using binary selection codes.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bus output connects to the input of the destination register via a load signal.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configuration allows any register to transfer data to any other register.</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Transfer Sequence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Transfer content of Register R1 to Register R2 using the common bus.</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Enable the output buffer of R1 to place data on the bus.</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Ensure all other register output buffers are in high-impedance state.</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3</a:t>
            </a:r>
          </a:p>
          <a:p>
            <a:pPr algn="l">
              <a:lnSpc>
                <a:spcPct val="135000"/>
              </a:lnSpc>
            </a:pPr>
            <a:r>
              <a:rPr sz="1300">
                <a:solidFill>
                  <a:srgbClr val="1A1A1A"/>
                </a:solidFill>
                <a:latin typeface="Calibri"/>
              </a:rPr>
              <a:t>Enable the load input of R2 to capture the data from the bus.</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4</a:t>
            </a:r>
          </a:p>
          <a:p>
            <a:pPr algn="l">
              <a:lnSpc>
                <a:spcPct val="135000"/>
              </a:lnSpc>
            </a:pPr>
            <a:r>
              <a:rPr sz="1300">
                <a:solidFill>
                  <a:srgbClr val="1A1A1A"/>
                </a:solidFill>
                <a:latin typeface="Calibri"/>
              </a:rPr>
              <a:t>Disable the load input of R2 to complete the transfer operation.</a:t>
            </a:r>
          </a:p>
        </p:txBody>
      </p:sp>
      <p:sp>
        <p:nvSpPr>
          <p:cNvPr id="28" name="Rectangle 27"/>
          <p:cNvSpPr/>
          <p:nvPr/>
        </p:nvSpPr>
        <p:spPr>
          <a:xfrm>
            <a:off x="3669715"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69715"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03395" y="4970610"/>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TOTAL TIME</a:t>
            </a:r>
          </a:p>
          <a:p>
            <a:pPr algn="l">
              <a:lnSpc>
                <a:spcPct val="135000"/>
              </a:lnSpc>
            </a:pPr>
            <a:r>
              <a:rPr sz="1300">
                <a:solidFill>
                  <a:srgbClr val="1A1A1A"/>
                </a:solidFill>
                <a:latin typeface="Calibri"/>
              </a:rPr>
              <a:t>The transfer occurs in one clock cycle if buffers are fast.</a:t>
            </a:r>
          </a:p>
        </p:txBody>
      </p:sp>
      <p:pic>
        <p:nvPicPr>
          <p:cNvPr id="31" name="Picture 3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2" name="TextBox 3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media.cheggcdn.com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Registers are classified as general-purpose for data or special-purpose for control.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common bus allows multiple registers to share a single set of wires.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Tri-state buffers prevent electrical conflicts by isolating non-transmitting registers.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Multiplexers provide a systematic way to select which register drives the bus.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Efficient bus design is critical for high-speed data transfer within the CPU.</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registers; Common bus system</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