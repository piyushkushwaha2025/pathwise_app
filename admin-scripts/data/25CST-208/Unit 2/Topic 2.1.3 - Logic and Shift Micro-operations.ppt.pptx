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Register Organization. We will focus specifically on the fundamental operations that manipulate data within registers. These logic and shift operations form the backbone of arithmetic and data processing in modern processors. Let us begin by understanding how we control data at the bit level.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2, which requires you to analyze register organization and instruction set architecture. By mastering these micro-operations, you will understand how the hardware executes specific instructions. This analysis is crucial for designing efficient computer systems and optimizing instruction sets.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and analyze the core logic operations. We will evaluate how shifts move data and differentiate between logical, circular, and arithmetic shifts. Finally, you will apply these concepts to solve practical data processing problems found in real-world processors.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 micro-operations are the fundamental bit-level manipulations performed on register contents. They operate on individual bits to perform tasks like masking or setting specific flags. For example, an AND operation can clear specific bits while leaving others unchanged. These operations are the building blocks for all complex data processing in the CPU.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four basic logic operations. The AND operation produces a 1 only when both inputs are 1. The OR operation yields 1 if either input is 1. The XOR operation is useful for toggling bits, while NOT simply inverts the data. Consider A = 1101 and B = 1011; their AND result is 1001, demonstrating how bits are selectively preserved.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 micro-operations move bits within a register to the left or right. They are critical for multiplication and division operations as well as data alignment. There are three main types: logical, circular, and arithmetic. Logical shifts fill empty spots with zeros, while circular shifts rotate bits to preserve all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logical shift left, bits move left and the least significant bit becomes zero. A logical shift right moves bits right and fills the most significant bit with zero. Circular shifts are different; the bit shifted out re-enters at the opposite end. For instance, shifting 11010100 left logically results in 10101000, effectively doubling the value.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Arithmetic shift left is identical to logical shift left. However, arithmetic shift right preserves the sign bit to maintain the number's sign. This is essential for signed integer division by powers of two. For example, shifting -12 right arithmatically results in -6, keeping the negative sign intact while dividing the magnitude.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logic micro-operations manipulate bits using AND, OR, XOR, and NOT. Shift operations move bits for multiplication, division, and alignment tasks. We distinguished between logical shifts that fill with zeros and circular shifts that rotate. Finally, arithmetic shifts preserve the sign bit, which is crucial for signed number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comprehensive coverage of the topics discussed today. William Stallings and M. Morris Mano offer excellent foundational explanations of register organization. The works by Hamacher and the duo of Hennessy and Patterson provide deeper insights into hardware-software interfaces and quantitative analysis. Please refer to these texts for further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Logic and Shift Micro-operations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Register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logic micro-operations and their role in data manipulation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four basic logic operations: AND, OR, XOR, NOT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functionality of shift micro-operations for data movement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logical, circular, and arithmetic shift types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shift operations to solve specific data processing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Logic Micro-operations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Logic micro-operations specify bit manipulation operations on registers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operate on individual bits or groups of bits within a register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Common operations include AND, OR, XOR, and NOT for data processing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operations are essential for masking, setting, and clearing specific bits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form the basis for complex arithmetic and control logic execution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From Logic Gates to Registers: Exploring the 74HC173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Basic Logic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Example: A = 1101, B = 1011, then A AND B = 1001</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AND OPERATION</a:t>
            </a:r>
          </a:p>
          <a:p>
            <a:pPr algn="l">
              <a:lnSpc>
                <a:spcPct val="135000"/>
              </a:lnSpc>
            </a:pPr>
            <a:r>
              <a:rPr sz="1300">
                <a:solidFill>
                  <a:srgbClr val="1A1A1A"/>
                </a:solidFill>
                <a:latin typeface="Calibri"/>
              </a:rPr>
              <a:t>Result bit is 1 only if both input bits are 1</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OR OPERATION</a:t>
            </a:r>
          </a:p>
          <a:p>
            <a:pPr algn="l">
              <a:lnSpc>
                <a:spcPct val="135000"/>
              </a:lnSpc>
            </a:pPr>
            <a:r>
              <a:rPr sz="1300">
                <a:solidFill>
                  <a:srgbClr val="1A1A1A"/>
                </a:solidFill>
                <a:latin typeface="Calibri"/>
              </a:rPr>
              <a:t>Result bit is 1 if at least one input bit is 1</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XOR OPERATION</a:t>
            </a:r>
          </a:p>
          <a:p>
            <a:pPr algn="l">
              <a:lnSpc>
                <a:spcPct val="135000"/>
              </a:lnSpc>
            </a:pPr>
            <a:r>
              <a:rPr sz="1300">
                <a:solidFill>
                  <a:srgbClr val="1A1A1A"/>
                </a:solidFill>
                <a:latin typeface="Calibri"/>
              </a:rPr>
              <a:t>Result bit is 1 if input bits are different</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NOT OPERATION</a:t>
            </a:r>
          </a:p>
          <a:p>
            <a:pPr algn="l">
              <a:lnSpc>
                <a:spcPct val="135000"/>
              </a:lnSpc>
            </a:pPr>
            <a:r>
              <a:rPr sz="1300">
                <a:solidFill>
                  <a:srgbClr val="1A1A1A"/>
                </a:solidFill>
                <a:latin typeface="Calibri"/>
              </a:rPr>
              <a:t>Inverts every bit in the source register operand</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Shift Micro-operations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THREE TYPES EXIST</a:t>
            </a:r>
          </a:p>
          <a:p>
            <a:pPr algn="l">
              <a:lnSpc>
                <a:spcPct val="135000"/>
              </a:lnSpc>
            </a:pPr>
            <a:r>
              <a:rPr sz="1300">
                <a:solidFill>
                  <a:srgbClr val="1A1A1A"/>
                </a:solidFill>
                <a:latin typeface="Calibri"/>
              </a:rPr>
              <a:t>Logical, Circular, and Arithmetic shifts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Shift operations move bits left or right within a register</a:t>
            </a:r>
          </a:p>
          <a:p>
            <a:pPr algn="l">
              <a:lnSpc>
                <a:spcPct val="135000"/>
              </a:lnSpc>
            </a:pPr>
            <a:r>
              <a:rPr sz="1300">
                <a:solidFill>
                  <a:srgbClr val="1A1A1A"/>
                </a:solidFill>
                <a:latin typeface="Calibri"/>
              </a:rPr>
              <a:t>•  They are used for multiplication, division, and data alignment tasks</a:t>
            </a:r>
          </a:p>
          <a:p>
            <a:pPr algn="l">
              <a:lnSpc>
                <a:spcPct val="135000"/>
              </a:lnSpc>
            </a:pPr>
            <a:r>
              <a:rPr sz="1300">
                <a:solidFill>
                  <a:srgbClr val="1A1A1A"/>
                </a:solidFill>
                <a:latin typeface="Calibri"/>
              </a:rPr>
              <a:t>•  Logical shifts fill empty positions with zeros</a:t>
            </a:r>
          </a:p>
          <a:p>
            <a:pPr algn="l">
              <a:lnSpc>
                <a:spcPct val="135000"/>
              </a:lnSpc>
            </a:pPr>
            <a:r>
              <a:rPr sz="1300">
                <a:solidFill>
                  <a:srgbClr val="1A1A1A"/>
                </a:solidFill>
                <a:latin typeface="Calibri"/>
              </a:rPr>
              <a:t>•  Circular shifts rotate bits without losing information</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Logical and Circular Shifts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Example: Register A = 11010100, SHL results in 10101000</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Logical Shift Left (SHL): Shifts bits left, fills LSB with 0</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Logical Shift Right (SHR): Shifts bits right, fills MSB with 0</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Circular Shift Left (CRL): MSB moves to LSB position</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Circular Shift Right (CRR): LSB moves to MSB position</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www.baeldung.com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Arithmetic Shift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-12 (11110100) ASR 1 results in -6 (11111010)</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Arithmetic Shift Left (ASL): Same as logical shift left</a:t>
            </a:r>
          </a:p>
          <a:p>
            <a:pPr algn="l">
              <a:lnSpc>
                <a:spcPct val="135000"/>
              </a:lnSpc>
            </a:pPr>
            <a:r>
              <a:rPr sz="1300">
                <a:solidFill>
                  <a:srgbClr val="1A1A1A"/>
                </a:solidFill>
                <a:latin typeface="Calibri"/>
              </a:rPr>
              <a:t>•  Arithmetic Shift Right (ASR): Preserves sign bit during right shift</a:t>
            </a:r>
          </a:p>
          <a:p>
            <a:pPr algn="l">
              <a:lnSpc>
                <a:spcPct val="135000"/>
              </a:lnSpc>
            </a:pPr>
            <a:r>
              <a:rPr sz="1300">
                <a:solidFill>
                  <a:srgbClr val="1A1A1A"/>
                </a:solidFill>
                <a:latin typeface="Calibri"/>
              </a:rPr>
              <a:t>•  ASR is used for signed integer division by powers of two</a:t>
            </a:r>
          </a:p>
          <a:p>
            <a:pPr algn="l">
              <a:lnSpc>
                <a:spcPct val="135000"/>
              </a:lnSpc>
            </a:pPr>
            <a:r>
              <a:rPr sz="1300">
                <a:solidFill>
                  <a:srgbClr val="1A1A1A"/>
                </a:solidFill>
                <a:latin typeface="Calibri"/>
              </a:rPr>
              <a:t>•  Sign bit remains unchanged to maintain number 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Logic micro-operations manipulate individual bits using AND, OR, XOR, NOT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Shift operations move bits for multiplication, division, and alignment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Logical shifts fill with zeros, while circular shifts rotate bits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Arithmetic shifts preserve the sign bit for signed number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operations is vital for analyzing register organization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and Shift Micro-operations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