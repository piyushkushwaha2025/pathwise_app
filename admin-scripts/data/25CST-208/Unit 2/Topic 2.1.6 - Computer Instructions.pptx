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Instructions within the Register Organization chapter. We will explore how the CPU interprets and executes commands. This session is designed to help you analyze the instruction set architecture effectively. Remember, mastering this is key to understanding how software interacts with hardware.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2, which requires you to analyze register organization and instruction set architecture. We will focus specifically on how instructions are structured and how they utilize registers. By the end of this session, you should be able to deconstruct an instruction format. This analysis is crucial for designing efficient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the fundamental structure of a computer instruction. You will analyze how opcodes interact with register operands to perform operations. We will also evaluate different addressing modes and their impact on register usage. Finally, you will apply decoding logic to a sample machine code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instruction as a command card with two main parts: the opcode and the operand. The opcode tells the CPU what to do, like adding two numbers. The operand tells the CPU where to find the numbers, often in a register. For example, an ADD instruction might specify registers R1 and R2 as operands. Without this structure, the CPU cannot know which data to process.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format of an instruction dictates how many registers we need in our organization. A three-address instruction like ADD R1, R2, R3 uses three registers, requiring a larger register file. In contrast, a one-address instruction uses an accumulator, reducing register needs but increasing memory access. For instance, adding two numbers in a stack-based system requires no explicit register addresses. Choosing the right format is a trade-off between hardware complexity and code density.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modes define how the CPU finds the data for an instruction. Immediate mode is like writing the number 5 directly in the command. Register mode is like saying 'use the value in register R1'. Direct mode points to a specific memory address. For example, LOAD R1, 1000 means load the value from memory address 1000 into R1. Understanding these modes is essential for analyzing how instructions interact with the register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execution of an instruction follows a strict cycle: fetch, decode, execute. First, the instruction is fetched from memory into the instruction register. Next, the control unit decodes the opcode to understand the operation. Then, the CPU calculates the effective address and fetches the data. For example, an ADD instruction fetches values from R1 and R2, adds them, and stores the result in R3. This cycle repeats millions of × per second.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analyze a specific instruction: ADD R1, R2, R3. This is a three-address instruction where the opcode is ADD. The source operands are in registers R2 and R3, and the result is stored in R1. If R2 contains 10 and R3 contains 20, the result 30 is placed in R1. This example shows how the instruction format directly maps to the register organization. It requires the CPU to access three registers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instructions are the bridge between software and hardware register organization. The format of an instruction dictates how many registers are needed and how data is accessed. Addressing modes provide flexibility in locating operands. Remember the execution cycle: fetch, decode, execute. Finally, always analyze how an instruction impacts the register organization when designing or evaluating a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listed on this slide. William Stallings and M. Morris Mano provide excellent foundational knowledge. Carl Hamacher and the works by Patterson and Hennessy offer deeper insights into modern architectures. Please review these references to solidify your understanding of register organization and instruction sets.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Computer Instructions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Register Organization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structure of a computer instruction.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relationship between opcodes and register operands.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different addressing modes used in instruction execution.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impact of instruction formats on register usage.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instruction decoding logic to a sample machine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Instruction Structure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instruction consists of an opcode and one or more operands.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opcode specifies the operation to be performed by the CPU.</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Operands specify the data or the address of data to be used.</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 register organization, operands often refer to specific CPU registers.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instruction length is determined by the number of address fields.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complete instruction must be fetchable and decodable by the control unit.</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Instruction Formats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Instruction Formats and Registers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Three-address instructions use three register operands for maximum flexibility.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Two-address instructions use one register and one memory or register operand.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One-address instructions use an accumulator register for most operations.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Zero-address instructions use a stack register for implicit operand handling.</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choice of format directly impacts the number of registers required.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 register organization often favors two-address or three-address formats.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Essential Registers for Instruction Execution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Addressing Modes in Instructions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Immediate addressing specifies the operand value directly within the instruction.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Register addressing specifies the operand location as a register number.</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Direct addressing specifies the memory address of the operand explicitly.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Indirect addressing specifies a register or memory location containing the address.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Register indirect addressing uses a register to hold the memory address.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addressing mode determines how the effective address is calculated.</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a Register in a CPU and How Does it Work? - Total Phase (source: www.totalphase.com)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Instruction Execution Cycle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CPU fetches the instruction from memory into the instruction register.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control unit decodes the opcode to determine the required operation.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CPU calculates the effective address if the operand is not immediate.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CPU fetches the operand data from the specified register or memory.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CPU executes the operation using the ALU and register organization.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 is stored back into the destination register or memory.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Essential Registers for Instruction Execution - GeeksforGeeks (source: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Instruction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CONSIDER INSTRUCTION</a:t>
            </a:r>
          </a:p>
          <a:p>
            <a:pPr algn="l">
              <a:lnSpc>
                <a:spcPct val="135000"/>
              </a:lnSpc>
            </a:pPr>
            <a:r>
              <a:rPr sz="1300">
                <a:solidFill>
                  <a:srgbClr val="1A1A1A"/>
                </a:solidFill>
                <a:latin typeface="Calibri"/>
              </a:rPr>
              <a:t>ADD R1, R2, R3 in a three-address format.</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EXECUTION</a:t>
            </a:r>
          </a:p>
          <a:p>
            <a:pPr algn="l">
              <a:lnSpc>
                <a:spcPct val="135000"/>
              </a:lnSpc>
            </a:pPr>
            <a:r>
              <a:rPr sz="1300">
                <a:solidFill>
                  <a:srgbClr val="1A1A1A"/>
                </a:solidFill>
                <a:latin typeface="Calibri"/>
              </a:rPr>
              <a:t>(R1) ← (R2) + (R3) where parentheses denote register contents.</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Opcode 'ADD' specifies the arithmetic addition operation to be performed.</a:t>
            </a:r>
          </a:p>
          <a:p>
            <a:pPr algn="l">
              <a:lnSpc>
                <a:spcPct val="135000"/>
              </a:lnSpc>
            </a:pPr>
            <a:r>
              <a:rPr sz="1300">
                <a:solidFill>
                  <a:srgbClr val="1A1A1A"/>
                </a:solidFill>
                <a:latin typeface="Calibri"/>
              </a:rPr>
              <a:t>•  Operand 1 'R2' and Operand 2 'R3' are source registers containing data.</a:t>
            </a:r>
          </a:p>
          <a:p>
            <a:pPr algn="l">
              <a:lnSpc>
                <a:spcPct val="135000"/>
              </a:lnSpc>
            </a:pPr>
            <a:r>
              <a:rPr sz="1300">
                <a:solidFill>
                  <a:srgbClr val="1A1A1A"/>
                </a:solidFill>
                <a:latin typeface="Calibri"/>
              </a:rPr>
              <a:t>•  Operand 3 'R1' is the destination register for the result.</a:t>
            </a:r>
          </a:p>
          <a:p>
            <a:pPr algn="l">
              <a:lnSpc>
                <a:spcPct val="135000"/>
              </a:lnSpc>
            </a:pPr>
            <a:r>
              <a:rPr sz="1300">
                <a:solidFill>
                  <a:srgbClr val="1A1A1A"/>
                </a:solidFill>
                <a:latin typeface="Calibri"/>
              </a:rPr>
              <a:t>•  This format requires three distinct register references in the instruction word.</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Instruction Register - GeeksforGeeks (source: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Instructions consist of an opcode and operands defining the operation and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Instruction formats (3, 2, 1, 0 address) determine register usage and complexity.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Addressing modes specify how operands are located in registers or memory.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execution cycle involves fetching, decoding, and executing instructions sequentially.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Analyzing instructions requires understanding their impact on the register organization.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a Register in a CPU and How Does it Work? - Total Phase (source: www.totalphase.com)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Instructions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