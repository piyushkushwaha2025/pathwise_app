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Register Organization. We will focus specifically on how we describe data movement and arithmetic operations using Register Transfer Language. This is the bridge between hardware design and software execution. Remember, every instruction you write eventually becomes a sequence of these micro-operations.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Course Outcome 2, which requires you to analyze register organization. By understanding how registers interact and how arithmetic micro-operations are defined, you will be able to evaluate instruction set architectures effectively. This analysis is crucial for designing efficient processors.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RTL and analyze its syntax rules. We will classify arithmetic micro-operations and evaluate their hardware needs. Finally, you will apply this notation to describe data sequences. For example, you will learn to write 'R1 ← R2 + R3' to represent an addition.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Transfer Language is our shorthand for describing how data moves inside the CPU. The arrow symbol means data moves from the right side to the left side. For instance, 'R1 ← R2' means the content of R2 is copied into R1. This happens only when a specific control signal is active during a clock cycle.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functions act like conditional switches for our data transfers. If we write 'P: R1 ← R2', the transfer happens only if P is 1. If P is 0, the register R1 remains unchanged. This allows us to implement complex decision logic directly in the hardware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Arithmetic micro-operations are the mathematical heart of the processor. They include addition, subtraction, and incrementing. The ALU performs these calculations on the binary data held in registers. For example, adding two 8-bit numbers might produce a 9-bit result where the 9th bit is the carry.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specific syntax for these operations. Addition is written as R3 ← R1 + R2. Subtraction is R1 ← R1 - R2. Incrementing is simply R1 ← R1 + 1. These notations make it easy to read and design the control logic for the ALU.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concrete example. If R1 is 5 and R2 is 3, adding them gives 8 in R3. If we subtract R2 from R1, we get 2. If we increment R1, it becomes 3. This demonstrates how the ALU processes binary data based on the micro-operations defined in RTL.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RTL is our symbolic language for data movement. The arrow shows where data goes, and control functions decide when it moves. We covered arithmetic operations like addition and subtraction, which are handled by the ALU. Mastering this notation is essential for understanding how instructions are executed.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Stallings and Mano provide excellent foundational coverage of register organization. Patterson and Hennessy offer deep insights into the hardware-software interface. These resources will support your understanding of the concepts discussed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600">
                <a:solidFill>
                  <a:srgbClr val="1A1A2E"/>
                </a:solidFill>
                <a:latin typeface="Calibri"/>
              </a:rPr>
              <a:t>Register transfer and micro operations: register transfer language; Arithmetic micro-operations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Register Organization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Register Transfer Language and its symbolic notation for data movement.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syntax rules governing register transfer statements and control functions.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arithmetic micro-operations including addition, subtraction, and incrementing.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hardware implementation requirements for basic arithmetic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RTL notation to describe specific data transfer and calculation sequences.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Register Transfer Language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RTL is a symbolic notation used to describe micro-operations in digital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arrow symbol (←) denotes the transfer of data from source to destination.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Registers are represented by uppercase letters followed by numbers like R1 or MAR.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movement occurs only during a specific clock pulse triggered by control signals.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RTL abstracts hardware details to focus on the logical flow of information.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Bidirectional Shift Register in Digital Electronics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Control Functions in RTL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functions act as conditional switches that enable or disable data transfer.</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control function is written in parentheses, such as (P), before the arrow.</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transfer occurs if and only if the control variable P equals logic 1.</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Multiple control functions can be combined using logical AND operations.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mechanism ensures data moves only when specific conditions are met.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Arithmetic Micro-operations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micro-operations perform basic mathematical calculations on binary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Common operations include addition, subtraction, increment, and decrement of values.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operations are performed by the Arithmetic Logic Unit (ALU).</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of an arithmetic operation is typically stored in a destination register.</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Carry bits are often generated and stored in a separate flip-flop.</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RTL for Arithmetic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Addition is denoted as R3 ← R1 + R2, summing contents of R1 and R2.</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Subtraction is denoted as R1 ← R1 - R2, subtracting R2 from R1.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Increment operation is written as R1 ← R1 + 1, adding one to the value.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Decrement operation is written as R1 ← R1 - 1, subtracting one from the value.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notations clearly specify the source operands and the destination for the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Assume R1 contains binary 0101 (decimal 5) and R2 contains 0011 (decimal 3).</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Executing R3 ← R1 + R2 results in R3 containing 1000 (decimal 8).</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Executing R1 ← R1 - R2 results in R1 containing 0010 (decimal 2).</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Executing R1 ← R1 + 1 results in R1 containing 0011 (decimal 3).</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carry flip-flop C is set to 0 for these specific 4-bit additions.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media.cheggcdn.com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RTL provides a concise symbolic notation for describing data transfer and processing.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arrow (←) indicates data movement from source to destination register.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functions in parentheses determine the conditional execution of transfers.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Arithmetic micro-operations include addition, subtraction, increment, and decrement.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operations are executed by the ALU and stored in destination registers.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Register transfer and micro operations: register transfer language; Arithmetic micro-operations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