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Microprogrammed Control. We are diving deep into the microinstruction, the fundamental building block of this control method. This topic is critical for understanding how modern processors execute complex machine instructions efficiently. Let us begin by mapping our learning outcomes to the course goals.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Course Outcome 5. You will learn to evaluate how microprogrammed control units differ from hardwired ones in terms of design complexity and performance. This evaluation is crucial for understanding pipelining efficiency in modern architectures. By the end, you will be able to assess trade-offs in control unit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a microinstruction clearly. You will analyze how fields like operation codes and next address pointers function. We will evaluate the trade-offs between flexibility and speed. Finally, you will synthesize a sequence to see how a single machine instruction is broken down.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microinstruction as a single command in a very detailed script. While a machine instruction might say 'Add A and B', the microinstruction says 'Open the ALU input gate and enable the register write'. This level of detail allows for precise timing and control over the hardware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anatomy of a microinstruction. The operation field tells the hardware what to do, like 'Load Register A'. The next address field tells the control unit where to go next. If a status field is set, the sequence might branch based on a condition, similar to an 'if' statement in programming.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 memory acts like a library of small programs. The microprogram counter is like a bookmark that tracks which microinstruction we are currently executing. When the CPU needs to execute an 'ADD' instruction, it fetches the corresponding microprogram from this memory. This separation allows the hardware to be flexible without changing the physical circuitry.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horizontal microinstructions as a direct command list where every switch is explicitly set. This is fast but uses a lot of memory. Vertical microinstructions are like shorthand codes that need a decoder to figure out the actual switches. This saves space but adds a small delay for decoding. Engineers often choose a hybrid to get the best of both worlds.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an ADD instruction. First, the CPU fetches the opcode. Then, it prepares the operands in the ALU. Finally, it performs the addition and stores the result. In a hardwired system, this might happen in one cycle, but in microprogrammed control, it takes three distinct steps. This illustrates the trade-off between flexibility and execution speed.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microinstructions are the detailed steps that make up a machine instruction. They reside in control memory and are managed by a microprogram counter. You now understand the difference between horizontal and vertical formats and how they impact performance. This knowledge is essential for evaluating control unit designs as per our course outcome.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today's lecture. Stallings and Mano offer excellent explanations of control unit structures. Hamacher and the works by Patterson and Hennessy provide deeper insights into quantitative analysis and modern design. Please refer to these texts for further study on microprogramming techniques.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Microprogrammed control: microinstruction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Hardwired and Microprogrammed Control</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Hardwired and Microprogrammed Control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microinstruction as the lowest level control signal set.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structure and fields of a standard microinstruction format.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role of the control memory in storing microprograms.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flexibility of microprogramming against hardwired control logic.</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a microinstruction sequence to execute a specific machine instruction.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Microinstruction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microinstruction is a binary word that generates control signals for one clock cycle.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represents the elementary step in the execution of a machine instruction.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Multiple microinstructions are sequenced to form a microprogram for one machine instruction.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fetches these from a dedicated control memory called the control store.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bit in a microinstruction directly activates a specific hardware component like ALU or registers.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Introduction to Control Unit and its Design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Microinstruction Format and Fields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typical microinstruction contains operation fields, next address fields, and status fields.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operation field specifies which control signals to activate during the current cycle.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next address field determines the location of the subsequent microinstruction in memory.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Status fields allow conditional branching based on processor flags like zero or carry.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Vertical microinstructions use a compact format with an opcode decoder for efficiency.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 GeeksforGeeks (source: www.geeksforgeeks.org)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Control Memory and Microprogram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memory stores the microprograms as a sequence of microinstructions.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typically implemented using high-speed ROM or RAM for fast access.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microprogram counter (μPC) holds the address of the current microinstruction.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microprogram is a sequence of microinstructions that implements one machine instruction.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fetches the microinstruction pointed to by the μPC on every cycle.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(source: vcmos.com)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Horizontal vs Vertical Microinstructions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Horizontal microinstructions have wide words with direct control signal bits for parallelism.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Vertical microinstructions use encoded opcodes to save space but require decoding logic.</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Horizontal format offers higher speed due to fewer decoding steps per cycle.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Vertical format offers higher density, allowing larger microprograms in the same memory.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Modern designs often use a hybrid approach to balance speed and memory size.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ADD Instruction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Machine instruction ADD R1, R2 requires three microinstructions for execution.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Microinstruction 1: Fetch opcode and increment program counter (μPC ← μPC + 1).</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Microinstruction 2: Read R2 into ALU and prepare R1 for addition operation.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Microinstruction 3: Execute ALU addition and write result back to R1 register.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execution time is three clock cycles for this specific microprogrammed sequence.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 GeeksforGeeks (source: www.geeksforgeeks.org)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Microinstructions are the elementary control signals executed in a single clock cycle.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stored in control memory and sequenced to implement machine instructions.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Horizontal formats offer speed while vertical formats offer memory efficiency.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microprogram counter manages the flow of microinstruction execution.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Microprogramming simplifies control unit design and allows for easier updates.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cdn1.byjus.com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Microprogrammed control: microinstruction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