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Arithmetic Pipelines. We are focusing on this specific topic within the broader context of Hardwired and Microprogrammed Control units. This session is designed to help you evaluate how pipelining impacts control unit performance in arithmetic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5. You will learn to evaluate how control unit designs handle arithmetic operations through pipelining. This involves analyzing performance metrics and design trade-offs in modern processors.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arithmetic pipelines and analyze their impact on throughput. We will evaluate specific hazards like data dependencies that can stall the pipeline. Finally, you will calculate speedup factors to quantify performance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arithmetic pipeline like an assembly line for calculations. Instead of one worker doing the entire multiplication, four workers each handle a specific step. The control unit ensures data moves smoothly from one stage to the next without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unit is the brain that coordinates these stages. In hardwired control, logic gates generate signals instantly for fixed operations. In microprogrammed control, a sequence of micro-instructions manages the flow, offering flexibility for complex arithmetic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Hazards are the biggest challenge in pipelining. For example, if you need the result of a division to start a multiplication, you face a data hazard. The control unit must detect this and stall the pipeline or use forwarding to resolve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a quick calculation. If one operation takes 40 nanoseconds serially, a 4-stage pipeline can theoretically complete one operation every 10 nanoseconds once full. This gives us a theoretical speedup of 4, meaning the processor is four × faster.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evaluating performance, we look at throughput and latency. Throughput tells us how many operations we finish per second, while latency is how long one takes. Efficiency tells us how close we are to the theoretical maximum, which depends heavily on our control unit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arithmetic pipelines boost performance by parallelizing operations. The control unit is critical for managing these stages and resolving hazards. Remember that while hardwired control is fast, microprogrammed control offers the flexibility needed for complex arithmetic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today's lecture. I encourage you to read the chapters on pipelining and control units in Stallings and Hennessy for deeper insights. They offer excellent examples and quantitative approaches to understanding these concepts.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Arithmetic Pipeline and</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Hardwired and Microprogrammed Control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arithmetic pipelines and their role in control unit efficiency.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impact of pipeline stages on instruction throughput.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hazards that disrupt arithmetic pipeline flow and performance.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speedup factors for pipelined versus non-pipelined systems.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control logic to mitigate data dependencies in arithmetic units.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Arithmetic Pipeline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arithmetic pipeline divides a complex operation into sequential sub-operations.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sub-operation is performed by a dedicated functional unit in parallel.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manages data flow between these distinct pipeline stages.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structure allows multiple arithmetic operations to be processed simultaneously.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significantly increases the throughput of the processor compared to serial execution.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Arithmetic Pipeline and Instruction Pipeline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Pipeline Stages and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typical 4-stage pipeline includes Fetch, Decode, Execute, and Write-back.</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generates signals to activate specific functional units per stage.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uses logic gates for fast, fixed-stage timing sequences.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uses stored sequences for flexible, complex stage management.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methods aim to minimize idle time in the arithmetic pipeline stages.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Pipeline Hazards and Risks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Structural hazards occur when hardware resources are insufficient for concurrent use.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hazards arise when an instruction depends on the result of a previous one.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hazards happen when the pipeline flow is disrupted by branch instructions.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control unit must detect and resolve these hazards to maintain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hazards leads to pipeline stalls and reduced overall throughput efficiency.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Arithmetic Pipeline and Instruction Pipeline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Speedup Calculation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Speedup = (Time for non-pipelined) / (Time for pipelined)</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a 4-stage pipeline where each stage takes 10 nanoseconds.</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Non-pipelined execution time for one operation is 40 nanoseconds.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Pipelined execution time for one operation is 10 nanoseconds after startup.</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Theoretical maximum speedup for 4 stages is 4 × faster than serial.</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Evaluation Metrics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Throughput measures the number of operations completed per unit of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Latency is the total time taken for a single operation to complete.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is the ratio of actual speedup to the theoretical maximum speedup.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unit design directly impacts the efficiency of the arithmetic pipeline.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Optimizing control signals reduces overhead and maximizes pipeline utilization rates.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pipelines divide operations into parallel stages for higher throughput.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units manage data flow and resolve hazards in the pipeline.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offers speed, while microprogrammed control offers flexibility.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Hazards like data dependencies can stall the pipeline and reduce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Speedup is calculated by comparing pipelined and non-pipelined execution ×.</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Arithmetic Pipeline and</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