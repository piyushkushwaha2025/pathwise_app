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advanced pipelining within the context of control units. We are focusing specifically on how superscalar processors achieve high performance through parallel instruction execution. This session builds directly on our understanding of hardwired and microprogrammed control mechanisms. Let us begin by exploring the core outcomes of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goal for this lecture is to meet Course Outcome 5. You will learn to evaluate how control unit designs impact the performance of pipelined superscalar processors. This involves analyzing trade-offs between hardware complexity and execution speed. By the end, you should be able to critique different control strategies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control units manage multiple instruction fetches simultaneously. We will evaluate dynamic scheduling techniques that allow the processor to reorder instructions for better efficiency. You will also assess how branch prediction algorithms minimize pipeline stalls in complex control flows. Finally, we will synthesize a control strategy to handle structural hazards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Superscalar processors are designed to execute more than one instruction per clock cycle by utilizing multiple parallel pipelines. This requires the control unit to decode and dispatch multiple instructions simultaneously to available functional units. While hardwired control is preferred for its speed, microprogrammed control offers flexibility but may introduce latency. The control unit must resolve data dependencies before issuing instructions to avoid pipeline stalls.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Dynamic scheduling allows the hardware to reorder instructions at runtime based on operand availability rather than program order. The Tomasulo algorithm uses reservation stations to manage instruction execution out of order, which is crucial for superscalar performance. Control logic tracks instruction status to ensure correct results are written to the register file in the correct sequence. This technique hides latency from memory accesses and significantly reduces control unit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renaming eliminates false dependencies by mapping architectural registers to physical registers dynamically during execution. The control unit maintains a mapping table to track the current physical register for each instruction in flight. This technique prevents Write-After-Read and Write-After-Write hazards without stalling the pipeline, allowing for higher throughput. Physical registers are allocated from a free list managed by the control logic hardware to ensure efficient resource usage.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Branch prediction guesses the outcome of conditional branches to keep the pipeline full and avoid stalls. Dynamic branch predictors use history tables to improve accuracy for superscalar processors by learning from past behavior. Incorrect predictions cause pipeline flushes, which reduces the effective instruction throughput significantly and wastes cycles. The control unit must quickly resolve branch outcomes to minimize performance penalties during speculative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hazards occur when multiple instructions require the same hardware resource simultaneously, creating a bottleneck. The control unit detects these conflicts and stalls or reroutes instructions to available functional units to resolve them. Hardwired logic can resolve simple structural hazards faster than microprogrammed sequences, which is critical for speed. Multiple functional units reduce the frequency of structural hazards in superscalar designs, improving overall efficiency.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superscalar processors require advanced control units to manage parallel instruction execution effectively and efficiently. Dynamic scheduling and register renaming are essential techniques for eliminating dependencies and maximizing throughput in modern processors. Accurate branch prediction is critical to prevent pipeline flushes and maintain high performance during program execution. Finally, evaluating control unit design involves balancing complexity, latency, and parallel execution capabilities for optimal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understanding computer organization and architecture. William Stallings and M. Morris Mano offer excellent insights into control unit design and pipelining. Carl Hamacher and the works by Patterson and Hennessy provide quantitative approaches to performance evaluation. Please refer to these resources for deeper study on superscalar architectures and control strategies.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Advanced pipelining techniques for superscalar processors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Hardwired and Microprogrammed Control</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Hardwired and Microprogrammed Control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control units in managing multiple instruction fetches.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techniques for dynamic instruction scheduling and register renaming.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impact of branch prediction on superscalar throughput.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a control strategy for handling structural hazards in parallel execution.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performance limits of hardwired versus microprogrammed control in superscalars.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Superscalar Definition and Control Needs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Superscalar processors execute more than one instruction per clock cycle using multiple pipelines.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must decode and dispatch multiple instructions simultaneously to functional units.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is preferred for speed due to the need for rapid instruction dispatch.</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offers flexibility but may introduce latency in high-frequency superscalar designs.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must resolve data dependencies before issuing instructions to avoid stalls.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Dynamic Instruction Scheduling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Dynamic scheduling allows the hardware to reorder instructions at runtime based on operand availability.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Tomasulo algorithm uses reservation stations to manage instruction execution out of order.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logic tracks instruction status to ensure correct results are written to the register file.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technique hides latency from memory accesses and reduces control unit bottlenecks.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Performance improves significantly when the control unit can issue independent instructions in parallel.</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Superscalar Processor : Architecture, Features, Types &amp; Its Uses (source: www.elprocus.com)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Register Renaming and Control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 renaming eliminates false dependencies by mapping architectural registers to physical registers dynamically.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maintains a mapping table to track the current physical register for each instruction.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technique prevents Write-After-Read and Write-After-Write hazards without stalling the pipeline.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Physical registers are allocated from a free list managed by the control logic hardware.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Renaming increases the number of instructions that can be executed in parallel within a cycle.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Superscalar Architecture - Scaler Topics (source: www.scaler.com)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Branch Prediction in Superscalars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Branch prediction guesses the outcome of conditional branches to keep the pipeline full.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Dynamic branch predictors use history tables to improve accuracy for superscalar processors.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Incorrect predictions cause pipeline flushes, reducing the effective instruction throughput significantly.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must quickly resolve branch outcomes to minimize performance penalties.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Speculative execution allows the processor to continue fetching instructions based on predictions.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Structural Hazard Resolution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Structural hazards occur when multiple instructions require the same hardware resource simultaneously.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detects conflicts and stalls or reroutes instructions to available functional units.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logic can resolve simple structural hazards faster than microprogrammed sequences.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Multiple functional units reduce the frequency of structural hazards in superscalar designs.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logic must prioritize instructions to maintain high instruction throughput and efficiency.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Superscalar processors require advanced control units to manage parallel instruction execution effectively.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Dynamic scheduling and register renaming are essential for eliminating dependencies and maximizing throughput.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Accurate branch prediction is critical to prevent pipeline flushes and maintain high performance.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is generally preferred for speed in high-frequency superscalar architectures.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Evaluating control unit design involves balancing complexity, latency, and parallel execution capabilities.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pipelining techniques for superscalar processors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