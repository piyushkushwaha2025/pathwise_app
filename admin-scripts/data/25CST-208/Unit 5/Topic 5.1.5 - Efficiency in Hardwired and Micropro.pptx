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Efficiency within the context of Control Units. We will focus specifically on how hardwired and microprogrammed approaches differ in their operational speed and resource utilization. This session is designed to help you evaluate which design is superior for specific hardware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5, which requires you to evaluate control unit designs. You will learn to compare the performance of different control strategies in the context of pipelining. By the end, you will be able to justify design choices based on efficiency metrics.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speed differences and evaluate trade-offs. We will calculate effective instruction cycle × to understand the quantitative impact of design choices. Finally, you will synthesize a control strategy that balances flexibility with raw execution speed.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Hardwired control is like a dedicated race car engine where every part is optimized for speed. It generates signals using fixed logic gates, resulting in the fastest possible execution. However, this efficiency comes at the cost of flexibility; adding a new instruction requires redesigning the hardware.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microprogrammed control as a programmable computer within a computer. It stores control signals in memory, making it highly flexible for complex instruction sets. The trade-off is that fetching each microinstruction takes time, making it generally slower than hardwired logic.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comparing speed, hardwired control is significantly faster, often executing instructions in just one or two cycles. Microprogrammed control typically takes three to five cycles due to memory fetch overhead. This creates a speed ratio of roughly 2:1, favoring the hardwired approach for high-performance needs.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trade-off is between speed and flexibility. Hardwired control sacrifices adaptability to achieve maximum speed, making it ideal for simple, fixed instruction sets. Conversely, microprogrammed control sacrifices speed to allow for easy updates and complex instruction handling.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If both units have a 2 nanosecond cycle time, the hardwired unit takes 2 cycles for 4 nanoseconds total. The microprogrammed unit takes 4 cycles for 8 nanoseconds total. This clearly shows the hardwired unit is twice as fast in this scenario.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hardwired control offers superior speed but lacks flexibility, while microprogrammed control offers adaptability at the cost of speed. The choice of design depends entirely on whether your priority is raw performance or the ability to modify the instruction set. Always evaluate the specific application requirements before selecting a control method.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understanding control unit design and efficiency. I encourage you to read the chapters on control units in Stallings and Mano for deeper insights. The works by Patterson and Hennessy offer excellent quantitative approaches to evaluating these designs.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Efficiency in Hardwired and Microprogrammed Control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Hardwired and Microprogrammed Control</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Hardwired and Microprogrammed Control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speed differences between hardwired and microprogrammed control units.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trade-offs between flexibility and execution speed in control design.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effective instruction cycle time for both control methods.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a control strategy based on specific application efficiency requirements.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impact of microcode length on overall system throughput.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Hardwired Control Efficiency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uses dedicated logic gates to generate control signals directly.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offers the highest execution speed due to minimal signal propagation delay.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Efficiency is measured by the number of clock cycles per instruction.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complexity increases significantly as the instruction set grows larger.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less flexible because changing instructions requires physical hardware changes.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Control Signals Generation using Counter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Microprogrammed Control Efficiency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stores control signals as microinstructions in a control memory.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offers high flexibility as new instructions can be added via software.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Execution speed is slower due to the time required to fetch microinstructions.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Efficiency is measured by the depth of the microprogram and memory access time.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simplifies the design of complex instruction sets compared to hardwired logic.</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Key Differences Between Hardwired &amp; Microprogrammed Control Unit (source: d8it4huxumps7.cloudfront.net)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Speed Comparison Metrics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typically executes instructions in 1 to 2 clock cycles.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often requires 3 to 5 clock cycles per instruction.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speed ratio is approximately 2:1 in favor of hardwired designs.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overhead includes fetching the microinstruction from control memory.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speed is limited only by the propagation delay of logic gates.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 GeeksforGeeks (source: www.geeksforgeeks.org)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Flexibility vs. Speed Trade-off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sacrifices flexibility for maximum execution speed and efficiency.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sacrifices speed for ease of modification and debugging.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Complex instruction sets are more efficiently implemented using microprogramming.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Simple instruction sets are more efficiently implemented using hardwired logic.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choice depends on whether the priority is speed or adaptability.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Numerical Efficiency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Hardwired execution time = 2 ns × 2 = 4 ns per instruction</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a hardwired unit takes 2 ns per cycle and 2 cycles per instruction.</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a microprogrammed unit takes 2 ns per cycle and 4 cycles per instruction.</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execution time = 2 ns × 4 = 8 ns per instruction.</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is 2 × faster (8 ns / 4 ns) for this specific case.</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Key Differences Between Hardwired &amp; Microprogrammed Control Unit (source: d8it4huxumps7.cloudfront.net)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is faster but less flexible than microprogrammed control.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is slower but allows easier modification of instruction sets.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Efficiency depends on the specific requirements of speed versus flexibility.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designs are preferred for high-speed, fixed instruction sets.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designs are preferred for complex, evolving instruction sets.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Key Differences Between Hardwired &amp; Microprogrammed Control Unit (source: d8it4huxumps7.cloudfront.net)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Efficiency in Hardwired and Microprogrammed Control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