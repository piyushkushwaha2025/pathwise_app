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Computer Arithmetic. We will focus specifically on the fundamental operations of multiplication and division. These are critical for the performance of any processor. Remember, our motto is Discover. Learn. Empower.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3. You will learn to implement the algorithms for multiplication and division. These skills are essential for designing efficient arithmetic units. We will focus on how these operations are executed in hardware.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and evaluate different algorithms. We will apply Booth's algorithm to handle signed numbers efficiently. You will also differentiate between various hardware implementations. Finally, you will calculate the clock cycles required for these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binary multiplication as repeated addition and shifting. For example, multiplying 5 by 3 involves adding 5 three ×. In hardware, we shift the multiplicand left and add if the multiplier bit is 1. This process repeats for every bit in the multiplier.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Restoring division is the most intuitive method but can be slow. If the subtraction makes the remainder negative, we must add the divisor back to restore it. This extra step adds overhead. For example, if we subtract 5 from 3, we get -2, so we add 5 back to get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Non-restoring division improves speed by skipping the restore step. Instead, we simply add or subtract the divisor based on the sign of the current remainder. For instance, if the remainder is negative, we add the divisor in the next iteration. This reduces the total number of operations required.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Booth's algorithm is a clever way to handle signed numbers. It looks at pairs of bits to decide whether to add, subtract, or just shift. For example, a sequence of 1s like 011110 can be treated as a single subtraction and an addition. This reduces the number of operations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an example. We multiply -3 by 5. We represent -3 as 1101 and 5 as 0101. We append a 0 to the multiplier to get 01010. We then process pairs of bits: 10 means subtract, 01 means add. The final result is -15, represented as 11110001.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multiplication relies on shifting and adding. Restoring division is simple but slower due to the restore step. Non-restoring division is faster by skipping that step. Booth's algorithm is the best choice for signed numbers. These concepts are essential for meeting our course outcomes.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books are the primary resources for this course. They provide detailed explanations of the algorithms we discussed today. I encourage you to read the chapters on arithmetic for deeper understanding. These texts are essential for your future studies in computer architecture.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gi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Multiplication; Division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Computer Arithmetic</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Computer Arithmetic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basic restoring division algorithm for signed numbers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efficiency of non-restoring division compared to restoring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Booth's algorithm to handle signed binary multiplication efficiently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hardware implementations of multiplication and division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number of clock cycles required for division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Basic Multiplication Algorithm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Multiplication involves shifting the multiplicand and adding to the product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processes one bit of the multiplier per cycle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Partial products are generated by ANDing the multiplicand with multiplier bits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final product is the sum of all shifted partial products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Hardware requires an adder, a shift register, and a control unit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Restoring Division Algorithm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attempts to subtract the divisor from the remainder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result is negative, the divisor is added back (restored)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quotient bit of 0 is set if restoration is required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quotient bit of 1 is set if the subtraction is successful</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process repeats for each bit of the dividend</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Understanding Computer Arithmetic — How Your CPU Does Math | by Sayeed  Ahmad | Introduction to Computer Organization Sem2 2024/2025 | Mediu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Non-Restoring Division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avoids the explicit restore step to save time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remainder is negative, we add the divisor in the next step</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remainder is positive, we subtract the divisor in the next step</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final quotient may need correction if the remainder is negative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generally faster than restoring division for hardware implementation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Fixed Point Arithmetic : Multiplication | Computer Architecture (source: res.cloudinary.com)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Booth's Multiplication Algorithm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Booth's algorithm efficiently handles signed binary numbers in two's complement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examines pairs of bits to determine if addition, subtraction, or shifting is needed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reduces the number of partial products for sequences of 1s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looks at the current bit and the previous bit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widely used in modern processors for signed multiplication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Fixed Point Arithmetic : Multiplication | Computer Architecture (source: res.cloudinary.com)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Booth's Algorithm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1</a:t>
            </a:r>
          </a:p>
          <a:p>
            <a:pPr algn="l">
              <a:lnSpc>
                <a:spcPct val="135000"/>
              </a:lnSpc>
            </a:pPr>
            <a:r>
              <a:rPr sz="1300">
                <a:solidFill>
                  <a:srgbClr val="1A1A1A"/>
                </a:solidFill>
                <a:latin typeface="Calibri"/>
              </a:rPr>
              <a:t>10 -&gt; Subtract; Step 2: 01 -&gt; Add; Step 3: 10 -&gt; Subtract</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Multiply -3 by 5 using 4-bit two's complement representation</a:t>
            </a:r>
          </a:p>
          <a:p>
            <a:pPr algn="l">
              <a:lnSpc>
                <a:spcPct val="135000"/>
              </a:lnSpc>
            </a:pPr>
            <a:r>
              <a:rPr sz="1300">
                <a:solidFill>
                  <a:srgbClr val="1A1A1A"/>
                </a:solidFill>
                <a:latin typeface="Calibri"/>
              </a:rPr>
              <a:t>•  Multiplicand (-3) is 1101 and Multiplier (5) is 0101</a:t>
            </a:r>
          </a:p>
          <a:p>
            <a:pPr algn="l">
              <a:lnSpc>
                <a:spcPct val="135000"/>
              </a:lnSpc>
            </a:pPr>
            <a:r>
              <a:rPr sz="1300">
                <a:solidFill>
                  <a:srgbClr val="1A1A1A"/>
                </a:solidFill>
                <a:latin typeface="Calibri"/>
              </a:rPr>
              <a:t>•  Append a 0 to the multiplier: 01010</a:t>
            </a:r>
          </a:p>
          <a:p>
            <a:pPr algn="l">
              <a:lnSpc>
                <a:spcPct val="135000"/>
              </a:lnSpc>
            </a:pPr>
            <a:r>
              <a:rPr sz="1300">
                <a:solidFill>
                  <a:srgbClr val="1A1A1A"/>
                </a:solidFill>
                <a:latin typeface="Calibri"/>
              </a:rPr>
              <a:t>•  Final product is -15, which is 11110001 in 8-bit two's complement</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Multiplication uses shift-and-add operations to generate partial products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Restoring division requires an extra step to correct negative remainders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Non-restoring division is faster by avoiding the restore step</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Booth's algorithm optimizes signed multiplication by reducing partial products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these algorithms is key to CO3 implementation goals</a:t>
            </a:r>
          </a:p>
        </p:txBody>
      </p:sp>
      <p:pic>
        <p:nvPicPr>
          <p:cNvPr id="23" name="Picture 22"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www.cise.ufl.edu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Multiplication; Division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