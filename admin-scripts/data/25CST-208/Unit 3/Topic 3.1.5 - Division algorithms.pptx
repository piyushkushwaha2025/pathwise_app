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Division algorithms within Computer Arithmetic. We will explore how hardware performs division, a fundamental operation in computing. As Chandigarh University students, you are here to Discover, Learn, and Empower yourself with these core architectural concepts.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You will learn to implement specific division algorithms that are essential for floating-point operations. This skill is critical for designing efficient arithmetic logic units in modern processors.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analyze these algorithms. We will compare their efficiency to understand why non-restoring division is often preferred. Finally, we will evaluate the specific hardware needs for each method.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restoring division algorithm works by attempting subtraction at each step. If the result is negative, we must add the divisor back to restore the value before shifting. For example, if 5 minus 8 is negative, we restore 5 before proceeding.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Non-restoring division improves speed by skipping the restoration step. If the remainder is negative, we simply add the divisor in the next iteration instead of restoring immediately. This reduces the number of operations required per bit.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work through dividing 10 by 3 using binary. We start by subtracting 3 from 10, getting 7. We then shift and subtract repeatedly. The final quotient is 3 with a remainder of 1, confirming our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non-restoring logic on the same numbers yields the same result. We perform subtractions and shifts without restoring intermediate negative values. This example demonstrates how the algorithm maintains correctness while saving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implementation relies on an adder, a shifter, and registers. Restoring division requires an extra adder to handle the restoration steps. Non-restoring division simplifies the control logic, making it faster and more efficient for hardware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restoring division corrects errors by adding back the divisor. Non-restoring division skips this step for better performance. Both methods are essential for implementing computer arithmetic algorithms as required by our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today's lecture. Please refer to Stallings and Mano for detailed algorithmic explanations. Hennessy and Patterson offer excellent insights into hardware implementation and quantitative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Division algorithms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principles of restoring and non-restoring division.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step-by-step execution of restoring division algorithm.</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non-restoring division against restoring methods.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hardware requirements for implementing division circuits.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Restoring Division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 divisor from partial remainder to determine quotient bit.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result is negative, restore the previous remainder value.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Shift the remainder left and append the quotient bit.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Repeat process until all bits of the dividend are processed.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Ensures the partial remainder never drops below zero permanently.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Restoring Division Algorithm For Unsigned Integer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Non-Restoring Division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Skip the restoration step if the partial remainder is negative.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 the divisor if the remainder is negative in next step.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 the divisor if the remainder is positive in next step.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Shift the remainder left regardless of the sign at each step.</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Final correction is applied only after all bits are processed.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Restoring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INITIAL STEP</a:t>
            </a:r>
          </a:p>
          <a:p>
            <a:pPr algn="l">
              <a:lnSpc>
                <a:spcPct val="135000"/>
              </a:lnSpc>
            </a:pPr>
            <a:r>
              <a:rPr sz="1300">
                <a:solidFill>
                  <a:srgbClr val="1A1A1A"/>
                </a:solidFill>
                <a:latin typeface="Calibri"/>
              </a:rPr>
              <a:t>Subtract 3 from 10 to get 7.</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SECOND STEP</a:t>
            </a:r>
          </a:p>
          <a:p>
            <a:pPr algn="l">
              <a:lnSpc>
                <a:spcPct val="135000"/>
              </a:lnSpc>
            </a:pPr>
            <a:r>
              <a:rPr sz="1300">
                <a:solidFill>
                  <a:srgbClr val="1A1A1A"/>
                </a:solidFill>
                <a:latin typeface="Calibri"/>
              </a:rPr>
              <a:t>Shift 7 left to 14, subtract 3 to get 11.</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THIRD STEP</a:t>
            </a:r>
          </a:p>
          <a:p>
            <a:pPr algn="l">
              <a:lnSpc>
                <a:spcPct val="135000"/>
              </a:lnSpc>
            </a:pPr>
            <a:r>
              <a:rPr sz="1300">
                <a:solidFill>
                  <a:srgbClr val="1A1A1A"/>
                </a:solidFill>
                <a:latin typeface="Calibri"/>
              </a:rPr>
              <a:t>Shift 11 left to 22, subtract 3 to get 19.</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Dividend 1010 (10) divided by Divisor 0011 (3).</a:t>
            </a:r>
          </a:p>
          <a:p>
            <a:pPr algn="l">
              <a:lnSpc>
                <a:spcPct val="135000"/>
              </a:lnSpc>
            </a:pPr>
            <a:r>
              <a:rPr sz="1300">
                <a:solidFill>
                  <a:srgbClr val="1A1A1A"/>
                </a:solidFill>
                <a:latin typeface="Calibri"/>
              </a:rPr>
              <a:t>•  Final quotient is 0011 (3) with remainder 0001 (1).</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mathmonks.com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Non-Restoring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Subtract 3 from 10 to get 7 (positive).</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Shift 7 to 14, subtract 3 to get 11 (positive).</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Shift 11 to 22, subtract 3 to get 19 (positive).</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Dividend 1010 (10) divided by Divisor 0011 (3).</a:t>
            </a:r>
          </a:p>
          <a:p>
            <a:pPr algn="l">
              <a:lnSpc>
                <a:spcPct val="135000"/>
              </a:lnSpc>
            </a:pPr>
            <a:r>
              <a:rPr sz="1300">
                <a:solidFill>
                  <a:srgbClr val="1A1A1A"/>
                </a:solidFill>
                <a:latin typeface="Calibri"/>
              </a:rPr>
              <a:t>•  Final quotient is 0011 (3) with remainder 0001 (1).</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Requires an n-bit adder, n-bit shifter, and n-bit register.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logic determines add or subtract operations at each step.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Quotient register shifts left to store the result bits.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Restoring method needs extra adder for restoration steps.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Non-restoring method simplifies control logic for faster execution.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Restoring division corrects negative remainders by adding the divisor.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Non-restoring division skips restoration for improved speed and efficiency.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algorithms produce the same quotient and remainder results.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Hardware complexity is reduced in non-restoring division designs.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algorithms is vital for CO3 implementation goals.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Division algorithms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