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today's lecture on Computer Arithmetic. We will focus specifically on the subtraction operation, a fundamental building block of the Arithmetic Logic Unit. As we explore this topic, remember that subtraction is essentially addition with a twist involving complements. Let us begin our journey into the hardware implementation of this essential operation.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lecture directly addresses Course Outcome 3, which requires you to implement computer arithmetic algorithms. By understanding how subtraction is performed at the hardware level, you will be able to design efficient arithmetic circuits. This skill is crucial for developing processors that handle both integer and floating-point operations effectively.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session, you will be able to define binary subtraction and analyze how complements simplify the process. We will evaluate the differences between 1's and 2's complement methods to understand why the latter is preferred. You will apply these algorithms manually and demonstrate how subtractors are built using adders.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Binary subtraction mirrors decimal subtraction but operates in base 2. When you encounter a 0 minus 1, you must borrow from the next higher bit, which adds 2 to the current position. For example, subtracting 1 from 0 requires a borrow, turning the 0 into 2, so 2 minus 1 equals 1.</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1's complement method involves inverting all bits of the subtrahend and adding it to the minuend. If an end-around carry is generated, you must add it back to the least significant bit. If no carry occurs, the result is negative and stored in 1's complement form, which can be confusing for hardware design.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2's complement method is superior because it simplifies the hardware design. You find the 2's complement by inverting bits and adding 1, then add it to the minuend. Any carry generated is simply discarded, and if no carry occurs, the result is negative in 2's complement form.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work through an example: subtracting 5 from 10. First, find the 2's complement of 5 (0101) by inverting to 1010 and adding 1 to get 1011. Add this to 10 (1010) to get 10101. Discard the carry, leaving 0101, which is 5. This confirms our subtraction was successful.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Hardware implementation uses full adders combined with inverters controlled by a single signal. When subtraction is needed, the subtrahend bits are inverted, and the carry-in is set to 1. This clever design allows a single circuit to perform both addition and subtraction efficiently.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binary subtraction can be done via borrowing or complements, with 2's complement being the hardware standard. The key advantage is that it eliminates the need for end-around carry logic. A single adder circuit can handle both operations by inverting the subtrahend and setting the carry-in. Mastering these concepts is vital for your understanding of computer arithmetic.</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further reading, I recommend the textbooks listed here, which provide comprehensive coverage of computer arithmetic. William Stallings and M. Morris Mano offer excellent foundational knowledge on this topic. David A. Patterson and John L. Hennessy provide deeper insights into hardware/software interfaces. Please review these resources to reinforce your understanding of subtraction algorithms.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jp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4000">
                <a:solidFill>
                  <a:srgbClr val="1A1A2E"/>
                </a:solidFill>
                <a:latin typeface="Calibri"/>
              </a:rPr>
              <a:t>Subtract - Computer Arithmetic</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800" i="1">
                <a:solidFill>
                  <a:srgbClr val="C8102E"/>
                </a:solidFill>
                <a:latin typeface="Calibri"/>
              </a:rPr>
              <a:t>Computer Organization and Architecture | Computer Arithmetic</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Computer Organization and Architecture   |   Chapter: Computer Arithmetic   |   Bachelor of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4754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Apply number systems and digital logic to design basic digital circuits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register organization and instruction set architecture</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Implement computer arithmetic algorithms and floating-point operations</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Analyze memory hierarchy and input-output organization</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C62828"/>
                          </a:solidFill>
                          <a:latin typeface="Calibri"/>
                        </a:rPr>
                        <a:t>BT6</a:t>
                      </a:r>
                    </a:p>
                  </a:txBody>
                  <a:tcPr marL="109728" marR="109728">
                    <a:solidFill>
                      <a:srgbClr val="FFEBEE"/>
                    </a:solidFill>
                  </a:tcPr>
                </a:tc>
                <a:tc>
                  <a:txBody>
                    <a:bodyPr/>
                    <a:lstStyle/>
                    <a:p>
                      <a:pPr algn="l"/>
                      <a:r>
                        <a:rPr sz="1200" b="0">
                          <a:solidFill>
                            <a:srgbClr val="1A1A1A"/>
                          </a:solidFill>
                          <a:latin typeface="Calibri"/>
                        </a:rPr>
                        <a:t>Evaluate control unit design and pipelining performance</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71323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Define the fundamental concept of binary subtraction in digital systems.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role of complements in simplifying subtraction hardware.</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Evaluate the differences between 1's complement and 2's complement methods.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Apply the 2's complement algorithm to perform binary subtraction manually.</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Demonstrate the hardware implementation of a subtractor circuit using adders.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950976"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Binary Subtraction Basics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Binary subtraction follows the same rules as decimal subtraction but uses base 2.</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operation involves subtracting a subtrahend from a minuend to find the difference.</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Borrowing occurs when the minuend bit is 0 and the subtrahend bit is 1.</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 borrow from the next higher bit adds 2 to the current bit position.</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result of subtraction is always a binary number representing the difference.</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Binary Subtraction (How To Guide With Rules And Examples) | Electrical4U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1's Complement Method</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1's complement of a binary number is obtained by inverting all bits.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Subtraction is performed by adding the 1's complement of the subtrahend to the minuend.</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If an end-around carry occurs, it must be added back to the result.</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If no carry occurs, the result is negative and represented in 1's complement.</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This method requires two steps to handle the end-around carry condition.</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Arithmetic Pipeline in Computer Architecture (source: cdn1.byjus.com)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42646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2's Complement Method</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2's complement is found by taking the 1's complement and adding 1.</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Subtraction is performed by adding the 2's complement of the subtrahend to the minuend.</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Any end carry generated is simply discarded to get the final result.</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If no carry is generated, the result is negative and in 2's complement form.</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This method eliminates the need for end-around carry logic in hardware.</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GraphicMaths - Creating a subtractor with logic gates (source: graphicmaths.com)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6420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Worked Numerical Example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VERIFICATION</a:t>
            </a:r>
          </a:p>
          <a:p>
            <a:pPr algn="l">
              <a:lnSpc>
                <a:spcPct val="135000"/>
              </a:lnSpc>
            </a:pPr>
            <a:r>
              <a:rPr sz="1300">
                <a:solidFill>
                  <a:srgbClr val="1A1A1A"/>
                </a:solidFill>
                <a:latin typeface="Calibri"/>
              </a:rPr>
              <a:t>10 minus 5 equals 5, confirming the calculation is correct.</a:t>
            </a:r>
          </a:p>
        </p:txBody>
      </p:sp>
      <p:sp>
        <p:nvSpPr>
          <p:cNvPr id="16" name="Rectangle 15"/>
          <p:cNvSpPr/>
          <p:nvPr/>
        </p:nvSpPr>
        <p:spPr>
          <a:xfrm>
            <a:off x="3669715"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Subtract 0101 (5) from 1010 (10) using 2's complement method.</a:t>
            </a:r>
          </a:p>
          <a:p>
            <a:pPr algn="l">
              <a:lnSpc>
                <a:spcPct val="135000"/>
              </a:lnSpc>
            </a:pPr>
            <a:r>
              <a:rPr sz="1300">
                <a:solidFill>
                  <a:srgbClr val="1A1A1A"/>
                </a:solidFill>
                <a:latin typeface="Calibri"/>
              </a:rPr>
              <a:t>•  Find 2's complement of 0101: invert to 1010, add 1 to get 1011.</a:t>
            </a:r>
          </a:p>
          <a:p>
            <a:pPr algn="l">
              <a:lnSpc>
                <a:spcPct val="135000"/>
              </a:lnSpc>
            </a:pPr>
            <a:r>
              <a:rPr sz="1300">
                <a:solidFill>
                  <a:srgbClr val="1A1A1A"/>
                </a:solidFill>
                <a:latin typeface="Calibri"/>
              </a:rPr>
              <a:t>•  Add 1010 (minuend) and 1011 (complement): result is 10101.</a:t>
            </a:r>
          </a:p>
          <a:p>
            <a:pPr algn="l">
              <a:lnSpc>
                <a:spcPct val="135000"/>
              </a:lnSpc>
            </a:pPr>
            <a:r>
              <a:rPr sz="1300">
                <a:solidFill>
                  <a:srgbClr val="1A1A1A"/>
                </a:solidFill>
                <a:latin typeface="Calibri"/>
              </a:rPr>
              <a:t>•  Discard the end carry 1, leaving the result 0101 (5).</a:t>
            </a:r>
          </a:p>
        </p:txBody>
      </p:sp>
      <p:pic>
        <p:nvPicPr>
          <p:cNvPr id="19" name="Picture 18"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0" name="TextBox 19"/>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www.electrical4u.com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90195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Hardware Implementation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Subtractors can be implemented using full adders and inverters.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 control signal determines whether the circuit performs addition or subtraction.</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When subtraction is selected, the subtrahend bits are inverted before addition.</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carry-in input is set to 1 to complete the 2's complement operation.</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This design allows a single circuit to perform both addition and subtraction.</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media.geeksforgeeks.org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139696"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Binary subtraction relies on borrowing or complement methods for implementation.</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2's complement is the preferred method due to its simplicity in hardware.</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End-around carry is required for 1's complement but not for 2's complement.</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 single adder circuit can perform subtraction by inverting the subtrahend.</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Understanding complements is essential for designing efficient arithmetic logic units.</a:t>
            </a:r>
          </a:p>
        </p:txBody>
      </p:sp>
      <p:pic>
        <p:nvPicPr>
          <p:cNvPr id="23" name="Picture 22"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media.geeksforgeeks.org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COMPUTER ORGANIZATION AND DESIGN</a:t>
            </a:r>
          </a:p>
          <a:p>
            <a:pPr algn="l">
              <a:lnSpc>
                <a:spcPct val="135000"/>
              </a:lnSpc>
            </a:pPr>
            <a:r>
              <a:rPr sz="1300">
                <a:solidFill>
                  <a:srgbClr val="1A1A1A"/>
                </a:solidFill>
                <a:latin typeface="Calibri"/>
              </a:rPr>
              <a:t>The Hardware/Software Interface — David A. Patterson, John L. Hennessy</a:t>
            </a:r>
          </a:p>
        </p:txBody>
      </p:sp>
      <p:sp>
        <p:nvSpPr>
          <p:cNvPr id="16" name="Rectangle 15"/>
          <p:cNvSpPr/>
          <p:nvPr/>
        </p:nvSpPr>
        <p:spPr>
          <a:xfrm>
            <a:off x="6185916" y="1625600"/>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COMPUTER ARCHITECTURE</a:t>
            </a:r>
          </a:p>
          <a:p>
            <a:pPr algn="l">
              <a:lnSpc>
                <a:spcPct val="135000"/>
              </a:lnSpc>
            </a:pPr>
            <a:r>
              <a:rPr sz="1300">
                <a:solidFill>
                  <a:srgbClr val="1A1A1A"/>
                </a:solidFill>
                <a:latin typeface="Calibri"/>
              </a:rPr>
              <a:t>A Quantitative Approach — John L. Hennessy, David A. Patterson</a:t>
            </a:r>
          </a:p>
        </p:txBody>
      </p:sp>
      <p:sp>
        <p:nvSpPr>
          <p:cNvPr id="19" name="Rectangle 18"/>
          <p:cNvSpPr/>
          <p:nvPr/>
        </p:nvSpPr>
        <p:spPr>
          <a:xfrm>
            <a:off x="502920" y="4045204"/>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4045204"/>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6600" y="4164076"/>
            <a:ext cx="5083556" cy="1998980"/>
          </a:xfrm>
          <a:prstGeom prst="rect">
            <a:avLst/>
          </a:prstGeom>
          <a:noFill/>
        </p:spPr>
        <p:txBody>
          <a:bodyPr wrap="square" lIns="0" rIns="0" tIns="0" bIns="0">
            <a:spAutoFit/>
          </a:bodyPr>
          <a:lstStyle/>
          <a:p>
            <a:pPr algn="l">
              <a:lnSpc>
                <a:spcPct val="135000"/>
              </a:lnSpc>
            </a:pPr>
            <a:r>
              <a:rPr sz="1300">
                <a:solidFill>
                  <a:srgbClr val="1A1A1A"/>
                </a:solidFill>
                <a:latin typeface="Calibri"/>
              </a:rPr>
              <a:t>•  Computer Organization and Architecture — William Stallings</a:t>
            </a:r>
          </a:p>
          <a:p>
            <a:pPr algn="l">
              <a:lnSpc>
                <a:spcPct val="135000"/>
              </a:lnSpc>
            </a:pPr>
            <a:r>
              <a:rPr sz="1300">
                <a:solidFill>
                  <a:srgbClr val="1A1A1A"/>
                </a:solidFill>
                <a:latin typeface="Calibri"/>
              </a:rPr>
              <a:t>•  Computer System Architecture — M. Morris Mano &amp; Rajib Mall</a:t>
            </a:r>
          </a:p>
          <a:p>
            <a:pPr algn="l">
              <a:lnSpc>
                <a:spcPct val="135000"/>
              </a:lnSpc>
            </a:pPr>
            <a:r>
              <a:rPr sz="1300">
                <a:solidFill>
                  <a:srgbClr val="1A1A1A"/>
                </a:solidFill>
                <a:latin typeface="Calibri"/>
              </a:rPr>
              <a:t>•  Computer Organization — Carl Hamacher, Zvonko Vranesic, Safwat Zaky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Subtract - Computer Arithmetic</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