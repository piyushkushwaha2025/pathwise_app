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Computer Arithmetic. We will focus specifically on the Array Multiplier, a fundamental building block for high-speed arithmetic operations. This topic is crucial for understanding how hardware executes multiplication efficiently. Let us begin our journey into the mechanics of digital multiplication.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Course Outcome 3. You will learn to implement the specific algorithm for array multiplication. This skill allows you to design hardware that performs floating-point and integer operations correctly. Mastering this is essential for your engineering practice.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the array multiplier clearly. You will analyze how AND gates and adders form the core structure. We will also calculate the delay and complexity to understand performance trade-offs. Finally, you will differentiate this parallel approach from serial methods.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array multiplier as a massive grid of logic gates working in parallel. It takes two binary numbers and generates partial products instantly. Unlike serial methods that shift and add one by one, this sums everything at once. This makes it significantly faster for high-speed computing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how we generate the partial products. Every bit of the multiplier is ANDed with the entire multiplicand. This creates n rows of results that need to be summed. The alignment is critical because each row represents a shifted version of the multiplicand.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summation happens using a diagonal array of adders. Each adder takes two partial product bits and a carry from the previous stage. The sum moves right while the carry moves up to the next row. This diagonal flow ensures all bits are summed correctly in parallel.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work through a concrete example. We multiply 110 by 101. The partial products are 110, 000, and 110 shifted. When we sum these, we get 11110, which is 30 in decimal. This entire process happens in parallel, unlike manual multiplication which requires shifting.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is a key consideration here. The delay is proportional to the number of bits, roughly O(n). However, the hardware complexity grows quadratically, meaning O(n²) gates. This is why we use this for moderate sizes but switch to other methods for very large numbers.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array multipliers use parallel logic for instant results. They rely on a grid of AND gates and diagonal adders. While they are fast, they consume a lot of hardware. Use them when speed is your primary design constraint.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the theoretical foundation for the concepts discussed today. I encourage you to read the chapters on arithmetic operations in Stallings and Mano. The works by Patterson and Hennessy offer excellent insights into hardware-software interfaces.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Array Multiplier</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Computer Arithmetic</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Computer Organization and Architecture   |   Chapter: Computer Arithmetic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array multiplier as a combinational logic circuit for multiplication.</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structure of the array using AND gates and adders.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propagation delay and hardware complexity for n-bit multipliers.</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serial and parallel multiplication approaches in hardware design.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Basic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 array multiplier is a combinational circuit that multiplies two binary numbers.</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It generates partial products by ANDing each bit of the multiplicand with the multiplier.</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circuit uses a grid of adders to sum these partial products simultaneously.</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This parallel approach is faster than serial shift-and-add methods for large numbers.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Structure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Partial Product Generation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Each bit of the multiplier is ANDed with every bit of the multiplicand.</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This creates n rows of partial products for two n-bit numbers.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partial products are aligned based on the position of the multiplier bit.</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first row is simply the multiplicand if the least significant bit is one.</a:t>
            </a:r>
          </a:p>
        </p:txBody>
      </p:sp>
      <p:pic>
        <p:nvPicPr>
          <p:cNvPr id="21" name="Picture 20"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image.pbs.org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Structure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Summation using Adders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EACH ADDER SUMS THREE INPUTS</a:t>
            </a:r>
          </a:p>
          <a:p>
            <a:pPr algn="l">
              <a:lnSpc>
                <a:spcPct val="135000"/>
              </a:lnSpc>
            </a:pPr>
            <a:r>
              <a:rPr sz="1300">
                <a:solidFill>
                  <a:srgbClr val="1A1A1A"/>
                </a:solidFill>
                <a:latin typeface="Calibri"/>
              </a:rPr>
              <a:t>two partial product bits and a carry-in.</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Half adders and full adders are arranged in a diagonal array structure.</a:t>
            </a:r>
          </a:p>
          <a:p>
            <a:pPr algn="l">
              <a:lnSpc>
                <a:spcPct val="135000"/>
              </a:lnSpc>
            </a:pPr>
            <a:r>
              <a:rPr sz="1300">
                <a:solidFill>
                  <a:srgbClr val="1A1A1A"/>
                </a:solidFill>
                <a:latin typeface="Calibri"/>
              </a:rPr>
              <a:t>•  The sum output moves to the next column while the carry moves up.</a:t>
            </a:r>
          </a:p>
          <a:p>
            <a:pPr algn="l">
              <a:lnSpc>
                <a:spcPct val="135000"/>
              </a:lnSpc>
            </a:pPr>
            <a:r>
              <a:rPr sz="1300">
                <a:solidFill>
                  <a:srgbClr val="1A1A1A"/>
                </a:solidFill>
                <a:latin typeface="Calibri"/>
              </a:rPr>
              <a:t>•  The final column produces the most significant bits of the product.</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www.hackatronic.com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3-bit Multiplication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PARTIAL PRODUCTS ARE</a:t>
            </a:r>
          </a:p>
          <a:p>
            <a:pPr algn="l">
              <a:lnSpc>
                <a:spcPct val="135000"/>
              </a:lnSpc>
            </a:pPr>
            <a:r>
              <a:rPr sz="1300">
                <a:solidFill>
                  <a:srgbClr val="1A1A1A"/>
                </a:solidFill>
                <a:latin typeface="Calibri"/>
              </a:rPr>
              <a:t>110, 000, and 110 shifted left by two positions.</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Multiply 110 (6) by 101 (5) using a 3-bit array multiplier.</a:t>
            </a:r>
          </a:p>
          <a:p>
            <a:pPr algn="l">
              <a:lnSpc>
                <a:spcPct val="135000"/>
              </a:lnSpc>
            </a:pPr>
            <a:r>
              <a:rPr sz="1300">
                <a:solidFill>
                  <a:srgbClr val="1A1A1A"/>
                </a:solidFill>
                <a:latin typeface="Calibri"/>
              </a:rPr>
              <a:t>•  Summing these rows yields the binary result 11110 which equals 30.</a:t>
            </a:r>
          </a:p>
          <a:p>
            <a:pPr algn="l">
              <a:lnSpc>
                <a:spcPct val="135000"/>
              </a:lnSpc>
            </a:pPr>
            <a:r>
              <a:rPr sz="1300">
                <a:solidFill>
                  <a:srgbClr val="1A1A1A"/>
                </a:solidFill>
                <a:latin typeface="Calibri"/>
              </a:rPr>
              <a:t>•  The circuit performs this calculation in a single clock cycle without shifting.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Performance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Delay and Complexity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propagation delay is proportional to the number of bits, roughly O(n).</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Hardware complexity grows quadratically, requiring O(n²) gates for an n-bit multiplier.</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critical path runs diagonally through the array of adders.</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Higher bit widths significantly increase the time required for the final result.</a:t>
            </a:r>
          </a:p>
        </p:txBody>
      </p:sp>
      <p:pic>
        <p:nvPicPr>
          <p:cNvPr id="21" name="Picture 2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blog.hiphipjorge.com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Array multipliers use parallel logic to generate and sum partial products instantly.</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The structure relies on a grid of AND gates and diagonal adder arrays.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offers high speed but requires significant hardware resources.</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5574639"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ideal for applications where speed is more critical than area.</a:t>
            </a:r>
          </a:p>
        </p:txBody>
      </p:sp>
      <p:pic>
        <p:nvPicPr>
          <p:cNvPr id="21" name="Picture 2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2" name="TextBox 2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 Multiplier</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