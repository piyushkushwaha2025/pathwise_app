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403" r:id="rId7"/>
    <p:sldId id="424" r:id="rId8"/>
    <p:sldId id="425" r:id="rId9"/>
    <p:sldId id="426" r:id="rId10"/>
    <p:sldId id="428" r:id="rId11"/>
    <p:sldId id="412" r:id="rId12"/>
    <p:sldId id="411" r:id="rId13"/>
    <p:sldId id="429" r:id="rId14"/>
    <p:sldId id="410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740EBA4-EF4C-E2D2-24AC-6061BEB6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CE92E3F-18D4-933A-FFA5-37E2D5865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3FA31079-FBA7-9337-2B4D-83EB0C4C8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057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400A8AA9-09FC-5C4A-5F3D-89E7DE2B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21538F3-E98F-DD37-9ADE-B9ECAAE97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6C5B9F54-A05C-B7F1-5592-7A2BD27DE2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312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D370030F-91A6-286B-8E80-01EA7934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8E26B7D4-AE60-D4AF-ACAF-EE728F06A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A324B23E-4913-304F-B8F5-DEFDE79CB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3983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618E5A90-180E-1449-C0BC-1464B1B9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80970959-3FE8-D66F-7946-AD8DD8D1F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05DE5BFD-D417-C11C-6D9A-8BEC8AA46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3507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740EBA4-EF4C-E2D2-24AC-6061BEB6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CE92E3F-18D4-933A-FFA5-37E2D5865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3FA31079-FBA7-9337-2B4D-83EB0C4C8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057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2BF205A3-C8C9-3402-FF52-91A6F921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0D52817C-BF20-68B5-0869-FF3AEA82A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9E99A982-3EBE-C948-638B-E650E4C5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3064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2BFB7EF2-F652-0F89-7F86-8066FE2A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00D9D478-01F8-39BA-53EB-CA7BF487B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88278BF6-D473-1868-CACA-2F2409F7F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9721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740EBA4-EF4C-E2D2-24AC-6061BEB6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CE92E3F-18D4-933A-FFA5-37E2D5865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3FA31079-FBA7-9337-2B4D-83EB0C4C8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0868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E961E17-20D9-3A62-FF51-489CB03C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B0626C33-2961-D937-76B1-9700F6EFC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F96A0A4E-17A8-083B-CFE9-4F6CE247F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339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hyperlink" Target="https://drive.google.com/file/d/1zm_o2dthNGIi-OXsgP8McUz4SUlb9q3p/view?usp=sharing" TargetMode="External"/><Relationship Id="rId4" Type="http://schemas.openxmlformats.org/officeDocument/2006/relationships/hyperlink" Target="https://youtu.be/P7qBH0dzVX0?si=z2zq0HuI1y_V2QhX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- 5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5.3.2)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Trees, Properties, Spanning Tree and examples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81C08A3-E52C-EB8B-30BC-0D000C95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F3D663D-597B-50F8-7CA6-CFBC67F11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179EFD9-4F32-CC12-84A2-9922326284D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A847BCC-1299-3525-C49F-DAA222222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213F1F-3E71-A771-A25B-9DE3CFE90D54}"/>
              </a:ext>
            </a:extLst>
          </p:cNvPr>
          <p:cNvSpPr txBox="1"/>
          <p:nvPr/>
        </p:nvSpPr>
        <p:spPr>
          <a:xfrm>
            <a:off x="523982" y="1717425"/>
            <a:ext cx="81167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connected undirected graph with no simple circuits, denoted by 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consists of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(vertices) connected by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(edges).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tree with only one vertex is called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trivial tree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otherwise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non-trivial tree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collection of trees is called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599457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C99ED7D1-F3B2-2B45-C61A-3CAB7551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B6C11DA8-C157-27AD-EDA1-1B9C65FFF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C7E880D1-18EA-9199-ED7E-267D3A2E4A0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80D7139-5B62-83FB-2E1B-CE833D739F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C4A156-0B43-A90E-BDC0-F41EE660EBD0}"/>
              </a:ext>
            </a:extLst>
          </p:cNvPr>
          <p:cNvSpPr txBox="1"/>
          <p:nvPr/>
        </p:nvSpPr>
        <p:spPr>
          <a:xfrm>
            <a:off x="523982" y="1717425"/>
            <a:ext cx="81167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Trees: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74E241-CEB1-BA2B-9F85-26E2C63F6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6" y="2304589"/>
            <a:ext cx="7975825" cy="308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3799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34EB74C2-A1D4-D259-BCDD-DED2E09E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AB902A8F-7737-2988-9FAB-06A0C28056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94EDE523-722A-850E-0848-BAB3FB8A0CE9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5DC6FA6-FEE6-BA99-6E79-B3D13DC6E2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19DCF7-5DF7-821B-F3D7-9FADE40D40DE}"/>
              </a:ext>
            </a:extLst>
          </p:cNvPr>
          <p:cNvSpPr txBox="1"/>
          <p:nvPr/>
        </p:nvSpPr>
        <p:spPr>
          <a:xfrm>
            <a:off x="523983" y="1717425"/>
            <a:ext cx="5296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graphs which are not trees: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(since they have cycles)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EEC29-75C3-EB2A-4567-765A78CD5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" t="4561"/>
          <a:stretch>
            <a:fillRect/>
          </a:stretch>
        </p:blipFill>
        <p:spPr>
          <a:xfrm>
            <a:off x="563354" y="2619911"/>
            <a:ext cx="8116780" cy="2284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A76934-DBFA-D6BF-702A-2E412115FB88}"/>
              </a:ext>
            </a:extLst>
          </p:cNvPr>
          <p:cNvSpPr txBox="1"/>
          <p:nvPr/>
        </p:nvSpPr>
        <p:spPr>
          <a:xfrm>
            <a:off x="523983" y="5014485"/>
            <a:ext cx="8116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a tree cannot have a simple circuit, a tree cannot contain multiple edges or loops. 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any tree must be a simple graph.</a:t>
            </a: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22520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4E16F4C-8F17-2D05-8B29-2F3EE552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3AFD1D41-B332-CE09-1A2C-841540B43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F3A8098F-15FF-3EE9-1337-567B567A273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1921D33-59AD-E48A-500C-DC304F3071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BC7D2A-35EE-B9F4-7675-85B2DFA62658}"/>
              </a:ext>
            </a:extLst>
          </p:cNvPr>
          <p:cNvSpPr txBox="1"/>
          <p:nvPr/>
        </p:nvSpPr>
        <p:spPr>
          <a:xfrm>
            <a:off x="523983" y="1717425"/>
            <a:ext cx="79655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Question: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about graphs containing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simple circuits that are not necessarily connected? </a:t>
            </a: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graphs are called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have the property that each of their connected components is a tree.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87465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81C08A3-E52C-EB8B-30BC-0D000C95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F3D663D-597B-50F8-7CA6-CFBC67F11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Properties of Trees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179EFD9-4F32-CC12-84A2-9922326284D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A847BCC-1299-3525-C49F-DAA222222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213F1F-3E71-A771-A25B-9DE3CFE90D54}"/>
              </a:ext>
            </a:extLst>
          </p:cNvPr>
          <p:cNvSpPr txBox="1"/>
          <p:nvPr/>
        </p:nvSpPr>
        <p:spPr>
          <a:xfrm>
            <a:off x="708917" y="1717425"/>
            <a:ext cx="77056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 of Tree: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is a tree if and only if there is exactly one path between every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pair of its vertices.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tree with n vertices has n - 1 edges.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connected graph with n vertices and n - 1 edges is a tree.</a:t>
            </a:r>
          </a:p>
        </p:txBody>
      </p:sp>
    </p:spTree>
    <p:extLst>
      <p:ext uri="{BB962C8B-B14F-4D97-AF65-F5344CB8AC3E}">
        <p14:creationId xmlns:p14="http://schemas.microsoft.com/office/powerpoint/2010/main" val="119868527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AB6BDD8D-4513-A9A4-4910-162FE3E5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DE7B6A76-3F2B-6A24-2797-4E79EFC1A4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Properties of Trees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01527B4-9893-C0B7-451D-D537295EBFF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D8FD83BA-734B-F184-098A-9EC89D7BD8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8F0977-1DC7-FDC0-7A8C-AD2F2EBFF933}"/>
              </a:ext>
            </a:extLst>
          </p:cNvPr>
          <p:cNvSpPr txBox="1"/>
          <p:nvPr/>
        </p:nvSpPr>
        <p:spPr>
          <a:xfrm>
            <a:off x="667820" y="1717425"/>
            <a:ext cx="78217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 of Tree: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G be a graph on n vertices. Then, the following statements are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equivalent: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G is a tree.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(ii) G is connected and has n - 1 edges.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(iii) G is acyclic (circuities) and has n - 1 edges.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(iv) There exists exactly one path between every pair of vertices in G.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(v) G is a minimally connected graph.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029300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8358F4DE-B204-C4AE-93A5-A97D8E0E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1F54A12-F3ED-DEE9-AA77-3841F1B0A1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Properties of Trees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4372A16-F605-80B7-106D-229012954F29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D9B2B59-F96C-8228-14DB-41B1D26DCB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7F1771-D538-7B62-22CF-3D3463A17FC6}"/>
                  </a:ext>
                </a:extLst>
              </p:cNvPr>
              <p:cNvSpPr txBox="1"/>
              <p:nvPr/>
            </p:nvSpPr>
            <p:spPr>
              <a:xfrm>
                <a:off x="523982" y="1717425"/>
                <a:ext cx="8116781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 undirected graph G with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vertices 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called a tree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and only if there is a unique simple path between any two of </a:t>
                </a: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its vertices.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G is connected and has 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edges.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G is connected and has no cycles (acyclic).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G is acyclic and has 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edges.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7F1771-D538-7B62-22CF-3D3463A17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82" y="1717425"/>
                <a:ext cx="8116781" cy="2677656"/>
              </a:xfrm>
              <a:prstGeom prst="rect">
                <a:avLst/>
              </a:prstGeom>
              <a:blipFill>
                <a:blip r:embed="rId4"/>
                <a:stretch>
                  <a:fillRect l="-1202" t="-1822" r="-1127" b="-43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05448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81C08A3-E52C-EB8B-30BC-0D000C95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F3D663D-597B-50F8-7CA6-CFBC67F11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>
              <a:buClr>
                <a:srgbClr val="C00000"/>
              </a:buClr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Spanning 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179EFD9-4F32-CC12-84A2-9922326284D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A847BCC-1299-3525-C49F-DAA222222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213F1F-3E71-A771-A25B-9DE3CFE90D54}"/>
              </a:ext>
            </a:extLst>
          </p:cNvPr>
          <p:cNvSpPr txBox="1"/>
          <p:nvPr/>
        </p:nvSpPr>
        <p:spPr>
          <a:xfrm>
            <a:off x="708917" y="1717425"/>
            <a:ext cx="77056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 of Spanning Tree: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Spanning Tree. A spanning tree of a connected graph G is a tree containing all the vertices of G. A spanning tree of a graph is a maximal tree subgraph of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graph</a:t>
            </a:r>
          </a:p>
          <a:p>
            <a:pPr algn="just"/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spanning tree of a graph G is sometimes called the skeleton or the scaffold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567286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8A011950-EDC5-2C4F-E105-71A57DA6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B127889-CB1C-84C3-69E4-5DECF99D4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B8F08B94-CE84-93C1-9C64-A9A36C6D8D0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A739CE8-566D-AC12-1804-E824F62B4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9E41C-02B6-647F-8BAA-EC941171AF1A}"/>
              </a:ext>
            </a:extLst>
          </p:cNvPr>
          <p:cNvSpPr txBox="1"/>
          <p:nvPr/>
        </p:nvSpPr>
        <p:spPr>
          <a:xfrm>
            <a:off x="438925" y="1541819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graphs shown below are trees?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E5757C3-540D-3BD2-C723-B0DC97A9319C}"/>
              </a:ext>
            </a:extLst>
          </p:cNvPr>
          <p:cNvSpPr txBox="1">
            <a:spLocks/>
          </p:cNvSpPr>
          <p:nvPr/>
        </p:nvSpPr>
        <p:spPr>
          <a:xfrm>
            <a:off x="438925" y="2170146"/>
            <a:ext cx="6744197" cy="67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37D314-5885-2D21-6AD2-FA643B59F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41" y="2236343"/>
            <a:ext cx="8252099" cy="318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8951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49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indent="-342900" algn="just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Trees, Properties of trees, Spanning tree and related examples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In next topic we will discuss its properties.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https://youtu.be/P7qBH0dzVX0?si=z2zq0HuI1y_V2QhX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" action="ppaction://noactio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" action="ppaction://noaction"/>
              </a:rPr>
              <a:t>https://youtu.be/kJ_CpAuo79I?si=aTEa7AhbKPU6k6Sr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718</Words>
  <Application>Microsoft Office PowerPoint</Application>
  <PresentationFormat>On-screen Show (4:3)</PresentationFormat>
  <Paragraphs>147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Arial</vt:lpstr>
      <vt:lpstr>Casper</vt:lpstr>
      <vt:lpstr>Noto Sans Symbols</vt:lpstr>
      <vt:lpstr>Cambria Math</vt:lpstr>
      <vt:lpstr>Arial Black</vt:lpstr>
      <vt:lpstr>Cambria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Trees</vt:lpstr>
      <vt:lpstr>Trees</vt:lpstr>
      <vt:lpstr>Trees</vt:lpstr>
      <vt:lpstr>Trees</vt:lpstr>
      <vt:lpstr>Properties of Trees</vt:lpstr>
      <vt:lpstr>Properties of Trees</vt:lpstr>
      <vt:lpstr>Properties of Trees</vt:lpstr>
      <vt:lpstr>Spanning Tree</vt:lpstr>
      <vt:lpstr>Acticity-1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22</cp:revision>
  <dcterms:created xsi:type="dcterms:W3CDTF">2006-08-16T00:00:00Z</dcterms:created>
  <dcterms:modified xsi:type="dcterms:W3CDTF">2026-07-24T10:10:38Z</dcterms:modified>
</cp:coreProperties>
</file>