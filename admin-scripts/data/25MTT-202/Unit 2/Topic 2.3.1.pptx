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4"/>
  </p:notesMasterIdLst>
  <p:sldIdLst>
    <p:sldId id="328" r:id="rId3"/>
    <p:sldId id="397" r:id="rId4"/>
    <p:sldId id="391" r:id="rId5"/>
    <p:sldId id="259" r:id="rId6"/>
    <p:sldId id="263" r:id="rId7"/>
    <p:sldId id="264" r:id="rId8"/>
    <p:sldId id="398" r:id="rId9"/>
    <p:sldId id="265" r:id="rId10"/>
    <p:sldId id="266" r:id="rId11"/>
    <p:sldId id="270" r:id="rId12"/>
    <p:sldId id="268" r:id="rId13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Z1n5E7f8r0tSIDAQiT39GWfX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8A3491-71FE-494F-9F1E-8FF0199CC4C4}">
  <a:tblStyle styleId="{5F8A3491-71FE-494F-9F1E-8FF0199CC4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EB89C-06C1-44E6-A0DF-4EB53B7467C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36E81B-1CC6-4513-8A3D-0BC75C0FDB99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1T06:08:13.509" v="882" actId="1036"/>
      <pc:docMkLst>
        <pc:docMk/>
      </pc:docMkLst>
      <pc:sldChg chg="addSp delSp modSp del mod">
        <pc:chgData name="MOHD SARTAJ" userId="0be50391adb133e1" providerId="LiveId" clId="{849D2220-9185-4955-8F14-CE40930C4662}" dt="2026-07-01T04:41:59.768" v="140" actId="47"/>
        <pc:sldMkLst>
          <pc:docMk/>
          <pc:sldMk cId="0" sldId="256"/>
        </pc:sldMkLst>
        <pc:spChg chg="add del">
          <ac:chgData name="MOHD SARTAJ" userId="0be50391adb133e1" providerId="LiveId" clId="{849D2220-9185-4955-8F14-CE40930C4662}" dt="2026-07-01T04:41:13.766" v="136" actId="22"/>
          <ac:spMkLst>
            <pc:docMk/>
            <pc:sldMk cId="0" sldId="256"/>
            <ac:spMk id="3" creationId="{DBB27D8A-44C7-311C-B745-8173C5ED0BD5}"/>
          </ac:spMkLst>
        </pc:spChg>
        <pc:spChg chg="mod">
          <ac:chgData name="MOHD SARTAJ" userId="0be50391adb133e1" providerId="LiveId" clId="{849D2220-9185-4955-8F14-CE40930C4662}" dt="2026-07-01T04:40:02.697" v="134" actId="20577"/>
          <ac:spMkLst>
            <pc:docMk/>
            <pc:sldMk cId="0" sldId="256"/>
            <ac:spMk id="168" creationId="{00000000-0000-0000-0000-000000000000}"/>
          </ac:spMkLst>
        </pc:spChg>
        <pc:picChg chg="add del">
          <ac:chgData name="MOHD SARTAJ" userId="0be50391adb133e1" providerId="LiveId" clId="{849D2220-9185-4955-8F14-CE40930C4662}" dt="2026-07-01T04:41:27.155" v="138" actId="22"/>
          <ac:picMkLst>
            <pc:docMk/>
            <pc:sldMk cId="0" sldId="256"/>
            <ac:picMk id="5" creationId="{DB785308-9198-EE39-A28B-6704A861B0A0}"/>
          </ac:picMkLst>
        </pc:picChg>
      </pc:sldChg>
      <pc:sldChg chg="del">
        <pc:chgData name="MOHD SARTAJ" userId="0be50391adb133e1" providerId="LiveId" clId="{849D2220-9185-4955-8F14-CE40930C4662}" dt="2026-06-08T12:00:21.690" v="10" actId="47"/>
        <pc:sldMkLst>
          <pc:docMk/>
          <pc:sldMk cId="0" sldId="257"/>
        </pc:sldMkLst>
      </pc:sldChg>
      <pc:sldChg chg="del">
        <pc:chgData name="MOHD SARTAJ" userId="0be50391adb133e1" providerId="LiveId" clId="{849D2220-9185-4955-8F14-CE40930C4662}" dt="2026-07-01T04:42:31.466" v="144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1T05:55:08.484" v="489" actId="6549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42:49.806" v="187" actId="103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55:08.484" v="489" actId="6549"/>
          <ac:spMkLst>
            <pc:docMk/>
            <pc:sldMk cId="0" sldId="259"/>
            <ac:spMk id="198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1T05:55:18.592" v="490" actId="47"/>
        <pc:sldMkLst>
          <pc:docMk/>
          <pc:sldMk cId="0" sldId="260"/>
        </pc:sldMkLst>
        <pc:spChg chg="mod">
          <ac:chgData name="MOHD SARTAJ" userId="0be50391adb133e1" providerId="LiveId" clId="{849D2220-9185-4955-8F14-CE40930C4662}" dt="2026-07-01T04:43:28.949" v="192" actId="255"/>
          <ac:spMkLst>
            <pc:docMk/>
            <pc:sldMk cId="0" sldId="260"/>
            <ac:spMk id="204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55:23.816" v="49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1T04:43:51.563" v="234" actId="1036"/>
          <ac:spMkLst>
            <pc:docMk/>
            <pc:sldMk cId="0" sldId="261"/>
            <ac:spMk id="223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6:07:39.439" v="843" actId="47"/>
        <pc:sldMkLst>
          <pc:docMk/>
          <pc:sldMk cId="0" sldId="262"/>
        </pc:sldMkLst>
        <pc:spChg chg="mod">
          <ac:chgData name="MOHD SARTAJ" userId="0be50391adb133e1" providerId="LiveId" clId="{849D2220-9185-4955-8F14-CE40930C4662}" dt="2026-07-01T04:44:27.131" v="240" actId="14100"/>
          <ac:spMkLst>
            <pc:docMk/>
            <pc:sldMk cId="0" sldId="262"/>
            <ac:spMk id="230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6:08:13.509" v="882" actId="1036"/>
        <pc:sldMkLst>
          <pc:docMk/>
          <pc:sldMk cId="0" sldId="263"/>
        </pc:sldMkLst>
        <pc:spChg chg="mod">
          <ac:chgData name="MOHD SARTAJ" userId="0be50391adb133e1" providerId="LiveId" clId="{849D2220-9185-4955-8F14-CE40930C4662}" dt="2026-07-01T04:44:52.418" v="270" actId="1035"/>
          <ac:spMkLst>
            <pc:docMk/>
            <pc:sldMk cId="0" sldId="263"/>
            <ac:spMk id="237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08:13.509" v="882" actId="1036"/>
          <ac:spMkLst>
            <pc:docMk/>
            <pc:sldMk cId="0" sldId="263"/>
            <ac:spMk id="238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6:01:25.690" v="657" actId="1035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45:31.624" v="292" actId="14100"/>
          <ac:spMkLst>
            <pc:docMk/>
            <pc:sldMk cId="0" sldId="264"/>
            <ac:spMk id="244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01:25.690" v="657" actId="1035"/>
          <ac:spMkLst>
            <pc:docMk/>
            <pc:sldMk cId="0" sldId="264"/>
            <ac:spMk id="245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6:06:36.377" v="836" actId="20577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45:53.303" v="341" actId="1035"/>
          <ac:spMkLst>
            <pc:docMk/>
            <pc:sldMk cId="0" sldId="265"/>
            <ac:spMk id="251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06:36.377" v="836" actId="20577"/>
          <ac:spMkLst>
            <pc:docMk/>
            <pc:sldMk cId="0" sldId="265"/>
            <ac:spMk id="25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6:07:22.691" v="842" actId="2710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7-01T04:46:15.636" v="384" actId="1035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07:22.691" v="842" actId="2710"/>
          <ac:spMkLst>
            <pc:docMk/>
            <pc:sldMk cId="0" sldId="266"/>
            <ac:spMk id="270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2:00:44.195" v="12" actId="47"/>
        <pc:sldMkLst>
          <pc:docMk/>
          <pc:sldMk cId="0" sldId="267"/>
        </pc:sldMkLst>
      </pc:sldChg>
      <pc:sldChg chg="modSp mod">
        <pc:chgData name="MOHD SARTAJ" userId="0be50391adb133e1" providerId="LiveId" clId="{849D2220-9185-4955-8F14-CE40930C4662}" dt="2026-07-01T04:46:51.300" v="392" actId="207"/>
        <pc:sldMkLst>
          <pc:docMk/>
          <pc:sldMk cId="0" sldId="268"/>
        </pc:sldMkLst>
        <pc:spChg chg="mod">
          <ac:chgData name="MOHD SARTAJ" userId="0be50391adb133e1" providerId="LiveId" clId="{849D2220-9185-4955-8F14-CE40930C4662}" dt="2026-07-01T04:46:51.300" v="392" actId="207"/>
          <ac:spMkLst>
            <pc:docMk/>
            <pc:sldMk cId="0" sldId="268"/>
            <ac:spMk id="282" creationId="{00000000-0000-0000-0000-000000000000}"/>
          </ac:spMkLst>
        </pc:spChg>
      </pc:sldChg>
      <pc:sldChg chg="add del">
        <pc:chgData name="MOHD SARTAJ" userId="0be50391adb133e1" providerId="LiveId" clId="{849D2220-9185-4955-8F14-CE40930C4662}" dt="2026-07-01T04:42:30.867" v="143" actId="47"/>
        <pc:sldMkLst>
          <pc:docMk/>
          <pc:sldMk cId="0" sldId="269"/>
        </pc:sldMkLst>
      </pc:sldChg>
      <pc:sldChg chg="modSp add mod">
        <pc:chgData name="MOHD SARTAJ" userId="0be50391adb133e1" providerId="LiveId" clId="{849D2220-9185-4955-8F14-CE40930C4662}" dt="2026-07-01T04:46:35.847" v="391" actId="1035"/>
        <pc:sldMkLst>
          <pc:docMk/>
          <pc:sldMk cId="0" sldId="270"/>
        </pc:sldMkLst>
        <pc:spChg chg="mod">
          <ac:chgData name="MOHD SARTAJ" userId="0be50391adb133e1" providerId="LiveId" clId="{849D2220-9185-4955-8F14-CE40930C4662}" dt="2026-07-01T04:46:35.847" v="391" actId="1035"/>
          <ac:spMkLst>
            <pc:docMk/>
            <pc:sldMk cId="0" sldId="270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08T12:02:04.577" v="18" actId="14100"/>
          <ac:graphicFrameMkLst>
            <pc:docMk/>
            <pc:sldMk cId="0" sldId="270"/>
            <ac:graphicFrameMk id="307" creationId="{00000000-0000-0000-0000-000000000000}"/>
          </ac:graphicFrameMkLst>
        </pc:graphicFrameChg>
      </pc:sldChg>
      <pc:sldChg chg="modSp add mod">
        <pc:chgData name="MOHD SARTAJ" userId="0be50391adb133e1" providerId="LiveId" clId="{849D2220-9185-4955-8F14-CE40930C4662}" dt="2026-07-01T05:54:31.566" v="476" actId="6549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1T05:54:31.566" v="476" actId="6549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43:16.321" v="1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43:16.321" v="190" actId="2711"/>
          <ac:spMkLst>
            <pc:docMk/>
            <pc:sldMk cId="3429158645" sldId="391"/>
            <ac:spMk id="5" creationId="{7AA2250C-970C-8B81-CD6B-892C1690A55D}"/>
          </ac:spMkLst>
        </pc:spChg>
      </pc:sldChg>
      <pc:sldChg chg="modSp add mod">
        <pc:chgData name="MOHD SARTAJ" userId="0be50391adb133e1" providerId="LiveId" clId="{849D2220-9185-4955-8F14-CE40930C4662}" dt="2026-07-01T04:43:03.051" v="188" actId="255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43:03.051" v="188" actId="255"/>
          <ac:spMkLst>
            <pc:docMk/>
            <pc:sldMk cId="0" sldId="397"/>
            <ac:spMk id="175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6:05:36.718" v="807" actId="20577"/>
        <pc:sldMkLst>
          <pc:docMk/>
          <pc:sldMk cId="3606871348" sldId="398"/>
        </pc:sldMkLst>
        <pc:spChg chg="mod">
          <ac:chgData name="MOHD SARTAJ" userId="0be50391adb133e1" providerId="LiveId" clId="{849D2220-9185-4955-8F14-CE40930C4662}" dt="2026-07-01T06:01:47.636" v="666" actId="20577"/>
          <ac:spMkLst>
            <pc:docMk/>
            <pc:sldMk cId="3606871348" sldId="398"/>
            <ac:spMk id="244" creationId="{45868CD2-F098-AFE0-EB4A-D0CEAB115B65}"/>
          </ac:spMkLst>
        </pc:spChg>
        <pc:spChg chg="mod">
          <ac:chgData name="MOHD SARTAJ" userId="0be50391adb133e1" providerId="LiveId" clId="{849D2220-9185-4955-8F14-CE40930C4662}" dt="2026-07-01T06:05:36.718" v="807" actId="20577"/>
          <ac:spMkLst>
            <pc:docMk/>
            <pc:sldMk cId="3606871348" sldId="398"/>
            <ac:spMk id="245" creationId="{77BD22F7-3B22-7EFD-B246-5EC2F44871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F5D05046-7691-9583-3296-A02E4147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>
            <a:extLst>
              <a:ext uri="{FF2B5EF4-FFF2-40B4-BE49-F238E27FC236}">
                <a16:creationId xmlns:a16="http://schemas.microsoft.com/office/drawing/2014/main" id="{BD062D55-FA05-2B7D-CF85-8C73A1B36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>
            <a:extLst>
              <a:ext uri="{FF2B5EF4-FFF2-40B4-BE49-F238E27FC236}">
                <a16:creationId xmlns:a16="http://schemas.microsoft.com/office/drawing/2014/main" id="{0926FA33-0038-8D97-86F9-9A8AF81707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59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7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0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2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4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4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eOJTHeleV54?si=di5CYBn8Ec-VJiwq" TargetMode="External"/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hyperlink" Target="https://youtu.be/N_d7VWojOf8?si=PXDFCSM8FbtdN4F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DslvYLfkCMc?si=BDwZrR6VK5nQB4uv" TargetMode="External"/><Relationship Id="rId5" Type="http://schemas.openxmlformats.org/officeDocument/2006/relationships/hyperlink" Target="https://youtu.be/J1PGoNNhCyk?si=DItKDs4n9qLYu9XW" TargetMode="Externa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35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Unit-2 (Chapter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2.3.1)</a:t>
            </a:r>
            <a:endParaRPr lang="en-US" sz="24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2979502" y="250639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Covered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200" y="1640293"/>
            <a:ext cx="7556387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Compositions of functions: gof, fog 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>
            <a:spLocks noGrp="1"/>
          </p:cNvSpPr>
          <p:nvPr>
            <p:ph type="title"/>
          </p:nvPr>
        </p:nvSpPr>
        <p:spPr>
          <a:xfrm>
            <a:off x="3124200" y="327919"/>
            <a:ext cx="571514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Composition of Functions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8" name="Google Shape;238;p8"/>
          <p:cNvSpPr txBox="1">
            <a:spLocks noGrp="1"/>
          </p:cNvSpPr>
          <p:nvPr>
            <p:ph type="body" idx="1"/>
          </p:nvPr>
        </p:nvSpPr>
        <p:spPr>
          <a:xfrm>
            <a:off x="838345" y="1669556"/>
            <a:ext cx="7401529" cy="3570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Definition: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f: A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B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g: A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B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two functions, then the composition of f and g is given by</a:t>
            </a:r>
          </a:p>
          <a:p>
            <a:pPr lvl="0" algn="ctr"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(fog)(x) = f[g(x)]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Similarly,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composition of g and f is given by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2800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(gof)(x) = g[f(x)]</a:t>
            </a:r>
            <a:endParaRPr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Order matters: </a:t>
            </a: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fog ≠ gof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general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Domain of fog: All x in the domain of g such that g(x) is in the domain of f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9" name="Google Shape;239;p8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 txBox="1">
            <a:spLocks noGrp="1"/>
          </p:cNvSpPr>
          <p:nvPr>
            <p:ph type="title"/>
          </p:nvPr>
        </p:nvSpPr>
        <p:spPr>
          <a:xfrm>
            <a:off x="3041150" y="304799"/>
            <a:ext cx="5569449" cy="13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Examples of </a:t>
            </a:r>
            <a:b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Composition of Functions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45" name="Google Shape;245;p9"/>
          <p:cNvSpPr txBox="1">
            <a:spLocks noGrp="1"/>
          </p:cNvSpPr>
          <p:nvPr>
            <p:ph type="body" idx="1"/>
          </p:nvPr>
        </p:nvSpPr>
        <p:spPr>
          <a:xfrm>
            <a:off x="609600" y="1847638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dirty="0"/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f(x) = x + 2, g(x) = x²</a:t>
            </a:r>
            <a:endParaRPr dirty="0"/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→ (fog)(x) = f(g(x)) = (x²) + 2 = x² + 2</a:t>
            </a:r>
            <a:endParaRPr dirty="0"/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→ (gof)(x) = g(f(x)) = (x + 2)² = x² + 4x + 4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2:</a:t>
            </a:r>
            <a:endParaRPr dirty="0"/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f(x) = sin(x), g(x) = x²</a:t>
            </a:r>
            <a:endParaRPr dirty="0"/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→ (fog)(x) = sin(x²), (gof)(x) = (sin(x))²</a:t>
            </a:r>
            <a:endParaRPr dirty="0"/>
          </a:p>
        </p:txBody>
      </p:sp>
      <p:pic>
        <p:nvPicPr>
          <p:cNvPr id="246" name="Google Shape;246;p9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41644E07-D4F2-0506-6526-D896B670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>
            <a:extLst>
              <a:ext uri="{FF2B5EF4-FFF2-40B4-BE49-F238E27FC236}">
                <a16:creationId xmlns:a16="http://schemas.microsoft.com/office/drawing/2014/main" id="{45868CD2-F098-AFE0-EB4A-D0CEAB115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1150" y="304799"/>
            <a:ext cx="5569449" cy="13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Activity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45" name="Google Shape;245;p9">
            <a:extLst>
              <a:ext uri="{FF2B5EF4-FFF2-40B4-BE49-F238E27FC236}">
                <a16:creationId xmlns:a16="http://schemas.microsoft.com/office/drawing/2014/main" id="{77BD22F7-3B22-7EFD-B246-5EC2F4487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847638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Questions: Find fog and gof for the following functions: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1. f(x) = x, g(x) = x² + 2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 f(x) = sin(x), g(x) = cos(x)</a:t>
            </a:r>
          </a:p>
          <a:p>
            <a:pPr marR="0" lvl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 f(x) = log(x), g(x) = exp(x)</a:t>
            </a:r>
          </a:p>
          <a:p>
            <a:pPr>
              <a:spcBef>
                <a:spcPts val="560"/>
              </a:spcBef>
              <a:buClr>
                <a:schemeClr val="dk1"/>
              </a:buClr>
              <a:buSzPts val="2800"/>
            </a:pP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4. f(x) = sqrt(x), g(x) = x²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dirty="0"/>
          </a:p>
        </p:txBody>
      </p:sp>
      <p:pic>
        <p:nvPicPr>
          <p:cNvPr id="246" name="Google Shape;246;p9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6F72D15-DBD0-7906-14E5-6473E6758E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6871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3397824" y="404975"/>
            <a:ext cx="44196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10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903737" y="1981200"/>
            <a:ext cx="7332397" cy="19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Composition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functions have been presented.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 function will be discussed in next topic.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860"/>
              </a:spcBef>
              <a:spcAft>
                <a:spcPts val="0"/>
              </a:spcAft>
              <a:buNone/>
            </a:pPr>
            <a:endParaRPr sz="21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ctrTitle"/>
          </p:nvPr>
        </p:nvSpPr>
        <p:spPr>
          <a:xfrm>
            <a:off x="3184985" y="370725"/>
            <a:ext cx="5555025" cy="106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69" name="Google Shape;269;p11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780836" y="1906481"/>
            <a:ext cx="7787811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5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https://youtu.be/DslvYLfkCMc?si=BDwZrR6VK5nQB4uv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https://youtu.be/N_d7VWojOf8?si=PXDFCSM8FbtdN4FA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https://youtu.be/eOJTHeleV54?si=di5CYBn8Ec-VJiwq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50179"/>
            <a:ext cx="53340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3897323024"/>
              </p:ext>
            </p:extLst>
          </p:nvPr>
        </p:nvGraphicFramePr>
        <p:xfrm>
          <a:off x="685800" y="1612182"/>
          <a:ext cx="7929081" cy="45458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Year of Publication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B.S. Grewal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Khanna Publishers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B.V. Ramana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Higher Engineering Mathematics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Tata McGraw-Hill Education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2009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Erwin Kreyszig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Advanced Engineering Mathematics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N.P. Bali and Manish Goyal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Laxmi Publications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S.K. Gupta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Mathematical Methods for Engineers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 India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2013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3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522</Words>
  <Application>Microsoft Office PowerPoint</Application>
  <PresentationFormat>On-screen Show (4:3)</PresentationFormat>
  <Paragraphs>91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Black</vt:lpstr>
      <vt:lpstr>Cambria</vt:lpstr>
      <vt:lpstr>Times New Roman</vt:lpstr>
      <vt:lpstr>Noto Sans Symbols</vt:lpstr>
      <vt:lpstr>Calibri</vt:lpstr>
      <vt:lpstr>Casper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Composition of Functions</vt:lpstr>
      <vt:lpstr>Examples of  Composition of Functions</vt:lpstr>
      <vt:lpstr>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</cp:revision>
  <dcterms:created xsi:type="dcterms:W3CDTF">2006-08-16T00:00:00Z</dcterms:created>
  <dcterms:modified xsi:type="dcterms:W3CDTF">2026-07-01T06:08:28Z</dcterms:modified>
</cp:coreProperties>
</file>