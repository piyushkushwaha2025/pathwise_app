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2" r:id="rId2"/>
  </p:sldMasterIdLst>
  <p:notesMasterIdLst>
    <p:notesMasterId r:id="rId14"/>
  </p:notesMasterIdLst>
  <p:sldIdLst>
    <p:sldId id="328" r:id="rId3"/>
    <p:sldId id="397" r:id="rId4"/>
    <p:sldId id="391" r:id="rId5"/>
    <p:sldId id="259" r:id="rId6"/>
    <p:sldId id="269" r:id="rId7"/>
    <p:sldId id="263" r:id="rId8"/>
    <p:sldId id="270" r:id="rId9"/>
    <p:sldId id="264" r:id="rId10"/>
    <p:sldId id="265" r:id="rId11"/>
    <p:sldId id="398" r:id="rId12"/>
    <p:sldId id="267" r:id="rId13"/>
  </p:sldIdLst>
  <p:sldSz cx="9144000" cy="6858000" type="screen4x3"/>
  <p:notesSz cx="6858000" cy="9144000"/>
  <p:embeddedFontLst>
    <p:embeddedFont>
      <p:font typeface="Arial Black" panose="020B0A04020102020204" pitchFamily="34" charset="0"/>
      <p:bold r:id="rId15"/>
    </p:embeddedFont>
    <p:embeddedFont>
      <p:font typeface="Cambria" panose="02040503050406030204" pitchFamily="18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7" roundtripDataSignature="AMtx7mimWijdQvAww6p7eNUJu3Yae610g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797B51E-67A7-48B0-8163-EF944A2DCF13}">
  <a:tblStyle styleId="{E797B51E-67A7-48B0-8163-EF944A2DCF13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>
          <a:top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TxStyle/>
      <a:tcStyle>
        <a:tcBdr/>
      </a:tcStyle>
    </a:band2V>
    <a:lastCol>
      <a:tcTxStyle b="on" i="off"/>
      <a:tcStyle>
        <a:tcBdr>
          <a:lef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lastCol>
    <a:firstCol>
      <a:tcTxStyle b="on" i="off"/>
      <a:tcStyle>
        <a:tcBdr>
          <a:lef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firstCol>
    <a:lastRow>
      <a:tcTxStyle b="on" i="off"/>
      <a:tcStyle>
        <a:tcBdr>
          <a:lef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lef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CDCCB45-BCA2-4A20-9253-B1EC0BCC3B41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817C9F9-206F-4F6D-9684-DFC10DB734AA}" styleName="Table_2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E6E6"/>
          </a:solidFill>
        </a:fill>
      </a:tcStyle>
    </a:wholeTbl>
    <a:band1H>
      <a:tcTxStyle/>
      <a:tcStyle>
        <a:tcBdr/>
        <a:fill>
          <a:solidFill>
            <a:srgbClr val="CACAC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CACA"/>
          </a:solidFill>
        </a:fill>
      </a:tcStyle>
    </a:band1V>
    <a:band2V>
      <a:tcTxStyle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E6E6E6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/>
      <a:tcStyle>
        <a:tcBdr/>
        <a:fill>
          <a:solidFill>
            <a:srgbClr val="E6E6E6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1400" y="4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font" Target="fonts/font4.fntdata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font" Target="fonts/font3.fntdata"/><Relationship Id="rId2" Type="http://schemas.openxmlformats.org/officeDocument/2006/relationships/slideMaster" Target="slideMasters/slideMaster2.xml"/><Relationship Id="rId16" Type="http://schemas.openxmlformats.org/officeDocument/2006/relationships/font" Target="fonts/font2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32" Type="http://schemas.microsoft.com/office/2016/11/relationships/changesInfo" Target="changesInfos/changesInfo1.xml"/><Relationship Id="rId5" Type="http://schemas.openxmlformats.org/officeDocument/2006/relationships/slide" Target="slides/slide3.xml"/><Relationship Id="rId15" Type="http://schemas.openxmlformats.org/officeDocument/2006/relationships/font" Target="fonts/font1.fntdata"/><Relationship Id="rId28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font" Target="fonts/font5.fntdata"/><Relationship Id="rId3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D SARTAJ" userId="0be50391adb133e1" providerId="LiveId" clId="{849D2220-9185-4955-8F14-CE40930C4662}"/>
    <pc:docChg chg="undo custSel addSld delSld modSld">
      <pc:chgData name="MOHD SARTAJ" userId="0be50391adb133e1" providerId="LiveId" clId="{849D2220-9185-4955-8F14-CE40930C4662}" dt="2026-07-01T06:56:41.950" v="648" actId="1037"/>
      <pc:docMkLst>
        <pc:docMk/>
      </pc:docMkLst>
      <pc:sldChg chg="addSp modSp del mod">
        <pc:chgData name="MOHD SARTAJ" userId="0be50391adb133e1" providerId="LiveId" clId="{849D2220-9185-4955-8F14-CE40930C4662}" dt="2026-06-22T08:43:51.056" v="120" actId="47"/>
        <pc:sldMkLst>
          <pc:docMk/>
          <pc:sldMk cId="0" sldId="256"/>
        </pc:sldMkLst>
      </pc:sldChg>
      <pc:sldChg chg="addSp delSp modSp del mod">
        <pc:chgData name="MOHD SARTAJ" userId="0be50391adb133e1" providerId="LiveId" clId="{849D2220-9185-4955-8F14-CE40930C4662}" dt="2026-06-22T08:44:48.522" v="136" actId="47"/>
        <pc:sldMkLst>
          <pc:docMk/>
          <pc:sldMk cId="0" sldId="257"/>
        </pc:sldMkLst>
      </pc:sldChg>
      <pc:sldChg chg="modSp del mod">
        <pc:chgData name="MOHD SARTAJ" userId="0be50391adb133e1" providerId="LiveId" clId="{849D2220-9185-4955-8F14-CE40930C4662}" dt="2026-06-22T08:45:08.593" v="138" actId="47"/>
        <pc:sldMkLst>
          <pc:docMk/>
          <pc:sldMk cId="0" sldId="258"/>
        </pc:sldMkLst>
      </pc:sldChg>
      <pc:sldChg chg="delSp modSp mod">
        <pc:chgData name="MOHD SARTAJ" userId="0be50391adb133e1" providerId="LiveId" clId="{849D2220-9185-4955-8F14-CE40930C4662}" dt="2026-06-22T08:57:22.119" v="460" actId="313"/>
        <pc:sldMkLst>
          <pc:docMk/>
          <pc:sldMk cId="0" sldId="259"/>
        </pc:sldMkLst>
        <pc:spChg chg="mod">
          <ac:chgData name="MOHD SARTAJ" userId="0be50391adb133e1" providerId="LiveId" clId="{849D2220-9185-4955-8F14-CE40930C4662}" dt="2026-06-22T08:47:54.849" v="206" actId="1035"/>
          <ac:spMkLst>
            <pc:docMk/>
            <pc:sldMk cId="0" sldId="259"/>
            <ac:spMk id="190" creationId="{00000000-0000-0000-0000-000000000000}"/>
          </ac:spMkLst>
        </pc:spChg>
        <pc:spChg chg="mod">
          <ac:chgData name="MOHD SARTAJ" userId="0be50391adb133e1" providerId="LiveId" clId="{849D2220-9185-4955-8F14-CE40930C4662}" dt="2026-06-22T08:57:22.119" v="460" actId="313"/>
          <ac:spMkLst>
            <pc:docMk/>
            <pc:sldMk cId="0" sldId="259"/>
            <ac:spMk id="198" creationId="{00000000-0000-0000-0000-000000000000}"/>
          </ac:spMkLst>
        </pc:spChg>
      </pc:sldChg>
      <pc:sldChg chg="delSp modSp del mod">
        <pc:chgData name="MOHD SARTAJ" userId="0be50391adb133e1" providerId="LiveId" clId="{849D2220-9185-4955-8F14-CE40930C4662}" dt="2026-06-22T08:56:26.444" v="435" actId="47"/>
        <pc:sldMkLst>
          <pc:docMk/>
          <pc:sldMk cId="0" sldId="260"/>
        </pc:sldMkLst>
      </pc:sldChg>
      <pc:sldChg chg="delSp modSp del mod">
        <pc:chgData name="MOHD SARTAJ" userId="0be50391adb133e1" providerId="LiveId" clId="{849D2220-9185-4955-8F14-CE40930C4662}" dt="2026-06-22T08:56:27.433" v="436" actId="47"/>
        <pc:sldMkLst>
          <pc:docMk/>
          <pc:sldMk cId="0" sldId="261"/>
        </pc:sldMkLst>
      </pc:sldChg>
      <pc:sldChg chg="delSp modSp del mod">
        <pc:chgData name="MOHD SARTAJ" userId="0be50391adb133e1" providerId="LiveId" clId="{849D2220-9185-4955-8F14-CE40930C4662}" dt="2026-06-22T08:56:28.820" v="437" actId="47"/>
        <pc:sldMkLst>
          <pc:docMk/>
          <pc:sldMk cId="0" sldId="262"/>
        </pc:sldMkLst>
      </pc:sldChg>
      <pc:sldChg chg="delSp modSp mod">
        <pc:chgData name="MOHD SARTAJ" userId="0be50391adb133e1" providerId="LiveId" clId="{849D2220-9185-4955-8F14-CE40930C4662}" dt="2026-06-22T08:57:55.807" v="494" actId="1037"/>
        <pc:sldMkLst>
          <pc:docMk/>
          <pc:sldMk cId="0" sldId="263"/>
        </pc:sldMkLst>
        <pc:spChg chg="mod">
          <ac:chgData name="MOHD SARTAJ" userId="0be50391adb133e1" providerId="LiveId" clId="{849D2220-9185-4955-8F14-CE40930C4662}" dt="2026-06-22T08:57:44.759" v="462" actId="14100"/>
          <ac:spMkLst>
            <pc:docMk/>
            <pc:sldMk cId="0" sldId="263"/>
            <ac:spMk id="3" creationId="{F21E7CE3-3C3D-F46A-83E9-1EE634A32ECE}"/>
          </ac:spMkLst>
        </pc:spChg>
        <pc:spChg chg="mod">
          <ac:chgData name="MOHD SARTAJ" userId="0be50391adb133e1" providerId="LiveId" clId="{849D2220-9185-4955-8F14-CE40930C4662}" dt="2026-06-22T08:49:33.107" v="364" actId="207"/>
          <ac:spMkLst>
            <pc:docMk/>
            <pc:sldMk cId="0" sldId="263"/>
            <ac:spMk id="261" creationId="{00000000-0000-0000-0000-000000000000}"/>
          </ac:spMkLst>
        </pc:spChg>
        <pc:picChg chg="mod">
          <ac:chgData name="MOHD SARTAJ" userId="0be50391adb133e1" providerId="LiveId" clId="{849D2220-9185-4955-8F14-CE40930C4662}" dt="2026-06-22T08:57:55.807" v="494" actId="1037"/>
          <ac:picMkLst>
            <pc:docMk/>
            <pc:sldMk cId="0" sldId="263"/>
            <ac:picMk id="5" creationId="{FF149627-15DC-2D6D-74E1-A522CCD83539}"/>
          </ac:picMkLst>
        </pc:picChg>
      </pc:sldChg>
      <pc:sldChg chg="delSp modSp mod">
        <pc:chgData name="MOHD SARTAJ" userId="0be50391adb133e1" providerId="LiveId" clId="{849D2220-9185-4955-8F14-CE40930C4662}" dt="2026-06-22T08:59:55.079" v="631" actId="20577"/>
        <pc:sldMkLst>
          <pc:docMk/>
          <pc:sldMk cId="0" sldId="264"/>
        </pc:sldMkLst>
        <pc:spChg chg="mod">
          <ac:chgData name="MOHD SARTAJ" userId="0be50391adb133e1" providerId="LiveId" clId="{849D2220-9185-4955-8F14-CE40930C4662}" dt="2026-06-22T08:49:52.563" v="380" actId="1035"/>
          <ac:spMkLst>
            <pc:docMk/>
            <pc:sldMk cId="0" sldId="264"/>
            <ac:spMk id="280" creationId="{00000000-0000-0000-0000-000000000000}"/>
          </ac:spMkLst>
        </pc:spChg>
        <pc:spChg chg="mod">
          <ac:chgData name="MOHD SARTAJ" userId="0be50391adb133e1" providerId="LiveId" clId="{849D2220-9185-4955-8F14-CE40930C4662}" dt="2026-06-22T08:59:55.079" v="631" actId="20577"/>
          <ac:spMkLst>
            <pc:docMk/>
            <pc:sldMk cId="0" sldId="264"/>
            <ac:spMk id="283" creationId="{00000000-0000-0000-0000-000000000000}"/>
          </ac:spMkLst>
        </pc:spChg>
      </pc:sldChg>
      <pc:sldChg chg="modSp mod">
        <pc:chgData name="MOHD SARTAJ" userId="0be50391adb133e1" providerId="LiveId" clId="{849D2220-9185-4955-8F14-CE40930C4662}" dt="2026-06-22T08:50:05.040" v="383" actId="14100"/>
        <pc:sldMkLst>
          <pc:docMk/>
          <pc:sldMk cId="0" sldId="265"/>
        </pc:sldMkLst>
        <pc:spChg chg="mod">
          <ac:chgData name="MOHD SARTAJ" userId="0be50391adb133e1" providerId="LiveId" clId="{849D2220-9185-4955-8F14-CE40930C4662}" dt="2026-06-22T08:50:05.040" v="383" actId="14100"/>
          <ac:spMkLst>
            <pc:docMk/>
            <pc:sldMk cId="0" sldId="265"/>
            <ac:spMk id="298" creationId="{00000000-0000-0000-0000-000000000000}"/>
          </ac:spMkLst>
        </pc:spChg>
      </pc:sldChg>
      <pc:sldChg chg="delSp modSp del mod">
        <pc:chgData name="MOHD SARTAJ" userId="0be50391adb133e1" providerId="LiveId" clId="{849D2220-9185-4955-8F14-CE40930C4662}" dt="2026-06-22T08:51:25.270" v="386" actId="47"/>
        <pc:sldMkLst>
          <pc:docMk/>
          <pc:sldMk cId="0" sldId="266"/>
        </pc:sldMkLst>
      </pc:sldChg>
      <pc:sldChg chg="addSp modSp mod">
        <pc:chgData name="MOHD SARTAJ" userId="0be50391adb133e1" providerId="LiveId" clId="{849D2220-9185-4955-8F14-CE40930C4662}" dt="2026-07-01T06:56:41.950" v="648" actId="1037"/>
        <pc:sldMkLst>
          <pc:docMk/>
          <pc:sldMk cId="0" sldId="267"/>
        </pc:sldMkLst>
        <pc:spChg chg="mod">
          <ac:chgData name="MOHD SARTAJ" userId="0be50391adb133e1" providerId="LiveId" clId="{849D2220-9185-4955-8F14-CE40930C4662}" dt="2026-06-22T08:52:03.101" v="390" actId="207"/>
          <ac:spMkLst>
            <pc:docMk/>
            <pc:sldMk cId="0" sldId="267"/>
            <ac:spMk id="313" creationId="{00000000-0000-0000-0000-000000000000}"/>
          </ac:spMkLst>
        </pc:spChg>
        <pc:picChg chg="add mod">
          <ac:chgData name="MOHD SARTAJ" userId="0be50391adb133e1" providerId="LiveId" clId="{849D2220-9185-4955-8F14-CE40930C4662}" dt="2026-07-01T06:56:41.950" v="648" actId="1037"/>
          <ac:picMkLst>
            <pc:docMk/>
            <pc:sldMk cId="0" sldId="267"/>
            <ac:picMk id="2" creationId="{26DE134A-C4D5-B418-ABF3-DC0CBC1E9D03}"/>
          </ac:picMkLst>
        </pc:picChg>
      </pc:sldChg>
      <pc:sldChg chg="modSp del mod">
        <pc:chgData name="MOHD SARTAJ" userId="0be50391adb133e1" providerId="LiveId" clId="{849D2220-9185-4955-8F14-CE40930C4662}" dt="2026-06-22T08:56:29.544" v="438" actId="47"/>
        <pc:sldMkLst>
          <pc:docMk/>
          <pc:sldMk cId="3128174871" sldId="268"/>
        </pc:sldMkLst>
      </pc:sldChg>
      <pc:sldChg chg="modSp add del mod">
        <pc:chgData name="MOHD SARTAJ" userId="0be50391adb133e1" providerId="LiveId" clId="{849D2220-9185-4955-8F14-CE40930C4662}" dt="2026-07-01T04:39:13.312" v="640" actId="20577"/>
        <pc:sldMkLst>
          <pc:docMk/>
          <pc:sldMk cId="1473610980" sldId="269"/>
        </pc:sldMkLst>
        <pc:spChg chg="mod">
          <ac:chgData name="MOHD SARTAJ" userId="0be50391adb133e1" providerId="LiveId" clId="{849D2220-9185-4955-8F14-CE40930C4662}" dt="2026-06-22T08:49:25.622" v="363" actId="207"/>
          <ac:spMkLst>
            <pc:docMk/>
            <pc:sldMk cId="1473610980" sldId="269"/>
            <ac:spMk id="241" creationId="{BC710966-EDA8-3CB2-F52C-E41164FB4ACD}"/>
          </ac:spMkLst>
        </pc:spChg>
        <pc:spChg chg="mod">
          <ac:chgData name="MOHD SARTAJ" userId="0be50391adb133e1" providerId="LiveId" clId="{849D2220-9185-4955-8F14-CE40930C4662}" dt="2026-07-01T04:39:13.312" v="640" actId="20577"/>
          <ac:spMkLst>
            <pc:docMk/>
            <pc:sldMk cId="1473610980" sldId="269"/>
            <ac:spMk id="244" creationId="{7F75AD7E-7A29-BB26-0E2B-AA399C484C67}"/>
          </ac:spMkLst>
        </pc:spChg>
      </pc:sldChg>
      <pc:sldChg chg="modSp mod">
        <pc:chgData name="MOHD SARTAJ" userId="0be50391adb133e1" providerId="LiveId" clId="{849D2220-9185-4955-8F14-CE40930C4662}" dt="2026-06-26T08:16:51.019" v="633" actId="20577"/>
        <pc:sldMkLst>
          <pc:docMk/>
          <pc:sldMk cId="3037065987" sldId="270"/>
        </pc:sldMkLst>
        <pc:spChg chg="mod">
          <ac:chgData name="MOHD SARTAJ" userId="0be50391adb133e1" providerId="LiveId" clId="{849D2220-9185-4955-8F14-CE40930C4662}" dt="2026-06-26T08:16:51.019" v="633" actId="20577"/>
          <ac:spMkLst>
            <pc:docMk/>
            <pc:sldMk cId="3037065987" sldId="270"/>
            <ac:spMk id="3" creationId="{B2827547-09A0-F6A0-F8B5-8E5E280A9157}"/>
          </ac:spMkLst>
        </pc:spChg>
        <pc:spChg chg="mod">
          <ac:chgData name="MOHD SARTAJ" userId="0be50391adb133e1" providerId="LiveId" clId="{849D2220-9185-4955-8F14-CE40930C4662}" dt="2026-06-22T08:49:39.974" v="365" actId="207"/>
          <ac:spMkLst>
            <pc:docMk/>
            <pc:sldMk cId="3037065987" sldId="270"/>
            <ac:spMk id="261" creationId="{7C4AB5FE-6FED-F373-32CF-3439840E061D}"/>
          </ac:spMkLst>
        </pc:spChg>
      </pc:sldChg>
      <pc:sldChg chg="modSp add mod">
        <pc:chgData name="MOHD SARTAJ" userId="0be50391adb133e1" providerId="LiveId" clId="{849D2220-9185-4955-8F14-CE40930C4662}" dt="2026-07-01T04:38:29.078" v="639" actId="20577"/>
        <pc:sldMkLst>
          <pc:docMk/>
          <pc:sldMk cId="138525569" sldId="328"/>
        </pc:sldMkLst>
        <pc:spChg chg="mod">
          <ac:chgData name="MOHD SARTAJ" userId="0be50391adb133e1" providerId="LiveId" clId="{849D2220-9185-4955-8F14-CE40930C4662}" dt="2026-07-01T04:38:29.078" v="639" actId="20577"/>
          <ac:spMkLst>
            <pc:docMk/>
            <pc:sldMk cId="138525569" sldId="328"/>
            <ac:spMk id="26" creationId="{00000000-0000-0000-0000-000000000000}"/>
          </ac:spMkLst>
        </pc:spChg>
      </pc:sldChg>
      <pc:sldChg chg="modSp add mod">
        <pc:chgData name="MOHD SARTAJ" userId="0be50391adb133e1" providerId="LiveId" clId="{849D2220-9185-4955-8F14-CE40930C4662}" dt="2026-06-22T08:45:41.321" v="153" actId="14100"/>
        <pc:sldMkLst>
          <pc:docMk/>
          <pc:sldMk cId="3429158645" sldId="391"/>
        </pc:sldMkLst>
        <pc:spChg chg="mod">
          <ac:chgData name="MOHD SARTAJ" userId="0be50391adb133e1" providerId="LiveId" clId="{849D2220-9185-4955-8F14-CE40930C4662}" dt="2026-06-22T08:45:41.321" v="153" actId="14100"/>
          <ac:spMkLst>
            <pc:docMk/>
            <pc:sldMk cId="3429158645" sldId="391"/>
            <ac:spMk id="5" creationId="{7AA2250C-970C-8B81-CD6B-892C1690A55D}"/>
          </ac:spMkLst>
        </pc:spChg>
        <pc:picChg chg="mod">
          <ac:chgData name="MOHD SARTAJ" userId="0be50391adb133e1" providerId="LiveId" clId="{849D2220-9185-4955-8F14-CE40930C4662}" dt="2026-06-22T08:45:27.290" v="148" actId="14100"/>
          <ac:picMkLst>
            <pc:docMk/>
            <pc:sldMk cId="3429158645" sldId="391"/>
            <ac:picMk id="3" creationId="{E7136AD0-68B4-9895-2CB4-1669BB7A58D6}"/>
          </ac:picMkLst>
        </pc:picChg>
      </pc:sldChg>
      <pc:sldChg chg="add">
        <pc:chgData name="MOHD SARTAJ" userId="0be50391adb133e1" providerId="LiveId" clId="{849D2220-9185-4955-8F14-CE40930C4662}" dt="2026-06-22T08:44:45.645" v="135"/>
        <pc:sldMkLst>
          <pc:docMk/>
          <pc:sldMk cId="0" sldId="397"/>
        </pc:sldMkLst>
      </pc:sldChg>
      <pc:sldChg chg="modSp add mod">
        <pc:chgData name="MOHD SARTAJ" userId="0be50391adb133e1" providerId="LiveId" clId="{849D2220-9185-4955-8F14-CE40930C4662}" dt="2026-06-22T08:51:49.521" v="389" actId="14734"/>
        <pc:sldMkLst>
          <pc:docMk/>
          <pc:sldMk cId="0" sldId="398"/>
        </pc:sldMkLst>
        <pc:graphicFrameChg chg="mod modGraphic">
          <ac:chgData name="MOHD SARTAJ" userId="0be50391adb133e1" providerId="LiveId" clId="{849D2220-9185-4955-8F14-CE40930C4662}" dt="2026-06-22T08:51:49.521" v="389" actId="14734"/>
          <ac:graphicFrameMkLst>
            <pc:docMk/>
            <pc:sldMk cId="0" sldId="398"/>
            <ac:graphicFrameMk id="307" creationId="{00000000-0000-0000-0000-000000000000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2" name="Google Shape;17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>
          <a:extLst>
            <a:ext uri="{FF2B5EF4-FFF2-40B4-BE49-F238E27FC236}">
              <a16:creationId xmlns:a16="http://schemas.microsoft.com/office/drawing/2014/main" id="{BB4E83C5-954A-331C-1B0B-0EB24D93C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7:notes">
            <a:extLst>
              <a:ext uri="{FF2B5EF4-FFF2-40B4-BE49-F238E27FC236}">
                <a16:creationId xmlns:a16="http://schemas.microsoft.com/office/drawing/2014/main" id="{48FC1903-242C-77B1-718B-70AE705340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7:notes">
            <a:extLst>
              <a:ext uri="{FF2B5EF4-FFF2-40B4-BE49-F238E27FC236}">
                <a16:creationId xmlns:a16="http://schemas.microsoft.com/office/drawing/2014/main" id="{39832BB1-0162-F4DC-A8A3-0E98D43D1E2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07373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>
          <a:extLst>
            <a:ext uri="{FF2B5EF4-FFF2-40B4-BE49-F238E27FC236}">
              <a16:creationId xmlns:a16="http://schemas.microsoft.com/office/drawing/2014/main" id="{CC9A24DA-EA83-9569-2E2A-4B885D8476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8:notes">
            <a:extLst>
              <a:ext uri="{FF2B5EF4-FFF2-40B4-BE49-F238E27FC236}">
                <a16:creationId xmlns:a16="http://schemas.microsoft.com/office/drawing/2014/main" id="{63A694AD-C000-C0FD-1EE2-03A80ECC94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8:notes">
            <a:extLst>
              <a:ext uri="{FF2B5EF4-FFF2-40B4-BE49-F238E27FC236}">
                <a16:creationId xmlns:a16="http://schemas.microsoft.com/office/drawing/2014/main" id="{7F890C41-1AD3-44F3-DA1D-D750372018E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478196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Google Shape;30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" name="Google Shape;31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Only" type="titleOnly">
  <p:cSld name="TITLE_ONL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4"/>
          <p:cNvSpPr txBox="1">
            <a:spLocks noGrp="1"/>
          </p:cNvSpPr>
          <p:nvPr>
            <p:ph type="title"/>
          </p:nvPr>
        </p:nvSpPr>
        <p:spPr>
          <a:xfrm>
            <a:off x="855663" y="762000"/>
            <a:ext cx="8288337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mbria"/>
              <a:buNone/>
              <a:defRPr sz="44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5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mbria"/>
              <a:buNone/>
              <a:defRPr sz="44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7" name="Google Shape;17;p15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R="0" lvl="1" algn="ctr" rtl="0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8" name="Google Shape;18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9" name="Google Shape;19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" name="Google Shape;20;p15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6"/>
          <p:cNvSpPr txBox="1">
            <a:spLocks noGrp="1"/>
          </p:cNvSpPr>
          <p:nvPr>
            <p:ph type="ctrTitle"/>
          </p:nvPr>
        </p:nvSpPr>
        <p:spPr>
          <a:xfrm>
            <a:off x="1143000" y="3429000"/>
            <a:ext cx="7772400" cy="1066799"/>
          </a:xfrm>
          <a:prstGeom prst="rect">
            <a:avLst/>
          </a:prstGeom>
          <a:solidFill>
            <a:schemeClr val="lt1"/>
          </a:solidFill>
          <a:ln w="19050" cap="sq" cmpd="thinThick">
            <a:solidFill>
              <a:schemeClr val="dk1"/>
            </a:solidFill>
            <a:prstDash val="solid"/>
            <a:bevel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mbria"/>
              <a:buNone/>
              <a:defRPr sz="44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3" name="Google Shape;23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4" name="Google Shape;24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5" name="Google Shape;25;p16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" name="Google Shape;26;p16"/>
          <p:cNvSpPr txBox="1"/>
          <p:nvPr/>
        </p:nvSpPr>
        <p:spPr>
          <a:xfrm>
            <a:off x="2804328" y="87868"/>
            <a:ext cx="6339671" cy="369332"/>
          </a:xfrm>
          <a:prstGeom prst="rect">
            <a:avLst/>
          </a:prstGeom>
          <a:noFill/>
          <a:ln w="50800" cap="flat" cmpd="dbl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Science and Engineering (CSE)</a:t>
            </a:r>
            <a:endParaRPr sz="1700"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7"/>
          <p:cNvSpPr txBox="1">
            <a:spLocks noGrp="1"/>
          </p:cNvSpPr>
          <p:nvPr>
            <p:ph type="title"/>
          </p:nvPr>
        </p:nvSpPr>
        <p:spPr>
          <a:xfrm>
            <a:off x="990600" y="1066800"/>
            <a:ext cx="7924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mbria"/>
              <a:buNone/>
              <a:defRPr sz="24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9" name="Google Shape;29;p17"/>
          <p:cNvSpPr txBox="1">
            <a:spLocks noGrp="1"/>
          </p:cNvSpPr>
          <p:nvPr>
            <p:ph type="body" idx="1"/>
          </p:nvPr>
        </p:nvSpPr>
        <p:spPr>
          <a:xfrm>
            <a:off x="914400" y="1752600"/>
            <a:ext cx="8001000" cy="44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0" name="Google Shape;30;p17"/>
          <p:cNvSpPr txBox="1"/>
          <p:nvPr/>
        </p:nvSpPr>
        <p:spPr>
          <a:xfrm>
            <a:off x="2804329" y="0"/>
            <a:ext cx="6339671" cy="369332"/>
          </a:xfrm>
          <a:prstGeom prst="rect">
            <a:avLst/>
          </a:prstGeom>
          <a:noFill/>
          <a:ln w="50800" cap="flat" cmpd="dbl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Science and Engineering (CSE)</a:t>
            </a:r>
            <a:endParaRPr sz="1700"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8"/>
          <p:cNvSpPr txBox="1">
            <a:spLocks noGrp="1"/>
          </p:cNvSpPr>
          <p:nvPr>
            <p:ph type="body" idx="1"/>
          </p:nvPr>
        </p:nvSpPr>
        <p:spPr>
          <a:xfrm>
            <a:off x="762000" y="1447800"/>
            <a:ext cx="822960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830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sz="22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3" name="Google Shape;33;p18"/>
          <p:cNvSpPr txBox="1">
            <a:spLocks noGrp="1"/>
          </p:cNvSpPr>
          <p:nvPr>
            <p:ph type="body" idx="2"/>
          </p:nvPr>
        </p:nvSpPr>
        <p:spPr>
          <a:xfrm>
            <a:off x="1066800" y="609600"/>
            <a:ext cx="7924800" cy="685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228600" algn="ctr" rtl="0">
              <a:spcBef>
                <a:spcPts val="64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Arial"/>
              <a:buNone/>
              <a:defRPr sz="3200" b="1" i="0" u="none" strike="noStrike" cap="none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4" name="Google Shape;34;p18"/>
          <p:cNvSpPr txBox="1"/>
          <p:nvPr/>
        </p:nvSpPr>
        <p:spPr>
          <a:xfrm>
            <a:off x="2804329" y="87868"/>
            <a:ext cx="6187271" cy="369332"/>
          </a:xfrm>
          <a:prstGeom prst="rect">
            <a:avLst/>
          </a:prstGeom>
          <a:noFill/>
          <a:ln w="50800" cap="flat" cmpd="dbl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and Communication Engineering (CCE)</a:t>
            </a:r>
            <a:endParaRPr sz="1700"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7" name="Google Shape;37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" name="Google Shape;38;p19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9" name="Google Shape;39;p19"/>
          <p:cNvSpPr>
            <a:spLocks noGrp="1"/>
          </p:cNvSpPr>
          <p:nvPr>
            <p:ph type="pic" idx="2"/>
          </p:nvPr>
        </p:nvSpPr>
        <p:spPr>
          <a:xfrm>
            <a:off x="2895600" y="1371600"/>
            <a:ext cx="6019800" cy="4724400"/>
          </a:xfrm>
          <a:prstGeom prst="rect">
            <a:avLst/>
          </a:prstGeom>
          <a:noFill/>
          <a:ln>
            <a:noFill/>
          </a:ln>
        </p:spPr>
      </p:sp>
      <p:sp>
        <p:nvSpPr>
          <p:cNvPr id="40" name="Google Shape;40;p19"/>
          <p:cNvSpPr txBox="1">
            <a:spLocks noGrp="1"/>
          </p:cNvSpPr>
          <p:nvPr>
            <p:ph type="body" idx="1"/>
          </p:nvPr>
        </p:nvSpPr>
        <p:spPr>
          <a:xfrm>
            <a:off x="228600" y="1371600"/>
            <a:ext cx="2590800" cy="47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1" name="Google Shape;41;p19"/>
          <p:cNvSpPr txBox="1"/>
          <p:nvPr/>
        </p:nvSpPr>
        <p:spPr>
          <a:xfrm>
            <a:off x="2804328" y="87868"/>
            <a:ext cx="6339671" cy="369332"/>
          </a:xfrm>
          <a:prstGeom prst="rect">
            <a:avLst/>
          </a:prstGeom>
          <a:noFill/>
          <a:ln w="50800" cap="flat" cmpd="dbl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Science and Engineering (CSE)</a:t>
            </a:r>
            <a:endParaRPr sz="1700"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0"/>
          <p:cNvSpPr txBox="1">
            <a:spLocks noGrp="1"/>
          </p:cNvSpPr>
          <p:nvPr>
            <p:ph type="body" idx="1"/>
          </p:nvPr>
        </p:nvSpPr>
        <p:spPr>
          <a:xfrm>
            <a:off x="609600" y="1524000"/>
            <a:ext cx="83058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" name="Google Shape;44;p20"/>
          <p:cNvSpPr txBox="1">
            <a:spLocks noGrp="1"/>
          </p:cNvSpPr>
          <p:nvPr>
            <p:ph type="body" idx="2"/>
          </p:nvPr>
        </p:nvSpPr>
        <p:spPr>
          <a:xfrm>
            <a:off x="1066800" y="533400"/>
            <a:ext cx="7848600" cy="685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228600" algn="ctr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5" name="Google Shape;45;p20"/>
          <p:cNvSpPr txBox="1"/>
          <p:nvPr/>
        </p:nvSpPr>
        <p:spPr>
          <a:xfrm>
            <a:off x="3009795" y="0"/>
            <a:ext cx="6058005" cy="353943"/>
          </a:xfrm>
          <a:prstGeom prst="rect">
            <a:avLst/>
          </a:prstGeom>
          <a:solidFill>
            <a:srgbClr val="632423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Department of Computer and Communicationq Engineering (CCE)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8" name="Google Shape;48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9" name="Google Shape;49;p21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0" name="Google Shape;50;p21"/>
          <p:cNvSpPr txBox="1"/>
          <p:nvPr/>
        </p:nvSpPr>
        <p:spPr>
          <a:xfrm>
            <a:off x="2804328" y="87868"/>
            <a:ext cx="6339671" cy="369332"/>
          </a:xfrm>
          <a:prstGeom prst="rect">
            <a:avLst/>
          </a:prstGeom>
          <a:noFill/>
          <a:ln w="50800" cap="flat" cmpd="dbl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Science and Engineering (CSE)</a:t>
            </a:r>
            <a:endParaRPr sz="1700"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2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3" name="Google Shape;53;p22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Google Shape;54;p22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Google Shape;55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" name="Google Shape;56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7" name="Google Shape;57;p22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3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0" name="Google Shape;60;p23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1" name="Google Shape;61;p23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2" name="Google Shape;62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3" name="Google Shape;63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23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4"/>
          <p:cNvSpPr txBox="1">
            <a:spLocks noGrp="1"/>
          </p:cNvSpPr>
          <p:nvPr>
            <p:ph type="title"/>
          </p:nvPr>
        </p:nvSpPr>
        <p:spPr>
          <a:xfrm>
            <a:off x="304800" y="13716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mbria"/>
              <a:buNone/>
              <a:defRPr sz="44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7" name="Google Shape;67;p24"/>
          <p:cNvSpPr txBox="1">
            <a:spLocks noGrp="1"/>
          </p:cNvSpPr>
          <p:nvPr>
            <p:ph type="body" idx="1"/>
          </p:nvPr>
        </p:nvSpPr>
        <p:spPr>
          <a:xfrm rot="5400000">
            <a:off x="2286000" y="228600"/>
            <a:ext cx="4267200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8" name="Google Shape;68;p2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9" name="Google Shape;69;p2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0" name="Google Shape;70;p24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5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mbria"/>
              <a:buNone/>
              <a:defRPr sz="44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3" name="Google Shape;73;p25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4" name="Google Shape;74;p2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5" name="Google Shape;75;p2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6" name="Google Shape;76;p25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ext and Clip Art" type="txAndClipArt">
  <p:cSld name="TEXT_AND_CLIPAR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6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mbria"/>
              <a:buNone/>
              <a:defRPr sz="44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9" name="Google Shape;79;p26"/>
          <p:cNvSpPr txBox="1">
            <a:spLocks noGrp="1"/>
          </p:cNvSpPr>
          <p:nvPr>
            <p:ph type="body" idx="1"/>
          </p:nvPr>
        </p:nvSpPr>
        <p:spPr>
          <a:xfrm>
            <a:off x="685800" y="1524000"/>
            <a:ext cx="38862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0" name="Google Shape;80;p26"/>
          <p:cNvSpPr>
            <a:spLocks noGrp="1"/>
          </p:cNvSpPr>
          <p:nvPr>
            <p:ph type="clipArt" idx="2"/>
          </p:nvPr>
        </p:nvSpPr>
        <p:spPr>
          <a:xfrm>
            <a:off x="4724400" y="1524000"/>
            <a:ext cx="3886200" cy="4648200"/>
          </a:xfrm>
          <a:prstGeom prst="rect">
            <a:avLst/>
          </a:prstGeom>
          <a:noFill/>
          <a:ln>
            <a:noFill/>
          </a:ln>
        </p:spPr>
      </p:sp>
      <p:sp>
        <p:nvSpPr>
          <p:cNvPr id="81" name="Google Shape;81;p26"/>
          <p:cNvSpPr txBox="1">
            <a:spLocks noGrp="1"/>
          </p:cNvSpPr>
          <p:nvPr>
            <p:ph type="dt" idx="10"/>
          </p:nvPr>
        </p:nvSpPr>
        <p:spPr>
          <a:xfrm>
            <a:off x="685800" y="6248400"/>
            <a:ext cx="2362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2" name="Google Shape;82;p26"/>
          <p:cNvSpPr txBox="1">
            <a:spLocks noGrp="1"/>
          </p:cNvSpPr>
          <p:nvPr>
            <p:ph type="ftr" idx="11"/>
          </p:nvPr>
        </p:nvSpPr>
        <p:spPr>
          <a:xfrm>
            <a:off x="2743200" y="6553200"/>
            <a:ext cx="3810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3" name="Google Shape;83;p26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8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28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93" name="Google Shape;93;p2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2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2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9" name="Google Shape;99;p2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2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2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0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30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5" name="Google Shape;105;p3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3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3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3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11" name="Google Shape;111;p31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12" name="Google Shape;112;p3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3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3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32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18" name="Google Shape;118;p32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19" name="Google Shape;119;p32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20" name="Google Shape;120;p32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21" name="Google Shape;121;p3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3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3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3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3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3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3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3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5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35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36" name="Google Shape;136;p35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37" name="Google Shape;137;p3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3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3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6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36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43" name="Google Shape;143;p36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44" name="Google Shape;144;p3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3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3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37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0" name="Google Shape;150;p3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3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3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8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38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6" name="Google Shape;156;p3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3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3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hyperlink" Target="http://www.google.co.in/url?sa=i&amp;rct=j&amp;q=&amp;esrc=s&amp;source=images&amp;cd=&amp;cad=rja&amp;docid=Yol378O-s-lkMM&amp;tbnid=OLCbrS9PtZY4xM:&amp;ved=0CAUQjRw&amp;url=http://www.vidyavision.com/universities.asp?page=2&amp;ei=AFmwUobeKoL-iAf-44CwBQ&amp;psig=AFQjCNGRiFfOFz-wmZM6WF05bau8z5zqnw&amp;ust=1387374581297603" TargetMode="Externa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1" name="Google Shape;11;p13"/>
          <p:cNvCxnSpPr/>
          <p:nvPr/>
        </p:nvCxnSpPr>
        <p:spPr>
          <a:xfrm>
            <a:off x="0" y="6400800"/>
            <a:ext cx="9144000" cy="0"/>
          </a:xfrm>
          <a:prstGeom prst="straightConnector1">
            <a:avLst/>
          </a:prstGeom>
          <a:noFill/>
          <a:ln w="88900" cap="flat" cmpd="thickThin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2" name="Google Shape;12;p13" descr="https://encrypted-tbn3.gstatic.com/images?q=tbn:ANd9GcTyg3Gq4WoxkxO75aZWNEjYFvavmMfWdiMvs57jpDF8YRR3yCybqQ">
            <a:hlinkClick r:id="rId15"/>
          </p:cNvPr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152400" y="152400"/>
            <a:ext cx="768000" cy="121920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6" name="Google Shape;86;p2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7" name="Google Shape;87;p2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8" name="Google Shape;88;p2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9" name="Google Shape;89;p2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8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8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PJRSu0Vf0r0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jpg"/><Relationship Id="rId5" Type="http://schemas.openxmlformats.org/officeDocument/2006/relationships/hyperlink" Target="https://www.youtube.com/watch?v=zDkD0liU_1g" TargetMode="External"/><Relationship Id="rId4" Type="http://schemas.openxmlformats.org/officeDocument/2006/relationships/hyperlink" Target="https://www.youtube.com/watch?v=zhKu0lQW0a8&amp;list=PLFW6lRTa1g83LYdhDkUQfkXs7EbMBwYuF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lide Number Placeholder 2"/>
          <p:cNvSpPr txBox="1">
            <a:spLocks/>
          </p:cNvSpPr>
          <p:nvPr/>
        </p:nvSpPr>
        <p:spPr>
          <a:xfrm>
            <a:off x="6572250" y="5738813"/>
            <a:ext cx="20574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 dirty="0"/>
          </a:p>
        </p:txBody>
      </p: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V="1">
            <a:off x="7130143" y="5312160"/>
            <a:ext cx="968829" cy="868205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685800">
              <a:defRPr/>
            </a:pPr>
            <a:endParaRPr lang="en-ID" sz="1350" kern="0">
              <a:solidFill>
                <a:srgbClr val="FFFFFF"/>
              </a:solidFill>
              <a:latin typeface="Calibri" panose="020F0502020204030204"/>
            </a:endParaRPr>
          </a:p>
        </p:txBody>
      </p:sp>
      <p:graphicFrame>
        <p:nvGraphicFramePr>
          <p:cNvPr id="48" name="Object 47">
            <a:extLst>
              <a:ext uri="{FF2B5EF4-FFF2-40B4-BE49-F238E27FC236}">
                <a16:creationId xmlns:a16="http://schemas.microsoft.com/office/drawing/2014/main" id="{CAD0D7B8-E462-453C-B296-CA0154FA54A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3695609"/>
          <a:ext cx="2685609" cy="25595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2" imgW="2169000" imgH="2169360" progId="">
                  <p:embed/>
                </p:oleObj>
              </mc:Choice>
              <mc:Fallback>
                <p:oleObj name="CorelDRAW" r:id="rId2" imgW="2169000" imgH="2169360" progId="">
                  <p:embed/>
                  <p:pic>
                    <p:nvPicPr>
                      <p:cNvPr id="48" name="Object 47">
                        <a:extLst>
                          <a:ext uri="{FF2B5EF4-FFF2-40B4-BE49-F238E27FC236}">
                            <a16:creationId xmlns:a16="http://schemas.microsoft.com/office/drawing/2014/main" id="{CAD0D7B8-E462-453C-B296-CA0154FA54A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lum bright="76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3695609"/>
                        <a:ext cx="2685609" cy="255958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" name="Rectangle 44"/>
          <p:cNvSpPr/>
          <p:nvPr/>
        </p:nvSpPr>
        <p:spPr>
          <a:xfrm>
            <a:off x="1593056" y="2376394"/>
            <a:ext cx="5122069" cy="1185509"/>
          </a:xfrm>
          <a:prstGeom prst="rect">
            <a:avLst/>
          </a:prstGeom>
          <a:gradFill flip="none" rotWithShape="1">
            <a:gsLst>
              <a:gs pos="15000">
                <a:srgbClr val="FFFFFF">
                  <a:alpha val="34000"/>
                </a:srgbClr>
              </a:gs>
              <a:gs pos="94000">
                <a:srgbClr val="FFFFFF">
                  <a:alpha val="34000"/>
                </a:srgbClr>
              </a:gs>
              <a:gs pos="2655">
                <a:schemeClr val="bg1">
                  <a:alpha val="0"/>
                </a:schemeClr>
              </a:gs>
              <a:gs pos="51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6" name="TextBox 35"/>
          <p:cNvSpPr txBox="1">
            <a:spLocks noChangeArrowheads="1"/>
          </p:cNvSpPr>
          <p:nvPr/>
        </p:nvSpPr>
        <p:spPr bwMode="auto">
          <a:xfrm>
            <a:off x="6567050" y="6037986"/>
            <a:ext cx="3696456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/>
            <a:r>
              <a:rPr lang="en-US" sz="15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DISCOVER . </a:t>
            </a:r>
            <a:r>
              <a:rPr lang="en-US" sz="1500" b="1" dirty="0">
                <a:solidFill>
                  <a:srgbClr val="C00000"/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LEARN</a:t>
            </a:r>
            <a:r>
              <a:rPr lang="en-US" sz="15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 . EMPOWER</a:t>
            </a:r>
            <a:endParaRPr lang="en-US" sz="900" b="1" dirty="0">
              <a:solidFill>
                <a:prstClr val="black"/>
              </a:solidFill>
              <a:latin typeface="Casper" panose="02000506000000020004" pitchFamily="2" charset="0"/>
            </a:endParaRPr>
          </a:p>
          <a:p>
            <a:pPr eaLnBrk="1" hangingPunct="1"/>
            <a:endParaRPr lang="en-US" sz="1200" b="1" dirty="0">
              <a:latin typeface="Casper" panose="02000506000000020004" pitchFamily="2" charset="0"/>
            </a:endParaRPr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838200" y="1458472"/>
            <a:ext cx="7551419" cy="4353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Black"/>
              <a:buNone/>
            </a:pPr>
            <a:r>
              <a:rPr lang="en-US" sz="3600" b="1" dirty="0">
                <a:solidFill>
                  <a:srgbClr val="FF0000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  <a:sym typeface="Arial Black"/>
              </a:rPr>
              <a:t>Chandigarh University </a:t>
            </a:r>
          </a:p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Black"/>
              <a:buNone/>
            </a:pPr>
            <a:r>
              <a:rPr lang="en-US" sz="3600" b="1" dirty="0">
                <a:solidFill>
                  <a:srgbClr val="FF0000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  <a:sym typeface="Arial Black"/>
              </a:rPr>
              <a:t>Department of Mathematics </a:t>
            </a:r>
            <a:endParaRPr lang="en-US" sz="3600" b="0" i="0" u="none" strike="noStrike" cap="none" dirty="0">
              <a:solidFill>
                <a:srgbClr val="FF0000"/>
              </a:solidFill>
              <a:latin typeface="+mj-lt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400" dirty="0">
                <a:solidFill>
                  <a:srgbClr val="002060"/>
                </a:solidFill>
                <a:latin typeface="+mj-lt"/>
                <a:ea typeface="Cambria" panose="02040503050406030204" pitchFamily="18" charset="0"/>
                <a:cs typeface="Calibri" panose="020F0502020204030204" pitchFamily="34" charset="0"/>
                <a:sym typeface="Times New Roman"/>
              </a:rPr>
              <a:t>B.Tech. CSE (Core/DS/IT/CC)</a:t>
            </a:r>
            <a:endParaRPr lang="en-US" sz="2400" b="0" i="0" u="none" strike="noStrike" cap="none" dirty="0">
              <a:solidFill>
                <a:srgbClr val="002060"/>
              </a:solidFill>
              <a:latin typeface="+mj-lt"/>
              <a:ea typeface="Cambria" panose="02040503050406030204" pitchFamily="18" charset="0"/>
              <a:cs typeface="Calibri" panose="020F0502020204030204" pitchFamily="34" charset="0"/>
              <a:sym typeface="Times New Roman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400" b="0" i="0" u="none" strike="noStrike" cap="none" dirty="0">
                <a:solidFill>
                  <a:srgbClr val="002060"/>
                </a:solidFill>
                <a:latin typeface="+mj-lt"/>
                <a:ea typeface="Cambria" panose="02040503050406030204" pitchFamily="18" charset="0"/>
                <a:cs typeface="Calibri" panose="020F0502020204030204" pitchFamily="34" charset="0"/>
                <a:sym typeface="Times New Roman"/>
              </a:rPr>
              <a:t>Semester-</a:t>
            </a:r>
            <a:r>
              <a:rPr lang="en-US" sz="2400" dirty="0">
                <a:solidFill>
                  <a:srgbClr val="002060"/>
                </a:solidFill>
                <a:latin typeface="+mj-lt"/>
                <a:ea typeface="Cambria" panose="02040503050406030204" pitchFamily="18" charset="0"/>
                <a:cs typeface="Calibri" panose="020F0502020204030204" pitchFamily="34" charset="0"/>
                <a:sym typeface="Times New Roman"/>
              </a:rPr>
              <a:t>3</a:t>
            </a:r>
            <a:endParaRPr lang="en-US" sz="1000" b="0" i="0" u="none" strike="noStrike" cap="none" dirty="0">
              <a:solidFill>
                <a:srgbClr val="002060"/>
              </a:solidFill>
              <a:latin typeface="+mj-lt"/>
              <a:ea typeface="Cambria" panose="02040503050406030204" pitchFamily="18" charset="0"/>
              <a:cs typeface="Calibri" panose="020F0502020204030204" pitchFamily="34" charset="0"/>
              <a:sym typeface="Arial"/>
            </a:endParaRPr>
          </a:p>
          <a:p>
            <a:pPr algn="ctr">
              <a:lnSpc>
                <a:spcPct val="90000"/>
              </a:lnSpc>
              <a:spcBef>
                <a:spcPts val="980"/>
              </a:spcBef>
              <a:buClr>
                <a:srgbClr val="000000"/>
              </a:buClr>
              <a:buSzPts val="2300"/>
            </a:pPr>
            <a:r>
              <a:rPr lang="en-US" sz="2400" b="0" i="0" u="none" strike="noStrike" cap="none" dirty="0">
                <a:solidFill>
                  <a:srgbClr val="002060"/>
                </a:solidFill>
                <a:latin typeface="+mj-lt"/>
                <a:ea typeface="Cambria" panose="02040503050406030204" pitchFamily="18" charset="0"/>
                <a:cs typeface="Calibri" panose="020F0502020204030204" pitchFamily="34" charset="0"/>
                <a:sym typeface="Times New Roman"/>
              </a:rPr>
              <a:t>Subject Code:25MTT-202</a:t>
            </a:r>
          </a:p>
          <a:p>
            <a:pPr algn="ctr">
              <a:lnSpc>
                <a:spcPct val="90000"/>
              </a:lnSpc>
              <a:spcBef>
                <a:spcPts val="980"/>
              </a:spcBef>
              <a:buClr>
                <a:srgbClr val="000000"/>
              </a:buClr>
              <a:buSzPts val="2300"/>
            </a:pPr>
            <a:r>
              <a:rPr lang="en-US" sz="2400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Discrete Mathematics</a:t>
            </a:r>
            <a:endParaRPr lang="en-US" sz="2400" dirty="0">
              <a:solidFill>
                <a:srgbClr val="002060"/>
              </a:solidFill>
              <a:latin typeface="+mj-lt"/>
              <a:ea typeface="Cambria" panose="02040503050406030204" pitchFamily="18" charset="0"/>
              <a:cs typeface="Calibri" panose="020F0502020204030204" pitchFamily="34" charset="0"/>
              <a:sym typeface="Times New Roman"/>
            </a:endParaRPr>
          </a:p>
          <a:p>
            <a:pPr algn="ctr">
              <a:lnSpc>
                <a:spcPct val="90000"/>
              </a:lnSpc>
              <a:spcBef>
                <a:spcPts val="980"/>
              </a:spcBef>
              <a:buSzPts val="2300"/>
            </a:pPr>
            <a:r>
              <a:rPr lang="en-US" sz="2400" dirty="0">
                <a:solidFill>
                  <a:srgbClr val="002060"/>
                </a:solidFill>
                <a:ea typeface="Cambria" panose="02040503050406030204" pitchFamily="18" charset="0"/>
                <a:cs typeface="Calibri" panose="020F0502020204030204" pitchFamily="34" charset="0"/>
              </a:rPr>
              <a:t>Unit-2 (Chapter-</a:t>
            </a:r>
            <a:r>
              <a:rPr lang="en-US" sz="2400" b="1" dirty="0">
                <a:solidFill>
                  <a:srgbClr val="002060"/>
                </a:solidFill>
                <a:ea typeface="Cambria" panose="02040503050406030204" pitchFamily="18" charset="0"/>
                <a:cs typeface="Times New Roman" panose="02020603050405020304" pitchFamily="18" charset="0"/>
              </a:rPr>
              <a:t> 2.1.2)</a:t>
            </a:r>
            <a:endParaRPr lang="en-US" sz="2400" kern="100" dirty="0">
              <a:solidFill>
                <a:srgbClr val="002060"/>
              </a:solidFill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algn="ctr" defTabSz="466725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b="1" dirty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Dr. SARTAJ</a:t>
            </a:r>
          </a:p>
          <a:p>
            <a:pPr algn="ctr" defTabSz="466725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2400" b="1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image2.jpg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7E996201-B665-1C65-47F5-CF0B3A1C6A7B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37753" y="147596"/>
            <a:ext cx="3110606" cy="1313342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1385255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"/>
          <p:cNvSpPr txBox="1">
            <a:spLocks noGrp="1"/>
          </p:cNvSpPr>
          <p:nvPr>
            <p:ph type="ctrTitle"/>
          </p:nvPr>
        </p:nvSpPr>
        <p:spPr>
          <a:xfrm>
            <a:off x="3581400" y="228600"/>
            <a:ext cx="4112441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mbria"/>
              <a:buNone/>
            </a:pPr>
            <a:r>
              <a:rPr lang="en-US" dirty="0">
                <a:solidFill>
                  <a:srgbClr val="FF0000"/>
                </a:solidFill>
                <a:latin typeface="+mj-lt"/>
              </a:rPr>
              <a:t>CO mappings</a:t>
            </a:r>
            <a:endParaRPr dirty="0">
              <a:solidFill>
                <a:srgbClr val="FF0000"/>
              </a:solidFill>
              <a:latin typeface="+mj-lt"/>
            </a:endParaRPr>
          </a:p>
        </p:txBody>
      </p:sp>
      <p:pic>
        <p:nvPicPr>
          <p:cNvPr id="176" name="Google Shape;176;p2" descr="A red and black text on a white background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40CDDA6-98BC-7AF9-E703-0C24F69350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1676400"/>
            <a:ext cx="8534400" cy="403178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AA2250C-970C-8B81-CD6B-892C1690A5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9959" y="381000"/>
            <a:ext cx="4775124" cy="1137008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+mj-lt"/>
              </a:rPr>
              <a:t>CO-PO </a:t>
            </a:r>
            <a:r>
              <a:rPr lang="en-US" dirty="0">
                <a:solidFill>
                  <a:srgbClr val="FF0000"/>
                </a:solidFill>
              </a:rPr>
              <a:t>mappings</a:t>
            </a:r>
            <a:endParaRPr lang="en-US" dirty="0">
              <a:solidFill>
                <a:srgbClr val="FF0000"/>
              </a:solidFill>
              <a:latin typeface="+mj-lt"/>
            </a:endParaRPr>
          </a:p>
        </p:txBody>
      </p:sp>
      <p:pic>
        <p:nvPicPr>
          <p:cNvPr id="6" name="image2.jpg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EFC81FA9-8738-F083-3048-A7683816CC3C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52400" y="22408"/>
            <a:ext cx="2971800" cy="1425391"/>
          </a:xfrm>
          <a:prstGeom prst="rect">
            <a:avLst/>
          </a:prstGeom>
          <a:ln/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3C85ACC-20E4-728F-39A5-6AA21150321A}"/>
              </a:ext>
            </a:extLst>
          </p:cNvPr>
          <p:cNvSpPr txBox="1"/>
          <p:nvPr/>
        </p:nvSpPr>
        <p:spPr>
          <a:xfrm>
            <a:off x="664536" y="5456872"/>
            <a:ext cx="80984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329565">
              <a:buNone/>
            </a:pPr>
            <a:r>
              <a:rPr lang="en-IN" sz="1600" b="1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</a:rPr>
              <a:t>Note: </a:t>
            </a:r>
            <a:r>
              <a:rPr lang="en-IN" sz="16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</a:rPr>
              <a:t>Degree of relevance/correlation: 1-Low, 2-Medium, 3-High, Blank or ‘- ‘- Nil</a:t>
            </a:r>
            <a:r>
              <a:rPr lang="en-I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endParaRPr lang="en-IN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7136AD0-68B4-9895-2CB4-1669BB7A58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402" y="1758592"/>
            <a:ext cx="8485598" cy="358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1586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4"/>
          <p:cNvSpPr txBox="1">
            <a:spLocks noGrp="1"/>
          </p:cNvSpPr>
          <p:nvPr>
            <p:ph type="title"/>
          </p:nvPr>
        </p:nvSpPr>
        <p:spPr>
          <a:xfrm>
            <a:off x="3041146" y="271186"/>
            <a:ext cx="5651387" cy="711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975" rIns="0" bIns="0" anchor="t" anchorCtr="0">
            <a:spAutoFit/>
          </a:bodyPr>
          <a:lstStyle/>
          <a:p>
            <a:pPr marL="25168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Calibri"/>
              <a:buNone/>
            </a:pPr>
            <a:r>
              <a:rPr lang="en-US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Topics Overview </a:t>
            </a:r>
            <a:endParaRPr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4"/>
          <p:cNvSpPr txBox="1">
            <a:spLocks noGrp="1"/>
          </p:cNvSpPr>
          <p:nvPr>
            <p:ph type="sldNum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25168" lvl="0" indent="0" algn="r" rtl="0">
              <a:lnSpc>
                <a:spcPct val="111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FFFFFF"/>
                </a:solidFill>
              </a:rPr>
              <a:t>4</a:t>
            </a:fld>
            <a:r>
              <a:rPr lang="en-US">
                <a:solidFill>
                  <a:srgbClr val="FFFFFF"/>
                </a:solidFill>
              </a:rPr>
              <a:t> / 15</a:t>
            </a:r>
            <a:endParaRPr/>
          </a:p>
        </p:txBody>
      </p:sp>
      <p:sp>
        <p:nvSpPr>
          <p:cNvPr id="198" name="Google Shape;198;p4"/>
          <p:cNvSpPr txBox="1"/>
          <p:nvPr/>
        </p:nvSpPr>
        <p:spPr>
          <a:xfrm>
            <a:off x="838199" y="1873589"/>
            <a:ext cx="7802563" cy="3785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Cartesian Product</a:t>
            </a:r>
            <a:endParaRPr lang="en-US"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Venn- Diagrams</a:t>
            </a:r>
            <a:endParaRPr dirty="0"/>
          </a:p>
          <a:p>
            <a:pPr marL="2857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Conclusions </a:t>
            </a:r>
            <a:endParaRPr dirty="0"/>
          </a:p>
          <a:p>
            <a:pPr marL="2857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Video links </a:t>
            </a:r>
            <a:endParaRPr dirty="0"/>
          </a:p>
          <a:p>
            <a:pPr marL="2857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References 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9" name="Google Shape;199;p4" descr="A red and black text on a white background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>
          <a:extLst>
            <a:ext uri="{FF2B5EF4-FFF2-40B4-BE49-F238E27FC236}">
              <a16:creationId xmlns:a16="http://schemas.microsoft.com/office/drawing/2014/main" id="{77E62DF5-3AFC-90C9-7602-AC6589BCFD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7">
            <a:extLst>
              <a:ext uri="{FF2B5EF4-FFF2-40B4-BE49-F238E27FC236}">
                <a16:creationId xmlns:a16="http://schemas.microsoft.com/office/drawing/2014/main" id="{BC710966-EDA8-3CB2-F52C-E41164FB4AC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93269" y="226698"/>
            <a:ext cx="5347494" cy="1388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975" rIns="0" bIns="0" anchor="t" anchorCtr="0">
            <a:spAutoFit/>
          </a:bodyPr>
          <a:lstStyle/>
          <a:p>
            <a:pPr marL="25168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Calibri"/>
              <a:buNone/>
            </a:pPr>
            <a:r>
              <a:rPr lang="en-US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Cartesian Product of Two Sets</a:t>
            </a:r>
            <a:endParaRPr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7">
            <a:extLst>
              <a:ext uri="{FF2B5EF4-FFF2-40B4-BE49-F238E27FC236}">
                <a16:creationId xmlns:a16="http://schemas.microsoft.com/office/drawing/2014/main" id="{7A8A0E0D-4CBC-FF05-6137-7994D85FEE8A}"/>
              </a:ext>
            </a:extLst>
          </p:cNvPr>
          <p:cNvSpPr txBox="1">
            <a:spLocks noGrp="1"/>
          </p:cNvSpPr>
          <p:nvPr>
            <p:ph type="sldNum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25168" lvl="0" indent="0" algn="r" rtl="0">
              <a:lnSpc>
                <a:spcPct val="111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FFFFFF"/>
                </a:solidFill>
              </a:rPr>
              <a:t>5</a:t>
            </a:fld>
            <a:r>
              <a:rPr lang="en-US">
                <a:solidFill>
                  <a:srgbClr val="FFFFFF"/>
                </a:solidFill>
              </a:rPr>
              <a:t> / 15</a:t>
            </a:r>
            <a:endParaRPr/>
          </a:p>
        </p:txBody>
      </p:sp>
      <p:sp>
        <p:nvSpPr>
          <p:cNvPr id="244" name="Google Shape;244;p7">
            <a:extLst>
              <a:ext uri="{FF2B5EF4-FFF2-40B4-BE49-F238E27FC236}">
                <a16:creationId xmlns:a16="http://schemas.microsoft.com/office/drawing/2014/main" id="{7F75AD7E-7A29-BB26-0E2B-AA399C484C67}"/>
              </a:ext>
            </a:extLst>
          </p:cNvPr>
          <p:cNvSpPr txBox="1"/>
          <p:nvPr/>
        </p:nvSpPr>
        <p:spPr>
          <a:xfrm>
            <a:off x="628650" y="1642076"/>
            <a:ext cx="8012113" cy="26958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9450" rIns="0" bIns="0" anchor="t" anchorCtr="0">
            <a:spAutoFit/>
          </a:bodyPr>
          <a:lstStyle/>
          <a:p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Definition: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The Cartesian product A × B consists of ordered pairs (a, b), where a ∈ A and b ∈ B.</a:t>
            </a:r>
          </a:p>
          <a:p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If A = {x, y} and B = {1,2}, then </a:t>
            </a: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× B = {(x,1), (x,2), (y,1), (y,2)}</a:t>
            </a:r>
          </a:p>
          <a:p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Applications: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Used in databases, relations, coordinate systems.</a:t>
            </a:r>
          </a:p>
        </p:txBody>
      </p:sp>
      <p:sp>
        <p:nvSpPr>
          <p:cNvPr id="254" name="Google Shape;254;p7">
            <a:extLst>
              <a:ext uri="{FF2B5EF4-FFF2-40B4-BE49-F238E27FC236}">
                <a16:creationId xmlns:a16="http://schemas.microsoft.com/office/drawing/2014/main" id="{3728C034-6955-E00B-96D6-86052D90DED8}"/>
              </a:ext>
            </a:extLst>
          </p:cNvPr>
          <p:cNvSpPr txBox="1"/>
          <p:nvPr/>
        </p:nvSpPr>
        <p:spPr>
          <a:xfrm>
            <a:off x="6060503" y="6667236"/>
            <a:ext cx="144710" cy="141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57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89" u="sng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ns</a:t>
            </a:r>
            <a:endParaRPr sz="1189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7">
            <a:extLst>
              <a:ext uri="{FF2B5EF4-FFF2-40B4-BE49-F238E27FC236}">
                <a16:creationId xmlns:a16="http://schemas.microsoft.com/office/drawing/2014/main" id="{A9AF0916-CDA4-6C45-397D-2C083AAB6C57}"/>
              </a:ext>
            </a:extLst>
          </p:cNvPr>
          <p:cNvSpPr txBox="1"/>
          <p:nvPr/>
        </p:nvSpPr>
        <p:spPr>
          <a:xfrm>
            <a:off x="-20972" y="6642068"/>
            <a:ext cx="6106766" cy="1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5168" marR="0" lvl="0" indent="0" algn="l" rtl="0">
              <a:lnSpc>
                <a:spcPct val="11253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8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Dr. Shyam Sumanta Das (Department of	</a:t>
            </a:r>
            <a:r>
              <a:rPr lang="en-US" sz="1189" u="sng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Unit-1: Basic Set Theory, Logic, and Functio</a:t>
            </a:r>
            <a:endParaRPr sz="1189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6" name="Google Shape;256;p7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E7842961-8508-2E23-FE36-861AEBD30B6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73610980"/>
      </p:ext>
    </p:extLst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8"/>
          <p:cNvSpPr txBox="1">
            <a:spLocks noGrp="1"/>
          </p:cNvSpPr>
          <p:nvPr>
            <p:ph type="title"/>
          </p:nvPr>
        </p:nvSpPr>
        <p:spPr>
          <a:xfrm>
            <a:off x="3193264" y="370665"/>
            <a:ext cx="5296267" cy="711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975" rIns="0" bIns="0" anchor="t" anchorCtr="0">
            <a:spAutoFit/>
          </a:bodyPr>
          <a:lstStyle/>
          <a:p>
            <a:pPr marL="25168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Calibri"/>
              <a:buNone/>
            </a:pPr>
            <a:r>
              <a:rPr lang="en-US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Venn Diagrams</a:t>
            </a:r>
            <a:endParaRPr dirty="0">
              <a:solidFill>
                <a:srgbClr val="FF0000"/>
              </a:solidFill>
            </a:endParaRPr>
          </a:p>
        </p:txBody>
      </p:sp>
      <p:sp>
        <p:nvSpPr>
          <p:cNvPr id="262" name="Google Shape;262;p8"/>
          <p:cNvSpPr txBox="1">
            <a:spLocks noGrp="1"/>
          </p:cNvSpPr>
          <p:nvPr>
            <p:ph type="sldNum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25168" lvl="0" indent="0" algn="r" rtl="0">
              <a:lnSpc>
                <a:spcPct val="111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FFFFFF"/>
                </a:solidFill>
              </a:rPr>
              <a:t>6</a:t>
            </a:fld>
            <a:r>
              <a:rPr lang="en-US">
                <a:solidFill>
                  <a:srgbClr val="FFFFFF"/>
                </a:solidFill>
              </a:rPr>
              <a:t> / 15</a:t>
            </a:r>
            <a:endParaRPr/>
          </a:p>
        </p:txBody>
      </p:sp>
      <p:pic>
        <p:nvPicPr>
          <p:cNvPr id="275" name="Google Shape;275;p8" descr="A red and black text on a white background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21E7CE3-3C3D-F46A-83E9-1EE634A32ECE}"/>
              </a:ext>
            </a:extLst>
          </p:cNvPr>
          <p:cNvSpPr txBox="1"/>
          <p:nvPr/>
        </p:nvSpPr>
        <p:spPr>
          <a:xfrm>
            <a:off x="464344" y="2364581"/>
            <a:ext cx="4313140" cy="2799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8068" marR="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Visual representation of sets</a:t>
            </a:r>
          </a:p>
          <a:p>
            <a:pPr marL="368068" marR="10067" lvl="0" indent="-342900" algn="l" rtl="0">
              <a:lnSpc>
                <a:spcPct val="113199"/>
              </a:lnSpc>
              <a:spcBef>
                <a:spcPts val="317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Useful for explaining operations like union, intersection, etc. Example:</a:t>
            </a:r>
            <a:r>
              <a:rPr lang="en-US" sz="2200" dirty="0">
                <a:latin typeface="Calibri"/>
                <a:ea typeface="Calibri"/>
                <a:cs typeface="Calibri"/>
                <a:sym typeface="Calibri"/>
              </a:rPr>
              <a:t> </a:t>
            </a:r>
          </a:p>
          <a:p>
            <a:pPr marL="25168" marR="10067" lvl="0" algn="l" rtl="0">
              <a:lnSpc>
                <a:spcPct val="113199"/>
              </a:lnSpc>
              <a:spcBef>
                <a:spcPts val="317"/>
              </a:spcBef>
              <a:spcAft>
                <a:spcPts val="0"/>
              </a:spcAft>
            </a:pPr>
            <a:r>
              <a:rPr lang="en-US" sz="2200" dirty="0">
                <a:latin typeface="Calibri"/>
                <a:ea typeface="Calibri"/>
                <a:cs typeface="Calibri"/>
                <a:sym typeface="Calibri"/>
              </a:rPr>
              <a:t>        (</a:t>
            </a:r>
            <a:r>
              <a:rPr lang="en-US" sz="2200" dirty="0" err="1"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-US" sz="2200" dirty="0">
                <a:latin typeface="Calibri"/>
                <a:ea typeface="Calibri"/>
                <a:cs typeface="Calibri"/>
                <a:sym typeface="Calibri"/>
              </a:rPr>
              <a:t>) </a:t>
            </a:r>
            <a:r>
              <a:rPr lang="en-US" sz="2200" i="1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US" sz="22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∪ </a:t>
            </a:r>
            <a:r>
              <a:rPr lang="en-US" sz="2200" i="1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 </a:t>
            </a:r>
            <a:r>
              <a:rPr lang="en-US" sz="22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= shaded region of both     circles</a:t>
            </a:r>
          </a:p>
          <a:p>
            <a:pPr marL="573821" marR="0" lvl="0" indent="0" algn="l" rtl="0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(ii) </a:t>
            </a:r>
            <a:r>
              <a:rPr lang="en-US" sz="2200" i="1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US" sz="22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∩ </a:t>
            </a:r>
            <a:r>
              <a:rPr lang="en-US" sz="2200" i="1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 </a:t>
            </a:r>
            <a:r>
              <a:rPr lang="en-US" sz="22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= overlapping area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149627-15DC-2D6D-74E1-A522CCD8353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619"/>
          <a:stretch>
            <a:fillRect/>
          </a:stretch>
        </p:blipFill>
        <p:spPr>
          <a:xfrm>
            <a:off x="4725400" y="2500312"/>
            <a:ext cx="4163763" cy="2664009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>
          <a:extLst>
            <a:ext uri="{FF2B5EF4-FFF2-40B4-BE49-F238E27FC236}">
              <a16:creationId xmlns:a16="http://schemas.microsoft.com/office/drawing/2014/main" id="{2DFF486F-02F3-9C63-8A60-A494E98B4A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8">
            <a:extLst>
              <a:ext uri="{FF2B5EF4-FFF2-40B4-BE49-F238E27FC236}">
                <a16:creationId xmlns:a16="http://schemas.microsoft.com/office/drawing/2014/main" id="{7C4AB5FE-6FED-F373-32CF-3439840E061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93264" y="370665"/>
            <a:ext cx="5296267" cy="711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975" rIns="0" bIns="0" anchor="t" anchorCtr="0">
            <a:spAutoFit/>
          </a:bodyPr>
          <a:lstStyle/>
          <a:p>
            <a:pPr marL="25168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Calibri"/>
              <a:buNone/>
            </a:pPr>
            <a:r>
              <a:rPr lang="en-US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Activity-1</a:t>
            </a:r>
            <a:endParaRPr dirty="0">
              <a:solidFill>
                <a:srgbClr val="FF0000"/>
              </a:solidFill>
            </a:endParaRPr>
          </a:p>
        </p:txBody>
      </p:sp>
      <p:sp>
        <p:nvSpPr>
          <p:cNvPr id="262" name="Google Shape;262;p8">
            <a:extLst>
              <a:ext uri="{FF2B5EF4-FFF2-40B4-BE49-F238E27FC236}">
                <a16:creationId xmlns:a16="http://schemas.microsoft.com/office/drawing/2014/main" id="{D68B5F12-4CDD-53ED-9F4F-A24545600BC0}"/>
              </a:ext>
            </a:extLst>
          </p:cNvPr>
          <p:cNvSpPr txBox="1">
            <a:spLocks noGrp="1"/>
          </p:cNvSpPr>
          <p:nvPr>
            <p:ph type="sldNum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25168" lvl="0" indent="0" algn="r" rtl="0">
              <a:lnSpc>
                <a:spcPct val="111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FFFFFF"/>
                </a:solidFill>
              </a:rPr>
              <a:t>7</a:t>
            </a:fld>
            <a:r>
              <a:rPr lang="en-US">
                <a:solidFill>
                  <a:srgbClr val="FFFFFF"/>
                </a:solidFill>
              </a:rPr>
              <a:t> / 15</a:t>
            </a:r>
            <a:endParaRPr/>
          </a:p>
        </p:txBody>
      </p:sp>
      <p:pic>
        <p:nvPicPr>
          <p:cNvPr id="275" name="Google Shape;275;p8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FAC2B25E-F895-20CA-D610-7BEA709A3CE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2827547-09A0-F6A0-F8B5-8E5E280A9157}"/>
              </a:ext>
            </a:extLst>
          </p:cNvPr>
          <p:cNvSpPr txBox="1"/>
          <p:nvPr/>
        </p:nvSpPr>
        <p:spPr>
          <a:xfrm>
            <a:off x="464343" y="2114547"/>
            <a:ext cx="7565232" cy="22510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Find A x B, A-B, </a:t>
            </a:r>
            <a:r>
              <a:rPr lang="en-US" sz="2400" i="1" dirty="0"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US" sz="2400" dirty="0">
                <a:latin typeface="Calibri"/>
                <a:ea typeface="Calibri"/>
                <a:cs typeface="Calibri"/>
                <a:sym typeface="Calibri"/>
              </a:rPr>
              <a:t>∪ </a:t>
            </a:r>
            <a:r>
              <a:rPr lang="en-US" sz="2400" i="1" dirty="0">
                <a:latin typeface="Calibri"/>
                <a:ea typeface="Calibri"/>
                <a:cs typeface="Calibri"/>
                <a:sym typeface="Calibri"/>
              </a:rPr>
              <a:t>B and</a:t>
            </a: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i="1" dirty="0"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US" sz="2400" dirty="0">
                <a:latin typeface="Calibri"/>
                <a:ea typeface="Calibri"/>
                <a:cs typeface="Calibri"/>
                <a:sym typeface="Calibri"/>
              </a:rPr>
              <a:t>∩ </a:t>
            </a:r>
            <a:r>
              <a:rPr lang="en-US" sz="2400" i="1" dirty="0">
                <a:latin typeface="Calibri"/>
                <a:ea typeface="Calibri"/>
                <a:cs typeface="Calibri"/>
                <a:sym typeface="Calibri"/>
              </a:rPr>
              <a:t>B </a:t>
            </a: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if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{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2, 3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}  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{1,2,3}.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</a:t>
            </a: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Given a set S = {1, 2, 3}, list all its subsets. Also find its power set.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Find cardinality of a set A containing n-elements.</a:t>
            </a:r>
          </a:p>
        </p:txBody>
      </p:sp>
    </p:spTree>
    <p:extLst>
      <p:ext uri="{BB962C8B-B14F-4D97-AF65-F5344CB8AC3E}">
        <p14:creationId xmlns:p14="http://schemas.microsoft.com/office/powerpoint/2010/main" val="3037065987"/>
      </p:ext>
    </p:extLst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9"/>
          <p:cNvSpPr txBox="1">
            <a:spLocks noGrp="1"/>
          </p:cNvSpPr>
          <p:nvPr>
            <p:ph type="title"/>
          </p:nvPr>
        </p:nvSpPr>
        <p:spPr>
          <a:xfrm>
            <a:off x="3095946" y="327916"/>
            <a:ext cx="5267218" cy="711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975" rIns="0" bIns="0" anchor="t" anchorCtr="0">
            <a:spAutoFit/>
          </a:bodyPr>
          <a:lstStyle/>
          <a:p>
            <a:pPr marL="25168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Calibri"/>
              <a:buNone/>
            </a:pPr>
            <a:r>
              <a:rPr lang="en-US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dirty="0">
              <a:solidFill>
                <a:srgbClr val="FF0000"/>
              </a:solidFill>
            </a:endParaRPr>
          </a:p>
        </p:txBody>
      </p:sp>
      <p:sp>
        <p:nvSpPr>
          <p:cNvPr id="281" name="Google Shape;281;p9"/>
          <p:cNvSpPr txBox="1">
            <a:spLocks noGrp="1"/>
          </p:cNvSpPr>
          <p:nvPr>
            <p:ph type="sldNum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25168" lvl="0" indent="0" algn="r" rtl="0">
              <a:lnSpc>
                <a:spcPct val="111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FFFFFF"/>
                </a:solidFill>
              </a:rPr>
              <a:t>8</a:t>
            </a:fld>
            <a:r>
              <a:rPr lang="en-US">
                <a:solidFill>
                  <a:srgbClr val="FFFFFF"/>
                </a:solidFill>
              </a:rPr>
              <a:t> / 15</a:t>
            </a:r>
            <a:endParaRPr/>
          </a:p>
        </p:txBody>
      </p:sp>
      <p:sp>
        <p:nvSpPr>
          <p:cNvPr id="283" name="Google Shape;283;p9"/>
          <p:cNvSpPr txBox="1"/>
          <p:nvPr/>
        </p:nvSpPr>
        <p:spPr>
          <a:xfrm>
            <a:off x="802666" y="1827183"/>
            <a:ext cx="7332397" cy="140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9450" rIns="0" bIns="0" anchor="t" anchorCtr="0">
            <a:spAutoFit/>
          </a:bodyPr>
          <a:lstStyle/>
          <a:p>
            <a:pPr marL="368068" marR="0" lvl="0" indent="-34290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Cartesian Product of two sets are discussed.</a:t>
            </a:r>
            <a:endParaRPr sz="24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ahoma"/>
            </a:endParaRPr>
          </a:p>
          <a:p>
            <a:pPr marL="368068" marR="10067" lvl="0" indent="-342900" algn="just" rtl="0">
              <a:lnSpc>
                <a:spcPct val="125299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Sets operation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using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 Venn diagrams are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given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.</a:t>
            </a:r>
          </a:p>
          <a:p>
            <a:pPr marL="368068" marR="10067" lvl="0" indent="-342900" algn="just" rtl="0">
              <a:lnSpc>
                <a:spcPct val="125299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Their related examples and activities are observed.</a:t>
            </a:r>
            <a:endParaRPr lang="en-US" sz="24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ahoma"/>
            </a:endParaRPr>
          </a:p>
        </p:txBody>
      </p:sp>
      <p:sp>
        <p:nvSpPr>
          <p:cNvPr id="290" name="Google Shape;290;p9"/>
          <p:cNvSpPr txBox="1"/>
          <p:nvPr/>
        </p:nvSpPr>
        <p:spPr>
          <a:xfrm>
            <a:off x="6060503" y="6667236"/>
            <a:ext cx="144710" cy="141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57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89" u="sng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ns</a:t>
            </a:r>
            <a:endParaRPr sz="1189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2" name="Google Shape;292;p9" descr="A red and black text on a white background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9" descr="A red and black text on a white background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2400" y="42513"/>
            <a:ext cx="2971800" cy="14253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0"/>
          <p:cNvSpPr txBox="1">
            <a:spLocks noGrp="1"/>
          </p:cNvSpPr>
          <p:nvPr>
            <p:ph type="ctrTitle"/>
          </p:nvPr>
        </p:nvSpPr>
        <p:spPr>
          <a:xfrm>
            <a:off x="3071813" y="303934"/>
            <a:ext cx="5332448" cy="8056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Cambria"/>
              <a:buNone/>
            </a:pPr>
            <a:r>
              <a:rPr lang="en-US" dirty="0">
                <a:solidFill>
                  <a:srgbClr val="FF0000"/>
                </a:solidFill>
              </a:rPr>
              <a:t>Video Links</a:t>
            </a:r>
            <a:endParaRPr dirty="0">
              <a:solidFill>
                <a:srgbClr val="FF0000"/>
              </a:solidFill>
            </a:endParaRPr>
          </a:p>
        </p:txBody>
      </p:sp>
      <p:sp>
        <p:nvSpPr>
          <p:cNvPr id="299" name="Google Shape;299;p10"/>
          <p:cNvSpPr/>
          <p:nvPr/>
        </p:nvSpPr>
        <p:spPr>
          <a:xfrm>
            <a:off x="4876931" y="761137"/>
            <a:ext cx="6096000" cy="17543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1" i="0" u="sng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1" u="sng">
              <a:solidFill>
                <a:schemeClr val="dk1"/>
              </a:solidFill>
              <a:latin typeface="Arial"/>
              <a:ea typeface="Arial"/>
              <a:cs typeface="Arial"/>
              <a:sym typeface="Arial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1" i="0" u="sng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1" u="sng">
              <a:solidFill>
                <a:schemeClr val="dk1"/>
              </a:solidFill>
              <a:latin typeface="Arial"/>
              <a:ea typeface="Arial"/>
              <a:cs typeface="Arial"/>
              <a:sym typeface="Arial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1" i="0" u="sng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1" u="sng">
              <a:solidFill>
                <a:schemeClr val="dk1"/>
              </a:solidFill>
              <a:latin typeface="Arial"/>
              <a:ea typeface="Arial"/>
              <a:cs typeface="Arial"/>
              <a:sym typeface="Arial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300" name="Google Shape;300;p10"/>
          <p:cNvSpPr txBox="1"/>
          <p:nvPr/>
        </p:nvSpPr>
        <p:spPr>
          <a:xfrm>
            <a:off x="1219331" y="1902083"/>
            <a:ext cx="5790939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u="sng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https://www.youtube.com/watch?v=zhKu0lQW0a8&amp;list=PLFW6lRTa1g83LYdhDkUQfkXs7EbMBwYuF</a:t>
            </a:r>
            <a:endParaRPr sz="1800" dirty="0">
              <a:solidFill>
                <a:schemeClr val="bg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dirty="0">
              <a:solidFill>
                <a:schemeClr val="bg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Calibri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https://www.youtube.com/watch?v=zDkD0liU_1g</a:t>
            </a:r>
            <a:r>
              <a:rPr lang="en-US" sz="1800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dirty="0">
              <a:solidFill>
                <a:schemeClr val="bg2"/>
              </a:solidFill>
            </a:endParaRPr>
          </a:p>
        </p:txBody>
      </p:sp>
      <p:pic>
        <p:nvPicPr>
          <p:cNvPr id="301" name="Google Shape;301;p10" descr="A red and black text on a white background&#10;&#10;AI-generated content may be incorrect.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1"/>
          <p:cNvSpPr txBox="1">
            <a:spLocks noGrp="1"/>
          </p:cNvSpPr>
          <p:nvPr>
            <p:ph type="ctrTitle"/>
          </p:nvPr>
        </p:nvSpPr>
        <p:spPr>
          <a:xfrm>
            <a:off x="3200400" y="152400"/>
            <a:ext cx="5257800" cy="1066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Cambria"/>
              <a:buNone/>
            </a:pPr>
            <a:r>
              <a:rPr lang="en-US" dirty="0">
                <a:solidFill>
                  <a:srgbClr val="FF0000"/>
                </a:solidFill>
              </a:rPr>
              <a:t>References</a:t>
            </a:r>
            <a:endParaRPr dirty="0">
              <a:solidFill>
                <a:srgbClr val="FF0000"/>
              </a:solidFill>
            </a:endParaRPr>
          </a:p>
        </p:txBody>
      </p:sp>
      <p:graphicFrame>
        <p:nvGraphicFramePr>
          <p:cNvPr id="307" name="Google Shape;307;p11"/>
          <p:cNvGraphicFramePr/>
          <p:nvPr>
            <p:extLst>
              <p:ext uri="{D42A27DB-BD31-4B8C-83A1-F6EECF244321}">
                <p14:modId xmlns:p14="http://schemas.microsoft.com/office/powerpoint/2010/main" val="2875100747"/>
              </p:ext>
            </p:extLst>
          </p:nvPr>
        </p:nvGraphicFramePr>
        <p:xfrm>
          <a:off x="685800" y="1560813"/>
          <a:ext cx="7872574" cy="437874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6555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717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950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275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2262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11702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b="1" u="none" strike="noStrike" cap="none"/>
                        <a:t>Sr. No.</a:t>
                      </a:r>
                      <a:endParaRPr sz="16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b="1" u="none" strike="noStrike" cap="none"/>
                        <a:t>Author</a:t>
                      </a:r>
                      <a:endParaRPr sz="16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b="1" u="none" strike="noStrike" cap="none" dirty="0"/>
                        <a:t>Name of the Book</a:t>
                      </a:r>
                      <a:endParaRPr sz="1600" b="1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b="1" u="none" strike="noStrike" cap="none"/>
                        <a:t>Publisher</a:t>
                      </a:r>
                      <a:endParaRPr sz="16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b="1" u="none" strike="noStrike" cap="none"/>
                        <a:t>Year of Publication</a:t>
                      </a:r>
                      <a:endParaRPr sz="16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1876"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4445" algn="ctr">
                        <a:buNone/>
                      </a:pPr>
                      <a:r>
                        <a:rPr lang="en-IN" sz="1600" spc="-5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6675"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Kenneth</a:t>
                      </a:r>
                      <a:r>
                        <a:rPr lang="en-IN" sz="1600" spc="-1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H.</a:t>
                      </a:r>
                      <a:r>
                        <a:rPr lang="en-IN" sz="1600" spc="-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Rosen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Discrete Mathematics and Its</a:t>
                      </a:r>
                    </a:p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Applications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6675">
                        <a:buNone/>
                      </a:pPr>
                      <a:r>
                        <a:rPr lang="en-IN" sz="1600" spc="-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McGraw-</a:t>
                      </a: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Hill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35" algn="ctr">
                        <a:buNone/>
                      </a:pP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2019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1702">
                <a:tc>
                  <a:txBody>
                    <a:bodyPr/>
                    <a:lstStyle/>
                    <a:p>
                      <a:pPr marL="4445" algn="ctr">
                        <a:spcBef>
                          <a:spcPts val="815"/>
                        </a:spcBef>
                        <a:buNone/>
                      </a:pPr>
                      <a:r>
                        <a:rPr lang="en-IN" sz="1600" spc="-5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66675">
                        <a:spcBef>
                          <a:spcPts val="815"/>
                        </a:spcBef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C.</a:t>
                      </a:r>
                      <a:r>
                        <a:rPr lang="en-IN" sz="1600" spc="-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L. </a:t>
                      </a:r>
                      <a:r>
                        <a:rPr lang="en-IN" sz="1600" spc="-2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Liu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Elements of Discrete Mathematics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66675">
                        <a:spcBef>
                          <a:spcPts val="815"/>
                        </a:spcBef>
                        <a:buNone/>
                      </a:pPr>
                      <a:r>
                        <a:rPr lang="en-IN" sz="1600" spc="-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McGraw-</a:t>
                      </a: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Hill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635" algn="ctr">
                        <a:spcBef>
                          <a:spcPts val="815"/>
                        </a:spcBef>
                        <a:buNone/>
                      </a:pP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1996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17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>
                        <a:buNone/>
                      </a:pPr>
                      <a:r>
                        <a:rPr lang="en-IN" sz="1600" spc="-5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   3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480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6675"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J.</a:t>
                      </a:r>
                      <a:r>
                        <a:rPr lang="en-IN" sz="1600" spc="-1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P.</a:t>
                      </a:r>
                      <a:r>
                        <a:rPr lang="en-IN" sz="1600" spc="-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Tremblay,</a:t>
                      </a:r>
                      <a:r>
                        <a:rPr lang="en-IN" sz="1600" spc="-1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R.</a:t>
                      </a:r>
                      <a:r>
                        <a:rPr lang="en-IN" sz="1600" spc="-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Manohar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Discrete Mathematical Structures with Applications to Computer Science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R="171450">
                        <a:lnSpc>
                          <a:spcPct val="115000"/>
                        </a:lnSpc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  <a:p>
                      <a:pPr marR="171450" algn="ctr">
                        <a:lnSpc>
                          <a:spcPct val="115000"/>
                        </a:lnSpc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Tata</a:t>
                      </a:r>
                      <a:r>
                        <a:rPr lang="en-IN" sz="1600" spc="-7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McGraw </a:t>
                      </a: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Hill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>
                        <a:spcBef>
                          <a:spcPts val="480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35" algn="ctr">
                        <a:buNone/>
                      </a:pP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2001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1702"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4445" algn="ctr">
                        <a:buNone/>
                      </a:pPr>
                      <a:r>
                        <a:rPr lang="en-IN" sz="1600" spc="-5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4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6675"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Kolman,</a:t>
                      </a: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Busby,</a:t>
                      </a:r>
                      <a:r>
                        <a:rPr lang="en-IN" sz="1600" spc="-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Ross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Discrete</a:t>
                      </a:r>
                    </a:p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Mathematical Structures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6675">
                        <a:buNone/>
                      </a:pPr>
                      <a:r>
                        <a:rPr lang="en-IN" sz="1600" spc="-2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PHI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35" algn="ctr">
                        <a:buNone/>
                      </a:pP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2001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1702"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4445" algn="ctr">
                        <a:buNone/>
                      </a:pPr>
                      <a:r>
                        <a:rPr lang="en-IN" sz="1600" spc="-5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5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6675"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Narsingh</a:t>
                      </a: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IN" sz="1600" spc="-2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Deo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Graph Theory with Applications to</a:t>
                      </a:r>
                    </a:p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Engineering and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6675">
                        <a:buNone/>
                      </a:pPr>
                      <a:r>
                        <a:rPr lang="en-IN" sz="1600" spc="-2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PHI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35" algn="ctr">
                        <a:buNone/>
                      </a:pPr>
                      <a:r>
                        <a:rPr lang="en-IN" sz="1600" spc="-2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2017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308" name="Google Shape;308;p11" descr="A red and black text on a white background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2"/>
          <p:cNvSpPr txBox="1"/>
          <p:nvPr/>
        </p:nvSpPr>
        <p:spPr>
          <a:xfrm>
            <a:off x="2514600" y="2438400"/>
            <a:ext cx="4191000" cy="1323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1" i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Thanks!!!</a:t>
            </a:r>
            <a:endParaRPr sz="8000" b="1" i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Google Shape;308;p11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26DE134A-C4D5-B418-ABF3-DC0CBC1E9D0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482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463</Words>
  <Application>Microsoft Office PowerPoint</Application>
  <PresentationFormat>On-screen Show (4:3)</PresentationFormat>
  <Paragraphs>107</Paragraphs>
  <Slides>11</Slides>
  <Notes>9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1" baseType="lpstr">
      <vt:lpstr>Arial</vt:lpstr>
      <vt:lpstr>Arial Black</vt:lpstr>
      <vt:lpstr>Noto Sans Symbols</vt:lpstr>
      <vt:lpstr>Cambria</vt:lpstr>
      <vt:lpstr>Times New Roman</vt:lpstr>
      <vt:lpstr>Calibri</vt:lpstr>
      <vt:lpstr>Casper</vt:lpstr>
      <vt:lpstr>Theme1</vt:lpstr>
      <vt:lpstr>Custom Design</vt:lpstr>
      <vt:lpstr>CorelDRAW</vt:lpstr>
      <vt:lpstr>PowerPoint Presentation</vt:lpstr>
      <vt:lpstr>CO mappings</vt:lpstr>
      <vt:lpstr>CO-PO mappings</vt:lpstr>
      <vt:lpstr>Topics Overview </vt:lpstr>
      <vt:lpstr>Cartesian Product of Two Sets</vt:lpstr>
      <vt:lpstr>Venn Diagrams</vt:lpstr>
      <vt:lpstr>Activity-1</vt:lpstr>
      <vt:lpstr>Conclusion</vt:lpstr>
      <vt:lpstr>Video Links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student</dc:creator>
  <cp:lastModifiedBy>MOHD SARTAJ</cp:lastModifiedBy>
  <cp:revision>4</cp:revision>
  <dcterms:created xsi:type="dcterms:W3CDTF">2006-08-16T00:00:00Z</dcterms:created>
  <dcterms:modified xsi:type="dcterms:W3CDTF">2026-07-01T06:56:50Z</dcterms:modified>
</cp:coreProperties>
</file>