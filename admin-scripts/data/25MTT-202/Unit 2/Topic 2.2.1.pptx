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2" r:id="rId2"/>
  </p:sldMasterIdLst>
  <p:notesMasterIdLst>
    <p:notesMasterId r:id="rId15"/>
  </p:notesMasterIdLst>
  <p:sldIdLst>
    <p:sldId id="328" r:id="rId3"/>
    <p:sldId id="397" r:id="rId4"/>
    <p:sldId id="391" r:id="rId5"/>
    <p:sldId id="259" r:id="rId6"/>
    <p:sldId id="260" r:id="rId7"/>
    <p:sldId id="261" r:id="rId8"/>
    <p:sldId id="398" r:id="rId9"/>
    <p:sldId id="399" r:id="rId10"/>
    <p:sldId id="265" r:id="rId11"/>
    <p:sldId id="266" r:id="rId12"/>
    <p:sldId id="270" r:id="rId13"/>
    <p:sldId id="268" r:id="rId14"/>
  </p:sldIdLst>
  <p:sldSz cx="9144000" cy="6858000" type="screen4x3"/>
  <p:notesSz cx="6858000" cy="9144000"/>
  <p:embeddedFontLst>
    <p:embeddedFont>
      <p:font typeface="Arial Black" panose="020B0A04020102020204" pitchFamily="34" charset="0"/>
      <p:bold r:id="rId16"/>
    </p:embeddedFont>
    <p:embeddedFont>
      <p:font typeface="Cambria" panose="02040503050406030204" pitchFamily="18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4" roundtripDataSignature="AMtx7mgZ1n5E7f8r0tSIDAQiT39GWfXF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F8A3491-71FE-494F-9F1E-8FF0199CC4C4}">
  <a:tblStyle styleId="{5F8A3491-71FE-494F-9F1E-8FF0199CC4C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lastCol>
    <a:firstCol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firstCol>
    <a:lastRow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FEEB89C-06C1-44E6-A0DF-4EB53B7467CB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236E81B-1CC6-4513-8A3D-0BC75C0FDB99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6E6E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E6E6E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1400" y="2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3.fntdata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2.fntdata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customschemas.google.com/relationships/presentationmetadata" Target="metadata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4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D SARTAJ" userId="0be50391adb133e1" providerId="LiveId" clId="{849D2220-9185-4955-8F14-CE40930C4662}"/>
    <pc:docChg chg="undo custSel addSld delSld modSld">
      <pc:chgData name="MOHD SARTAJ" userId="0be50391adb133e1" providerId="LiveId" clId="{849D2220-9185-4955-8F14-CE40930C4662}" dt="2026-07-01T05:53:08.530" v="1457" actId="47"/>
      <pc:docMkLst>
        <pc:docMk/>
      </pc:docMkLst>
      <pc:sldChg chg="addSp delSp modSp del mod">
        <pc:chgData name="MOHD SARTAJ" userId="0be50391adb133e1" providerId="LiveId" clId="{849D2220-9185-4955-8F14-CE40930C4662}" dt="2026-07-01T04:41:59.768" v="140" actId="47"/>
        <pc:sldMkLst>
          <pc:docMk/>
          <pc:sldMk cId="0" sldId="256"/>
        </pc:sldMkLst>
        <pc:spChg chg="add del">
          <ac:chgData name="MOHD SARTAJ" userId="0be50391adb133e1" providerId="LiveId" clId="{849D2220-9185-4955-8F14-CE40930C4662}" dt="2026-07-01T04:41:13.766" v="136" actId="22"/>
          <ac:spMkLst>
            <pc:docMk/>
            <pc:sldMk cId="0" sldId="256"/>
            <ac:spMk id="3" creationId="{DBB27D8A-44C7-311C-B745-8173C5ED0BD5}"/>
          </ac:spMkLst>
        </pc:spChg>
        <pc:spChg chg="mod">
          <ac:chgData name="MOHD SARTAJ" userId="0be50391adb133e1" providerId="LiveId" clId="{849D2220-9185-4955-8F14-CE40930C4662}" dt="2026-07-01T04:40:02.697" v="134" actId="20577"/>
          <ac:spMkLst>
            <pc:docMk/>
            <pc:sldMk cId="0" sldId="256"/>
            <ac:spMk id="168" creationId="{00000000-0000-0000-0000-000000000000}"/>
          </ac:spMkLst>
        </pc:spChg>
        <pc:picChg chg="add del">
          <ac:chgData name="MOHD SARTAJ" userId="0be50391adb133e1" providerId="LiveId" clId="{849D2220-9185-4955-8F14-CE40930C4662}" dt="2026-07-01T04:41:27.155" v="138" actId="22"/>
          <ac:picMkLst>
            <pc:docMk/>
            <pc:sldMk cId="0" sldId="256"/>
            <ac:picMk id="5" creationId="{DB785308-9198-EE39-A28B-6704A861B0A0}"/>
          </ac:picMkLst>
        </pc:picChg>
      </pc:sldChg>
      <pc:sldChg chg="del">
        <pc:chgData name="MOHD SARTAJ" userId="0be50391adb133e1" providerId="LiveId" clId="{849D2220-9185-4955-8F14-CE40930C4662}" dt="2026-06-08T12:00:21.690" v="10" actId="47"/>
        <pc:sldMkLst>
          <pc:docMk/>
          <pc:sldMk cId="0" sldId="257"/>
        </pc:sldMkLst>
      </pc:sldChg>
      <pc:sldChg chg="del">
        <pc:chgData name="MOHD SARTAJ" userId="0be50391adb133e1" providerId="LiveId" clId="{849D2220-9185-4955-8F14-CE40930C4662}" dt="2026-07-01T04:42:31.466" v="144" actId="47"/>
        <pc:sldMkLst>
          <pc:docMk/>
          <pc:sldMk cId="0" sldId="258"/>
        </pc:sldMkLst>
      </pc:sldChg>
      <pc:sldChg chg="delSp modSp mod">
        <pc:chgData name="MOHD SARTAJ" userId="0be50391adb133e1" providerId="LiveId" clId="{849D2220-9185-4955-8F14-CE40930C4662}" dt="2026-07-01T05:52:48.429" v="1456" actId="20577"/>
        <pc:sldMkLst>
          <pc:docMk/>
          <pc:sldMk cId="0" sldId="259"/>
        </pc:sldMkLst>
        <pc:spChg chg="mod">
          <ac:chgData name="MOHD SARTAJ" userId="0be50391adb133e1" providerId="LiveId" clId="{849D2220-9185-4955-8F14-CE40930C4662}" dt="2026-07-01T04:42:49.806" v="187" actId="1035"/>
          <ac:spMkLst>
            <pc:docMk/>
            <pc:sldMk cId="0" sldId="259"/>
            <ac:spMk id="190" creationId="{00000000-0000-0000-0000-000000000000}"/>
          </ac:spMkLst>
        </pc:spChg>
        <pc:spChg chg="mod">
          <ac:chgData name="MOHD SARTAJ" userId="0be50391adb133e1" providerId="LiveId" clId="{849D2220-9185-4955-8F14-CE40930C4662}" dt="2026-07-01T05:52:48.429" v="1456" actId="20577"/>
          <ac:spMkLst>
            <pc:docMk/>
            <pc:sldMk cId="0" sldId="259"/>
            <ac:spMk id="198" creationId="{00000000-0000-0000-0000-000000000000}"/>
          </ac:spMkLst>
        </pc:spChg>
      </pc:sldChg>
      <pc:sldChg chg="delSp modSp mod">
        <pc:chgData name="MOHD SARTAJ" userId="0be50391adb133e1" providerId="LiveId" clId="{849D2220-9185-4955-8F14-CE40930C4662}" dt="2026-07-01T05:17:03.317" v="827" actId="14100"/>
        <pc:sldMkLst>
          <pc:docMk/>
          <pc:sldMk cId="0" sldId="260"/>
        </pc:sldMkLst>
        <pc:spChg chg="mod">
          <ac:chgData name="MOHD SARTAJ" userId="0be50391adb133e1" providerId="LiveId" clId="{849D2220-9185-4955-8F14-CE40930C4662}" dt="2026-07-01T04:43:28.949" v="192" actId="255"/>
          <ac:spMkLst>
            <pc:docMk/>
            <pc:sldMk cId="0" sldId="260"/>
            <ac:spMk id="204" creationId="{00000000-0000-0000-0000-000000000000}"/>
          </ac:spMkLst>
        </pc:spChg>
        <pc:spChg chg="mod">
          <ac:chgData name="MOHD SARTAJ" userId="0be50391adb133e1" providerId="LiveId" clId="{849D2220-9185-4955-8F14-CE40930C4662}" dt="2026-07-01T05:17:03.317" v="827" actId="14100"/>
          <ac:spMkLst>
            <pc:docMk/>
            <pc:sldMk cId="0" sldId="260"/>
            <ac:spMk id="211" creationId="{00000000-0000-0000-0000-000000000000}"/>
          </ac:spMkLst>
        </pc:spChg>
        <pc:picChg chg="del">
          <ac:chgData name="MOHD SARTAJ" userId="0be50391adb133e1" providerId="LiveId" clId="{849D2220-9185-4955-8F14-CE40930C4662}" dt="2026-07-01T05:05:47.864" v="522" actId="478"/>
          <ac:picMkLst>
            <pc:docMk/>
            <pc:sldMk cId="0" sldId="260"/>
            <ac:picMk id="206" creationId="{00000000-0000-0000-0000-000000000000}"/>
          </ac:picMkLst>
        </pc:picChg>
        <pc:picChg chg="del">
          <ac:chgData name="MOHD SARTAJ" userId="0be50391adb133e1" providerId="LiveId" clId="{849D2220-9185-4955-8F14-CE40930C4662}" dt="2026-07-01T05:05:53.361" v="523" actId="478"/>
          <ac:picMkLst>
            <pc:docMk/>
            <pc:sldMk cId="0" sldId="260"/>
            <ac:picMk id="207" creationId="{00000000-0000-0000-0000-000000000000}"/>
          </ac:picMkLst>
        </pc:picChg>
        <pc:picChg chg="del">
          <ac:chgData name="MOHD SARTAJ" userId="0be50391adb133e1" providerId="LiveId" clId="{849D2220-9185-4955-8F14-CE40930C4662}" dt="2026-07-01T05:05:53.361" v="523" actId="478"/>
          <ac:picMkLst>
            <pc:docMk/>
            <pc:sldMk cId="0" sldId="260"/>
            <ac:picMk id="208" creationId="{00000000-0000-0000-0000-000000000000}"/>
          </ac:picMkLst>
        </pc:picChg>
        <pc:picChg chg="del">
          <ac:chgData name="MOHD SARTAJ" userId="0be50391adb133e1" providerId="LiveId" clId="{849D2220-9185-4955-8F14-CE40930C4662}" dt="2026-07-01T05:05:55.671" v="524" actId="478"/>
          <ac:picMkLst>
            <pc:docMk/>
            <pc:sldMk cId="0" sldId="260"/>
            <ac:picMk id="209" creationId="{00000000-0000-0000-0000-000000000000}"/>
          </ac:picMkLst>
        </pc:picChg>
        <pc:picChg chg="del">
          <ac:chgData name="MOHD SARTAJ" userId="0be50391adb133e1" providerId="LiveId" clId="{849D2220-9185-4955-8F14-CE40930C4662}" dt="2026-07-01T05:05:47.864" v="522" actId="478"/>
          <ac:picMkLst>
            <pc:docMk/>
            <pc:sldMk cId="0" sldId="260"/>
            <ac:picMk id="210" creationId="{00000000-0000-0000-0000-000000000000}"/>
          </ac:picMkLst>
        </pc:picChg>
      </pc:sldChg>
      <pc:sldChg chg="modSp mod">
        <pc:chgData name="MOHD SARTAJ" userId="0be50391adb133e1" providerId="LiveId" clId="{849D2220-9185-4955-8F14-CE40930C4662}" dt="2026-07-01T05:21:35.666" v="989" actId="5793"/>
        <pc:sldMkLst>
          <pc:docMk/>
          <pc:sldMk cId="0" sldId="261"/>
        </pc:sldMkLst>
        <pc:spChg chg="mod">
          <ac:chgData name="MOHD SARTAJ" userId="0be50391adb133e1" providerId="LiveId" clId="{849D2220-9185-4955-8F14-CE40930C4662}" dt="2026-07-01T04:43:51.563" v="234" actId="1036"/>
          <ac:spMkLst>
            <pc:docMk/>
            <pc:sldMk cId="0" sldId="261"/>
            <ac:spMk id="223" creationId="{00000000-0000-0000-0000-000000000000}"/>
          </ac:spMkLst>
        </pc:spChg>
        <pc:spChg chg="mod">
          <ac:chgData name="MOHD SARTAJ" userId="0be50391adb133e1" providerId="LiveId" clId="{849D2220-9185-4955-8F14-CE40930C4662}" dt="2026-07-01T05:21:35.666" v="989" actId="5793"/>
          <ac:spMkLst>
            <pc:docMk/>
            <pc:sldMk cId="0" sldId="261"/>
            <ac:spMk id="224" creationId="{00000000-0000-0000-0000-000000000000}"/>
          </ac:spMkLst>
        </pc:spChg>
      </pc:sldChg>
      <pc:sldChg chg="modSp del mod">
        <pc:chgData name="MOHD SARTAJ" userId="0be50391adb133e1" providerId="LiveId" clId="{849D2220-9185-4955-8F14-CE40930C4662}" dt="2026-07-01T05:53:08.530" v="1457" actId="47"/>
        <pc:sldMkLst>
          <pc:docMk/>
          <pc:sldMk cId="0" sldId="262"/>
        </pc:sldMkLst>
        <pc:spChg chg="mod">
          <ac:chgData name="MOHD SARTAJ" userId="0be50391adb133e1" providerId="LiveId" clId="{849D2220-9185-4955-8F14-CE40930C4662}" dt="2026-07-01T05:25:58.774" v="1139" actId="14100"/>
          <ac:spMkLst>
            <pc:docMk/>
            <pc:sldMk cId="0" sldId="262"/>
            <ac:spMk id="230" creationId="{00000000-0000-0000-0000-000000000000}"/>
          </ac:spMkLst>
        </pc:spChg>
        <pc:spChg chg="mod">
          <ac:chgData name="MOHD SARTAJ" userId="0be50391adb133e1" providerId="LiveId" clId="{849D2220-9185-4955-8F14-CE40930C4662}" dt="2026-07-01T05:25:44.500" v="1134" actId="14100"/>
          <ac:spMkLst>
            <pc:docMk/>
            <pc:sldMk cId="0" sldId="262"/>
            <ac:spMk id="231" creationId="{00000000-0000-0000-0000-000000000000}"/>
          </ac:spMkLst>
        </pc:spChg>
      </pc:sldChg>
      <pc:sldChg chg="modSp del mod">
        <pc:chgData name="MOHD SARTAJ" userId="0be50391adb133e1" providerId="LiveId" clId="{849D2220-9185-4955-8F14-CE40930C4662}" dt="2026-07-01T05:35:51.033" v="1429" actId="47"/>
        <pc:sldMkLst>
          <pc:docMk/>
          <pc:sldMk cId="0" sldId="263"/>
        </pc:sldMkLst>
        <pc:spChg chg="mod">
          <ac:chgData name="MOHD SARTAJ" userId="0be50391adb133e1" providerId="LiveId" clId="{849D2220-9185-4955-8F14-CE40930C4662}" dt="2026-07-01T04:44:52.418" v="270" actId="1035"/>
          <ac:spMkLst>
            <pc:docMk/>
            <pc:sldMk cId="0" sldId="263"/>
            <ac:spMk id="237" creationId="{00000000-0000-0000-0000-000000000000}"/>
          </ac:spMkLst>
        </pc:spChg>
      </pc:sldChg>
      <pc:sldChg chg="modSp del mod">
        <pc:chgData name="MOHD SARTAJ" userId="0be50391adb133e1" providerId="LiveId" clId="{849D2220-9185-4955-8F14-CE40930C4662}" dt="2026-07-01T05:35:52.496" v="1430" actId="47"/>
        <pc:sldMkLst>
          <pc:docMk/>
          <pc:sldMk cId="0" sldId="264"/>
        </pc:sldMkLst>
        <pc:spChg chg="mod">
          <ac:chgData name="MOHD SARTAJ" userId="0be50391adb133e1" providerId="LiveId" clId="{849D2220-9185-4955-8F14-CE40930C4662}" dt="2026-07-01T04:45:31.624" v="292" actId="14100"/>
          <ac:spMkLst>
            <pc:docMk/>
            <pc:sldMk cId="0" sldId="264"/>
            <ac:spMk id="244" creationId="{00000000-0000-0000-0000-000000000000}"/>
          </ac:spMkLst>
        </pc:spChg>
      </pc:sldChg>
      <pc:sldChg chg="delSp modSp mod">
        <pc:chgData name="MOHD SARTAJ" userId="0be50391adb133e1" providerId="LiveId" clId="{849D2220-9185-4955-8F14-CE40930C4662}" dt="2026-07-01T05:36:00.939" v="1431" actId="20577"/>
        <pc:sldMkLst>
          <pc:docMk/>
          <pc:sldMk cId="0" sldId="265"/>
        </pc:sldMkLst>
        <pc:spChg chg="mod">
          <ac:chgData name="MOHD SARTAJ" userId="0be50391adb133e1" providerId="LiveId" clId="{849D2220-9185-4955-8F14-CE40930C4662}" dt="2026-07-01T04:45:53.303" v="341" actId="1035"/>
          <ac:spMkLst>
            <pc:docMk/>
            <pc:sldMk cId="0" sldId="265"/>
            <ac:spMk id="251" creationId="{00000000-0000-0000-0000-000000000000}"/>
          </ac:spMkLst>
        </pc:spChg>
        <pc:spChg chg="mod">
          <ac:chgData name="MOHD SARTAJ" userId="0be50391adb133e1" providerId="LiveId" clId="{849D2220-9185-4955-8F14-CE40930C4662}" dt="2026-07-01T05:36:00.939" v="1431" actId="20577"/>
          <ac:spMkLst>
            <pc:docMk/>
            <pc:sldMk cId="0" sldId="265"/>
            <ac:spMk id="253" creationId="{00000000-0000-0000-0000-000000000000}"/>
          </ac:spMkLst>
        </pc:spChg>
      </pc:sldChg>
      <pc:sldChg chg="modSp mod">
        <pc:chgData name="MOHD SARTAJ" userId="0be50391adb133e1" providerId="LiveId" clId="{849D2220-9185-4955-8F14-CE40930C4662}" dt="2026-07-01T04:55:05.927" v="410" actId="2710"/>
        <pc:sldMkLst>
          <pc:docMk/>
          <pc:sldMk cId="0" sldId="266"/>
        </pc:sldMkLst>
        <pc:spChg chg="mod">
          <ac:chgData name="MOHD SARTAJ" userId="0be50391adb133e1" providerId="LiveId" clId="{849D2220-9185-4955-8F14-CE40930C4662}" dt="2026-07-01T04:46:15.636" v="384" actId="1035"/>
          <ac:spMkLst>
            <pc:docMk/>
            <pc:sldMk cId="0" sldId="266"/>
            <ac:spMk id="267" creationId="{00000000-0000-0000-0000-000000000000}"/>
          </ac:spMkLst>
        </pc:spChg>
        <pc:spChg chg="mod">
          <ac:chgData name="MOHD SARTAJ" userId="0be50391adb133e1" providerId="LiveId" clId="{849D2220-9185-4955-8F14-CE40930C4662}" dt="2026-07-01T04:55:05.927" v="410" actId="2710"/>
          <ac:spMkLst>
            <pc:docMk/>
            <pc:sldMk cId="0" sldId="266"/>
            <ac:spMk id="270" creationId="{00000000-0000-0000-0000-000000000000}"/>
          </ac:spMkLst>
        </pc:spChg>
      </pc:sldChg>
      <pc:sldChg chg="del">
        <pc:chgData name="MOHD SARTAJ" userId="0be50391adb133e1" providerId="LiveId" clId="{849D2220-9185-4955-8F14-CE40930C4662}" dt="2026-06-08T12:00:44.195" v="12" actId="47"/>
        <pc:sldMkLst>
          <pc:docMk/>
          <pc:sldMk cId="0" sldId="267"/>
        </pc:sldMkLst>
      </pc:sldChg>
      <pc:sldChg chg="modSp mod">
        <pc:chgData name="MOHD SARTAJ" userId="0be50391adb133e1" providerId="LiveId" clId="{849D2220-9185-4955-8F14-CE40930C4662}" dt="2026-07-01T04:46:51.300" v="392" actId="207"/>
        <pc:sldMkLst>
          <pc:docMk/>
          <pc:sldMk cId="0" sldId="268"/>
        </pc:sldMkLst>
        <pc:spChg chg="mod">
          <ac:chgData name="MOHD SARTAJ" userId="0be50391adb133e1" providerId="LiveId" clId="{849D2220-9185-4955-8F14-CE40930C4662}" dt="2026-07-01T04:46:51.300" v="392" actId="207"/>
          <ac:spMkLst>
            <pc:docMk/>
            <pc:sldMk cId="0" sldId="268"/>
            <ac:spMk id="282" creationId="{00000000-0000-0000-0000-000000000000}"/>
          </ac:spMkLst>
        </pc:spChg>
      </pc:sldChg>
      <pc:sldChg chg="add del">
        <pc:chgData name="MOHD SARTAJ" userId="0be50391adb133e1" providerId="LiveId" clId="{849D2220-9185-4955-8F14-CE40930C4662}" dt="2026-07-01T04:42:30.867" v="143" actId="47"/>
        <pc:sldMkLst>
          <pc:docMk/>
          <pc:sldMk cId="0" sldId="269"/>
        </pc:sldMkLst>
      </pc:sldChg>
      <pc:sldChg chg="modSp add mod">
        <pc:chgData name="MOHD SARTAJ" userId="0be50391adb133e1" providerId="LiveId" clId="{849D2220-9185-4955-8F14-CE40930C4662}" dt="2026-07-01T04:46:35.847" v="391" actId="1035"/>
        <pc:sldMkLst>
          <pc:docMk/>
          <pc:sldMk cId="0" sldId="270"/>
        </pc:sldMkLst>
        <pc:spChg chg="mod">
          <ac:chgData name="MOHD SARTAJ" userId="0be50391adb133e1" providerId="LiveId" clId="{849D2220-9185-4955-8F14-CE40930C4662}" dt="2026-07-01T04:46:35.847" v="391" actId="1035"/>
          <ac:spMkLst>
            <pc:docMk/>
            <pc:sldMk cId="0" sldId="270"/>
            <ac:spMk id="306" creationId="{00000000-0000-0000-0000-000000000000}"/>
          </ac:spMkLst>
        </pc:spChg>
        <pc:graphicFrameChg chg="mod modGraphic">
          <ac:chgData name="MOHD SARTAJ" userId="0be50391adb133e1" providerId="LiveId" clId="{849D2220-9185-4955-8F14-CE40930C4662}" dt="2026-06-08T12:02:04.577" v="18" actId="14100"/>
          <ac:graphicFrameMkLst>
            <pc:docMk/>
            <pc:sldMk cId="0" sldId="270"/>
            <ac:graphicFrameMk id="307" creationId="{00000000-0000-0000-0000-000000000000}"/>
          </ac:graphicFrameMkLst>
        </pc:graphicFrameChg>
      </pc:sldChg>
      <pc:sldChg chg="modSp add mod">
        <pc:chgData name="MOHD SARTAJ" userId="0be50391adb133e1" providerId="LiveId" clId="{849D2220-9185-4955-8F14-CE40930C4662}" dt="2026-07-01T04:42:07.509" v="142" actId="20577"/>
        <pc:sldMkLst>
          <pc:docMk/>
          <pc:sldMk cId="138525569" sldId="328"/>
        </pc:sldMkLst>
        <pc:spChg chg="mod">
          <ac:chgData name="MOHD SARTAJ" userId="0be50391adb133e1" providerId="LiveId" clId="{849D2220-9185-4955-8F14-CE40930C4662}" dt="2026-07-01T04:42:07.509" v="142" actId="20577"/>
          <ac:spMkLst>
            <pc:docMk/>
            <pc:sldMk cId="138525569" sldId="328"/>
            <ac:spMk id="26" creationId="{00000000-0000-0000-0000-000000000000}"/>
          </ac:spMkLst>
        </pc:spChg>
      </pc:sldChg>
      <pc:sldChg chg="modSp add mod">
        <pc:chgData name="MOHD SARTAJ" userId="0be50391adb133e1" providerId="LiveId" clId="{849D2220-9185-4955-8F14-CE40930C4662}" dt="2026-07-01T04:43:16.321" v="190" actId="2711"/>
        <pc:sldMkLst>
          <pc:docMk/>
          <pc:sldMk cId="3429158645" sldId="391"/>
        </pc:sldMkLst>
        <pc:spChg chg="mod">
          <ac:chgData name="MOHD SARTAJ" userId="0be50391adb133e1" providerId="LiveId" clId="{849D2220-9185-4955-8F14-CE40930C4662}" dt="2026-07-01T04:43:16.321" v="190" actId="2711"/>
          <ac:spMkLst>
            <pc:docMk/>
            <pc:sldMk cId="3429158645" sldId="391"/>
            <ac:spMk id="5" creationId="{7AA2250C-970C-8B81-CD6B-892C1690A55D}"/>
          </ac:spMkLst>
        </pc:spChg>
      </pc:sldChg>
      <pc:sldChg chg="modSp add mod">
        <pc:chgData name="MOHD SARTAJ" userId="0be50391adb133e1" providerId="LiveId" clId="{849D2220-9185-4955-8F14-CE40930C4662}" dt="2026-07-01T04:43:03.051" v="188" actId="255"/>
        <pc:sldMkLst>
          <pc:docMk/>
          <pc:sldMk cId="0" sldId="397"/>
        </pc:sldMkLst>
        <pc:spChg chg="mod">
          <ac:chgData name="MOHD SARTAJ" userId="0be50391adb133e1" providerId="LiveId" clId="{849D2220-9185-4955-8F14-CE40930C4662}" dt="2026-07-01T04:43:03.051" v="188" actId="255"/>
          <ac:spMkLst>
            <pc:docMk/>
            <pc:sldMk cId="0" sldId="397"/>
            <ac:spMk id="175" creationId="{00000000-0000-0000-0000-000000000000}"/>
          </ac:spMkLst>
        </pc:spChg>
      </pc:sldChg>
      <pc:sldChg chg="modSp add mod">
        <pc:chgData name="MOHD SARTAJ" userId="0be50391adb133e1" providerId="LiveId" clId="{849D2220-9185-4955-8F14-CE40930C4662}" dt="2026-07-01T05:24:37.734" v="1117" actId="20577"/>
        <pc:sldMkLst>
          <pc:docMk/>
          <pc:sldMk cId="2950233369" sldId="398"/>
        </pc:sldMkLst>
        <pc:spChg chg="mod">
          <ac:chgData name="MOHD SARTAJ" userId="0be50391adb133e1" providerId="LiveId" clId="{849D2220-9185-4955-8F14-CE40930C4662}" dt="2026-07-01T05:24:37.734" v="1117" actId="20577"/>
          <ac:spMkLst>
            <pc:docMk/>
            <pc:sldMk cId="2950233369" sldId="398"/>
            <ac:spMk id="224" creationId="{AAC0BABD-3C31-1826-6402-B401D148A83D}"/>
          </ac:spMkLst>
        </pc:spChg>
      </pc:sldChg>
      <pc:sldChg chg="modSp add mod">
        <pc:chgData name="MOHD SARTAJ" userId="0be50391adb133e1" providerId="LiveId" clId="{849D2220-9185-4955-8F14-CE40930C4662}" dt="2026-07-01T05:34:23.295" v="1428" actId="20577"/>
        <pc:sldMkLst>
          <pc:docMk/>
          <pc:sldMk cId="615617830" sldId="399"/>
        </pc:sldMkLst>
        <pc:spChg chg="mod">
          <ac:chgData name="MOHD SARTAJ" userId="0be50391adb133e1" providerId="LiveId" clId="{849D2220-9185-4955-8F14-CE40930C4662}" dt="2026-07-01T05:26:30.611" v="1148" actId="20577"/>
          <ac:spMkLst>
            <pc:docMk/>
            <pc:sldMk cId="615617830" sldId="399"/>
            <ac:spMk id="230" creationId="{79215C35-7A20-5D87-A517-40A3D0F56B78}"/>
          </ac:spMkLst>
        </pc:spChg>
        <pc:spChg chg="mod">
          <ac:chgData name="MOHD SARTAJ" userId="0be50391adb133e1" providerId="LiveId" clId="{849D2220-9185-4955-8F14-CE40930C4662}" dt="2026-07-01T05:34:23.295" v="1428" actId="20577"/>
          <ac:spMkLst>
            <pc:docMk/>
            <pc:sldMk cId="615617830" sldId="399"/>
            <ac:spMk id="231" creationId="{2B59EBD3-4E3C-48C0-3674-3C6793AFE2E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>
          <a:extLst>
            <a:ext uri="{FF2B5EF4-FFF2-40B4-BE49-F238E27FC236}">
              <a16:creationId xmlns:a16="http://schemas.microsoft.com/office/drawing/2014/main" id="{B5EEE04D-669D-06EF-429F-4E2AC92EE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:notes">
            <a:extLst>
              <a:ext uri="{FF2B5EF4-FFF2-40B4-BE49-F238E27FC236}">
                <a16:creationId xmlns:a16="http://schemas.microsoft.com/office/drawing/2014/main" id="{B62572BF-C67D-1768-13AC-43169C42F2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6:notes">
            <a:extLst>
              <a:ext uri="{FF2B5EF4-FFF2-40B4-BE49-F238E27FC236}">
                <a16:creationId xmlns:a16="http://schemas.microsoft.com/office/drawing/2014/main" id="{5D74DC34-5D7E-EE76-200C-3A5E21DEA0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844387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>
          <a:extLst>
            <a:ext uri="{FF2B5EF4-FFF2-40B4-BE49-F238E27FC236}">
              <a16:creationId xmlns:a16="http://schemas.microsoft.com/office/drawing/2014/main" id="{92D684D6-1F27-B27E-D702-76340F845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7:notes">
            <a:extLst>
              <a:ext uri="{FF2B5EF4-FFF2-40B4-BE49-F238E27FC236}">
                <a16:creationId xmlns:a16="http://schemas.microsoft.com/office/drawing/2014/main" id="{111D0F2E-ACEF-F029-2536-116099B6D0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7:notes">
            <a:extLst>
              <a:ext uri="{FF2B5EF4-FFF2-40B4-BE49-F238E27FC236}">
                <a16:creationId xmlns:a16="http://schemas.microsoft.com/office/drawing/2014/main" id="{FE7F0B59-D282-C555-1ABA-12D7AE5171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656060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" name="Google Shape;26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 type="titleOnly">
  <p:cSld name="TITLE_ONL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5"/>
          <p:cNvSpPr txBox="1">
            <a:spLocks noGrp="1"/>
          </p:cNvSpPr>
          <p:nvPr>
            <p:ph type="title"/>
          </p:nvPr>
        </p:nvSpPr>
        <p:spPr>
          <a:xfrm>
            <a:off x="855663" y="762000"/>
            <a:ext cx="828833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" name="Google Shape;17;p1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>
            <a:spLocks noGrp="1"/>
          </p:cNvSpPr>
          <p:nvPr>
            <p:ph type="ctrTitle"/>
          </p:nvPr>
        </p:nvSpPr>
        <p:spPr>
          <a:xfrm>
            <a:off x="1143000" y="3429000"/>
            <a:ext cx="7772400" cy="1066799"/>
          </a:xfrm>
          <a:prstGeom prst="rect">
            <a:avLst/>
          </a:prstGeom>
          <a:solidFill>
            <a:schemeClr val="lt1"/>
          </a:solidFill>
          <a:ln w="19050" cap="sq" cmpd="thinThick">
            <a:solidFill>
              <a:schemeClr val="dk1"/>
            </a:solidFill>
            <a:prstDash val="solid"/>
            <a:bevel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7"/>
          <p:cNvSpPr txBox="1"/>
          <p:nvPr/>
        </p:nvSpPr>
        <p:spPr>
          <a:xfrm>
            <a:off x="2804328" y="87868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>
            <a:spLocks noGrp="1"/>
          </p:cNvSpPr>
          <p:nvPr>
            <p:ph type="title"/>
          </p:nvPr>
        </p:nvSpPr>
        <p:spPr>
          <a:xfrm>
            <a:off x="990600" y="1066800"/>
            <a:ext cx="7924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None/>
              <a:defRPr sz="2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" name="Google Shape;29;p18"/>
          <p:cNvSpPr txBox="1">
            <a:spLocks noGrp="1"/>
          </p:cNvSpPr>
          <p:nvPr>
            <p:ph type="body" idx="1"/>
          </p:nvPr>
        </p:nvSpPr>
        <p:spPr>
          <a:xfrm>
            <a:off x="914400" y="1752600"/>
            <a:ext cx="80010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18"/>
          <p:cNvSpPr txBox="1"/>
          <p:nvPr/>
        </p:nvSpPr>
        <p:spPr>
          <a:xfrm>
            <a:off x="2804329" y="0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9"/>
          <p:cNvSpPr txBox="1">
            <a:spLocks noGrp="1"/>
          </p:cNvSpPr>
          <p:nvPr>
            <p:ph type="body" idx="1"/>
          </p:nvPr>
        </p:nvSpPr>
        <p:spPr>
          <a:xfrm>
            <a:off x="762000" y="14478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body" idx="2"/>
          </p:nvPr>
        </p:nvSpPr>
        <p:spPr>
          <a:xfrm>
            <a:off x="1066800" y="609600"/>
            <a:ext cx="7924800" cy="68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spcBef>
                <a:spcPts val="64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/>
              <a:buNone/>
              <a:defRPr sz="3200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19"/>
          <p:cNvSpPr txBox="1"/>
          <p:nvPr/>
        </p:nvSpPr>
        <p:spPr>
          <a:xfrm>
            <a:off x="2804329" y="87868"/>
            <a:ext cx="61872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and Communication Engineering (CCE)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20"/>
          <p:cNvSpPr>
            <a:spLocks noGrp="1"/>
          </p:cNvSpPr>
          <p:nvPr>
            <p:ph type="pic" idx="2"/>
          </p:nvPr>
        </p:nvSpPr>
        <p:spPr>
          <a:xfrm>
            <a:off x="2895600" y="1371600"/>
            <a:ext cx="6019800" cy="4724400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20"/>
          <p:cNvSpPr txBox="1">
            <a:spLocks noGrp="1"/>
          </p:cNvSpPr>
          <p:nvPr>
            <p:ph type="body" idx="1"/>
          </p:nvPr>
        </p:nvSpPr>
        <p:spPr>
          <a:xfrm>
            <a:off x="228600" y="1371600"/>
            <a:ext cx="25908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20"/>
          <p:cNvSpPr txBox="1"/>
          <p:nvPr/>
        </p:nvSpPr>
        <p:spPr>
          <a:xfrm>
            <a:off x="2804328" y="87868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1"/>
          <p:cNvSpPr txBox="1">
            <a:spLocks noGrp="1"/>
          </p:cNvSpPr>
          <p:nvPr>
            <p:ph type="body" idx="1"/>
          </p:nvPr>
        </p:nvSpPr>
        <p:spPr>
          <a:xfrm>
            <a:off x="609600" y="1524000"/>
            <a:ext cx="83058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body" idx="2"/>
          </p:nvPr>
        </p:nvSpPr>
        <p:spPr>
          <a:xfrm>
            <a:off x="1066800" y="533400"/>
            <a:ext cx="7848600" cy="68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21"/>
          <p:cNvSpPr txBox="1"/>
          <p:nvPr/>
        </p:nvSpPr>
        <p:spPr>
          <a:xfrm>
            <a:off x="3009795" y="0"/>
            <a:ext cx="6058005" cy="353943"/>
          </a:xfrm>
          <a:prstGeom prst="rect">
            <a:avLst/>
          </a:prstGeom>
          <a:solidFill>
            <a:srgbClr val="63242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Department of Computer and Communicationq Engineering (CCE)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22"/>
          <p:cNvSpPr txBox="1"/>
          <p:nvPr/>
        </p:nvSpPr>
        <p:spPr>
          <a:xfrm>
            <a:off x="2804328" y="87868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3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3" name="Google Shape;53;p23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23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4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24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24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"/>
          <p:cNvSpPr txBox="1">
            <a:spLocks noGrp="1"/>
          </p:cNvSpPr>
          <p:nvPr>
            <p:ph type="title"/>
          </p:nvPr>
        </p:nvSpPr>
        <p:spPr>
          <a:xfrm>
            <a:off x="304800" y="1371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25"/>
          <p:cNvSpPr txBox="1">
            <a:spLocks noGrp="1"/>
          </p:cNvSpPr>
          <p:nvPr>
            <p:ph type="body" idx="1"/>
          </p:nvPr>
        </p:nvSpPr>
        <p:spPr>
          <a:xfrm rot="5400000">
            <a:off x="2286000" y="228600"/>
            <a:ext cx="42672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6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3" name="Google Shape;73;p26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lip Art" type="txAndClipArt">
  <p:cSld name="TEXT_AND_CLIPAR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7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9" name="Google Shape;79;p27"/>
          <p:cNvSpPr txBox="1">
            <a:spLocks noGrp="1"/>
          </p:cNvSpPr>
          <p:nvPr>
            <p:ph type="body" idx="1"/>
          </p:nvPr>
        </p:nvSpPr>
        <p:spPr>
          <a:xfrm>
            <a:off x="685800" y="1524000"/>
            <a:ext cx="38862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27"/>
          <p:cNvSpPr>
            <a:spLocks noGrp="1"/>
          </p:cNvSpPr>
          <p:nvPr>
            <p:ph type="clipArt" idx="2"/>
          </p:nvPr>
        </p:nvSpPr>
        <p:spPr>
          <a:xfrm>
            <a:off x="4724400" y="1524000"/>
            <a:ext cx="3886200" cy="464820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27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2362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27"/>
          <p:cNvSpPr txBox="1">
            <a:spLocks noGrp="1"/>
          </p:cNvSpPr>
          <p:nvPr>
            <p:ph type="ftr" idx="11"/>
          </p:nvPr>
        </p:nvSpPr>
        <p:spPr>
          <a:xfrm>
            <a:off x="2743200" y="65532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9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9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3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1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3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3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1" name="Google Shape;111;p32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2" name="Google Shape;112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33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8" name="Google Shape;118;p33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19" name="Google Shape;119;p33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0" name="Google Shape;120;p33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1" name="Google Shape;121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6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6" name="Google Shape;136;p36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7" name="Google Shape;137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7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37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7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4" name="Google Shape;144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38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9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9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3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3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" name="Google Shape;11;p14"/>
          <p:cNvCxnSpPr/>
          <p:nvPr/>
        </p:nvCxnSpPr>
        <p:spPr>
          <a:xfrm>
            <a:off x="0" y="6400800"/>
            <a:ext cx="9144000" cy="0"/>
          </a:xfrm>
          <a:prstGeom prst="straightConnector1">
            <a:avLst/>
          </a:prstGeom>
          <a:noFill/>
          <a:ln w="88900" cap="flat" cmpd="thickThin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2" name="Google Shape;12;p14" descr="https://encrypted-tbn3.gstatic.com/images?q=tbn:ANd9GcTyg3Gq4WoxkxO75aZWNEjYFvavmMfWdiMvs57jpDF8YRR3yCybqQ">
            <a:hlinkClick r:id="rId15"/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52400" y="152400"/>
            <a:ext cx="768000" cy="12192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6" name="Google Shape;86;p2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Google Shape;89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youtu.be/eOJTHeleV54?si=di5CYBn8Ec-VJiwq" TargetMode="External"/><Relationship Id="rId3" Type="http://schemas.openxmlformats.org/officeDocument/2006/relationships/hyperlink" Target="https://www.youtube.com/watch?v=PJRSu0Vf0r0" TargetMode="External"/><Relationship Id="rId7" Type="http://schemas.openxmlformats.org/officeDocument/2006/relationships/hyperlink" Target="https://youtu.be/N_d7VWojOf8?si=PXDFCSM8FbtdN4FA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youtu.be/i4PDeOd94xU?si=TAW2Qpesvs7MJduT&#160;" TargetMode="External"/><Relationship Id="rId5" Type="http://schemas.openxmlformats.org/officeDocument/2006/relationships/hyperlink" Target="https://youtu.be/J1PGoNNhCyk?si=DItKDs4n9qLYu9XW" TargetMode="External"/><Relationship Id="rId4" Type="http://schemas.openxmlformats.org/officeDocument/2006/relationships/image" Target="../media/image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2"/>
          <p:cNvSpPr txBox="1">
            <a:spLocks/>
          </p:cNvSpPr>
          <p:nvPr/>
        </p:nvSpPr>
        <p:spPr>
          <a:xfrm>
            <a:off x="6572250" y="573881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7130143" y="5312160"/>
            <a:ext cx="968829" cy="868205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en-ID" sz="1350" kern="0">
              <a:solidFill>
                <a:srgbClr val="FFFFFF"/>
              </a:solidFill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3695609"/>
          <a:ext cx="2685609" cy="25595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169000" imgH="2169360" progId="">
                  <p:embed/>
                </p:oleObj>
              </mc:Choice>
              <mc:Fallback>
                <p:oleObj name="CorelDRAW" r:id="rId2" imgW="2169000" imgH="2169360" progId="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CAD0D7B8-E462-453C-B296-CA0154FA54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695609"/>
                        <a:ext cx="2685609" cy="255958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Rectangle 44"/>
          <p:cNvSpPr/>
          <p:nvPr/>
        </p:nvSpPr>
        <p:spPr>
          <a:xfrm>
            <a:off x="1593056" y="2376394"/>
            <a:ext cx="5122069" cy="118550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567050" y="6037986"/>
            <a:ext cx="369645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15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9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200" b="1" dirty="0">
              <a:latin typeface="Casper" panose="02000506000000020004" pitchFamily="2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838200" y="1458472"/>
            <a:ext cx="7551419" cy="4815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600" b="1" dirty="0">
                <a:solidFill>
                  <a:srgbClr val="FF000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Chandigarh University 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600" b="1" dirty="0">
                <a:solidFill>
                  <a:srgbClr val="FF000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Department of Mathematics </a:t>
            </a:r>
            <a:endParaRPr lang="en-US" sz="3600" b="0" i="0" u="none" strike="noStrike" cap="none" dirty="0">
              <a:solidFill>
                <a:srgbClr val="FF0000"/>
              </a:solidFill>
              <a:latin typeface="+mj-lt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B.Tech. CSE (Core/DS/IT/CC)</a:t>
            </a:r>
            <a:endParaRPr lang="en-US" sz="2400" b="0" i="0" u="none" strike="noStrike" cap="none" dirty="0">
              <a:solidFill>
                <a:srgbClr val="002060"/>
              </a:solidFill>
              <a:latin typeface="+mj-lt"/>
              <a:ea typeface="Cambria" panose="02040503050406030204" pitchFamily="18" charset="0"/>
              <a:cs typeface="Calibri" panose="020F0502020204030204" pitchFamily="34" charset="0"/>
              <a:sym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400" b="0" i="0" u="none" strike="noStrike" cap="none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Semester-</a:t>
            </a: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3</a:t>
            </a:r>
            <a:endParaRPr lang="en-US" sz="1000" b="0" i="0" u="none" strike="noStrike" cap="none" dirty="0">
              <a:solidFill>
                <a:srgbClr val="002060"/>
              </a:solidFill>
              <a:latin typeface="+mj-lt"/>
              <a:ea typeface="Cambria" panose="02040503050406030204" pitchFamily="18" charset="0"/>
              <a:cs typeface="Calibri" panose="020F0502020204030204" pitchFamily="34" charset="0"/>
              <a:sym typeface="Arial"/>
            </a:endParaRP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400" b="0" i="0" u="none" strike="noStrike" cap="none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Subject Code:25MTT-202</a:t>
            </a: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400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Discrete Mathematics</a:t>
            </a:r>
            <a:endParaRPr lang="en-US" sz="2400" dirty="0">
              <a:solidFill>
                <a:srgbClr val="002060"/>
              </a:solidFill>
              <a:latin typeface="+mj-lt"/>
              <a:ea typeface="Cambria" panose="02040503050406030204" pitchFamily="18" charset="0"/>
              <a:cs typeface="Calibri" panose="020F0502020204030204" pitchFamily="34" charset="0"/>
              <a:sym typeface="Times New Roman"/>
            </a:endParaRP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Arial"/>
              </a:rPr>
              <a:t>Unit-2 (Chapter</a:t>
            </a: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</a:rPr>
              <a:t>-</a:t>
            </a:r>
            <a:r>
              <a:rPr lang="en-US" sz="2400" b="1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Times New Roman" panose="02020603050405020304" pitchFamily="18" charset="0"/>
              </a:rPr>
              <a:t> 2.2.1)</a:t>
            </a:r>
            <a:endParaRPr lang="en-US" sz="2400" kern="100" dirty="0">
              <a:solidFill>
                <a:srgbClr val="002060"/>
              </a:solidFill>
              <a:effectLst/>
              <a:latin typeface="+mj-lt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Dr. SARTAJ</a:t>
            </a: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7E996201-B665-1C65-47F5-CF0B3A1C6A7B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7753" y="147596"/>
            <a:ext cx="3110606" cy="1313342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38525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"/>
          <p:cNvSpPr txBox="1">
            <a:spLocks noGrp="1"/>
          </p:cNvSpPr>
          <p:nvPr>
            <p:ph type="ctrTitle"/>
          </p:nvPr>
        </p:nvSpPr>
        <p:spPr>
          <a:xfrm>
            <a:off x="3581400" y="228600"/>
            <a:ext cx="4112441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mbria"/>
              <a:buNone/>
            </a:pPr>
            <a:r>
              <a:rPr lang="en-US" sz="3600" dirty="0">
                <a:solidFill>
                  <a:srgbClr val="FF0000"/>
                </a:solidFill>
                <a:latin typeface="+mj-lt"/>
              </a:rPr>
              <a:t>CO mappings</a:t>
            </a:r>
            <a:endParaRPr sz="3600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176" name="Google Shape;176;p2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0CDDA6-98BC-7AF9-E703-0C24F69350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706" y="1676400"/>
            <a:ext cx="8188505" cy="40317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2250C-970C-8B81-CD6B-892C1690A5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9959" y="381000"/>
            <a:ext cx="4775124" cy="1137008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CO-PO mappings</a:t>
            </a:r>
          </a:p>
        </p:txBody>
      </p:sp>
      <p:pic>
        <p:nvPicPr>
          <p:cNvPr id="6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C81FA9-8738-F083-3048-A7683816CC3C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3C85ACC-20E4-728F-39A5-6AA21150321A}"/>
              </a:ext>
            </a:extLst>
          </p:cNvPr>
          <p:cNvSpPr txBox="1"/>
          <p:nvPr/>
        </p:nvSpPr>
        <p:spPr>
          <a:xfrm>
            <a:off x="664536" y="5456872"/>
            <a:ext cx="8098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329565">
              <a:buNone/>
            </a:pPr>
            <a:r>
              <a:rPr lang="en-IN" sz="1600" b="1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Note: </a:t>
            </a:r>
            <a:r>
              <a:rPr lang="en-IN" sz="16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Degree of relevance/correlation: 1-Low, 2-Medium, 3-High, Blank or ‘- ‘- Nil</a:t>
            </a: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136AD0-68B4-9895-2CB4-1669BB7A5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520" y="1758592"/>
            <a:ext cx="8098465" cy="341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158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"/>
          <p:cNvSpPr txBox="1">
            <a:spLocks noGrp="1"/>
          </p:cNvSpPr>
          <p:nvPr>
            <p:ph type="title"/>
          </p:nvPr>
        </p:nvSpPr>
        <p:spPr>
          <a:xfrm>
            <a:off x="2979502" y="250639"/>
            <a:ext cx="565138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Topics Covered</a:t>
            </a:r>
            <a:endParaRPr sz="3600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"/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4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198" name="Google Shape;198;p4"/>
          <p:cNvSpPr txBox="1"/>
          <p:nvPr/>
        </p:nvSpPr>
        <p:spPr>
          <a:xfrm>
            <a:off x="838200" y="1640293"/>
            <a:ext cx="7556387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Functions 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Types of f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unctions 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Conclusions </a:t>
            </a:r>
            <a:endParaRPr dirty="0"/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Video links </a:t>
            </a:r>
            <a:endParaRPr dirty="0"/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References 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4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/>
          <p:cNvSpPr txBox="1">
            <a:spLocks noGrp="1"/>
          </p:cNvSpPr>
          <p:nvPr>
            <p:ph type="title"/>
          </p:nvPr>
        </p:nvSpPr>
        <p:spPr>
          <a:xfrm>
            <a:off x="3117047" y="369679"/>
            <a:ext cx="5715000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Functions and its type </a:t>
            </a:r>
            <a:endParaRPr sz="3600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5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11" name="Google Shape;211;p5"/>
          <p:cNvSpPr txBox="1"/>
          <p:nvPr/>
        </p:nvSpPr>
        <p:spPr>
          <a:xfrm>
            <a:off x="801384" y="1954489"/>
            <a:ext cx="7623426" cy="4149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650" rIns="0" bIns="0" anchor="t" anchorCtr="0">
            <a:spAutoFit/>
          </a:bodyPr>
          <a:lstStyle/>
          <a:p>
            <a:pPr marL="368068" marR="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Definition: 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function </a:t>
            </a:r>
            <a:r>
              <a:rPr lang="en-US" sz="2400" b="0" i="1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 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2400" b="0" i="1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 sz="2400" b="0" i="1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 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maps each </a:t>
            </a:r>
            <a:r>
              <a:rPr lang="en-US" sz="2400" b="0" i="1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∈ </a:t>
            </a:r>
            <a:r>
              <a:rPr lang="en-US" sz="2400" b="0" i="1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exactly one </a:t>
            </a:r>
            <a:r>
              <a:rPr lang="en-US" sz="2400" b="0" i="1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 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∈ </a:t>
            </a:r>
            <a:r>
              <a:rPr lang="en-US" sz="2400" b="0" i="1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368068" marR="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Domain(f) = A</a:t>
            </a:r>
          </a:p>
          <a:p>
            <a:pPr marL="368068" marR="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Co-domain(f) = B</a:t>
            </a:r>
          </a:p>
          <a:p>
            <a:pPr marL="368068" marR="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Range(f) is sub-set of B.</a:t>
            </a:r>
            <a:endParaRPr lang="en-US" sz="2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168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168" marR="0" lvl="0" indent="0" algn="l" rtl="0">
              <a:spcBef>
                <a:spcPts val="69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Examples:</a:t>
            </a:r>
          </a:p>
          <a:p>
            <a:pPr marL="482368" lvl="0" indent="-457200">
              <a:spcBef>
                <a:spcPts val="69"/>
              </a:spcBef>
              <a:buAutoNum type="arabicParenBoth"/>
            </a:pP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If A = {1, 2, 3, 4} and B = {2, 3, 4, 5}. Then </a:t>
            </a:r>
          </a:p>
          <a:p>
            <a:pPr marL="539518" lvl="0" indent="-514350">
              <a:spcBef>
                <a:spcPts val="69"/>
              </a:spcBef>
              <a:buAutoNum type="romanLcParenBoth"/>
            </a:pP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f(x) = x+1 is function.</a:t>
            </a:r>
          </a:p>
          <a:p>
            <a:pPr marL="539518" lvl="0" indent="-514350">
              <a:spcBef>
                <a:spcPts val="69"/>
              </a:spcBef>
              <a:buAutoNum type="romanLcParenBoth"/>
            </a:pP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 But f(x) = x-1 is not function because f(1)=0, as 0 is not in   </a:t>
            </a:r>
          </a:p>
          <a:p>
            <a:pPr marL="25168" lvl="0">
              <a:spcBef>
                <a:spcPts val="69"/>
              </a:spcBef>
            </a:pP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         the set B. </a:t>
            </a:r>
            <a:endParaRPr sz="240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5"/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ns</a:t>
            </a:r>
            <a:endParaRPr sz="118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" name="Google Shape;218;p5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6"/>
          <p:cNvSpPr txBox="1">
            <a:spLocks noGrp="1"/>
          </p:cNvSpPr>
          <p:nvPr>
            <p:ph type="title"/>
          </p:nvPr>
        </p:nvSpPr>
        <p:spPr>
          <a:xfrm>
            <a:off x="3164439" y="276118"/>
            <a:ext cx="54102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Types of Functions</a:t>
            </a:r>
            <a:endParaRPr sz="3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4" name="Google Shape;224;p6"/>
          <p:cNvSpPr txBox="1">
            <a:spLocks noGrp="1"/>
          </p:cNvSpPr>
          <p:nvPr>
            <p:ph type="body" idx="1"/>
          </p:nvPr>
        </p:nvSpPr>
        <p:spPr>
          <a:xfrm>
            <a:off x="821934" y="1752600"/>
            <a:ext cx="7592602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Constant Function: 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f(x) = c, for all x in a domain of f.</a:t>
            </a:r>
          </a:p>
          <a:p>
            <a:pPr marR="0" lvl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dirty="0"/>
          </a:p>
          <a:p>
            <a:pPr marL="342900" lvl="0" indent="-342900">
              <a:spcBef>
                <a:spcPts val="480"/>
              </a:spcBef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Identity Function: </a:t>
            </a: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f(x) = x, for all x in a domain of f.</a:t>
            </a:r>
          </a:p>
          <a:p>
            <a:pPr lvl="0">
              <a:spcBef>
                <a:spcPts val="480"/>
              </a:spcBef>
              <a:buClr>
                <a:schemeClr val="dk1"/>
              </a:buClr>
              <a:buSzPts val="2400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Polynomial Function: </a:t>
            </a:r>
          </a:p>
          <a:p>
            <a:pPr marR="0" lvl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f(x) = a + bx is polynomial of degree one.</a:t>
            </a:r>
            <a:endParaRPr dirty="0"/>
          </a:p>
          <a:p>
            <a:pPr marL="342900" indent="-342900">
              <a:spcBef>
                <a:spcPts val="480"/>
              </a:spcBef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Modulus Function: </a:t>
            </a: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f(x) = |x|, for all x in a domain of f.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endParaRPr dirty="0"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Sine and Cosine Functions: </a:t>
            </a:r>
          </a:p>
          <a:p>
            <a:pPr>
              <a:spcBef>
                <a:spcPts val="480"/>
              </a:spcBef>
              <a:buClr>
                <a:schemeClr val="dk1"/>
              </a:buClr>
              <a:buSzPts val="2400"/>
            </a:pP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       f(x) = sin(x), for all x in a domain of f.</a:t>
            </a:r>
          </a:p>
          <a:p>
            <a:pPr>
              <a:spcBef>
                <a:spcPts val="480"/>
              </a:spcBef>
              <a:buClr>
                <a:schemeClr val="dk1"/>
              </a:buClr>
              <a:buSzPts val="2400"/>
            </a:pP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       f(x) = cos(x), for all x in a domain of f.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dirty="0"/>
          </a:p>
        </p:txBody>
      </p:sp>
      <p:pic>
        <p:nvPicPr>
          <p:cNvPr id="225" name="Google Shape;225;p6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0B01EB7A-AE9D-96F7-CDCF-6E77ACF26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6">
            <a:extLst>
              <a:ext uri="{FF2B5EF4-FFF2-40B4-BE49-F238E27FC236}">
                <a16:creationId xmlns:a16="http://schemas.microsoft.com/office/drawing/2014/main" id="{FCE442D0-2A58-F43C-FEEF-1844DF4FDC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64439" y="276118"/>
            <a:ext cx="54102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Types of Functions</a:t>
            </a:r>
            <a:endParaRPr sz="3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4" name="Google Shape;224;p6">
            <a:extLst>
              <a:ext uri="{FF2B5EF4-FFF2-40B4-BE49-F238E27FC236}">
                <a16:creationId xmlns:a16="http://schemas.microsoft.com/office/drawing/2014/main" id="{AAC0BABD-3C31-1826-6402-B401D148A8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21934" y="1752600"/>
            <a:ext cx="7592602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Signum 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Function: </a:t>
            </a: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f(x) = |x|/x, x is non-zero.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endParaRPr dirty="0"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 and exponential Functions: </a:t>
            </a:r>
          </a:p>
          <a:p>
            <a:pPr>
              <a:spcBef>
                <a:spcPts val="480"/>
              </a:spcBef>
              <a:buClr>
                <a:schemeClr val="dk1"/>
              </a:buClr>
              <a:buSzPts val="2400"/>
            </a:pP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       f(x) = log(x), for all x &gt; 0.</a:t>
            </a:r>
          </a:p>
          <a:p>
            <a:pPr>
              <a:spcBef>
                <a:spcPts val="480"/>
              </a:spcBef>
              <a:buClr>
                <a:schemeClr val="dk1"/>
              </a:buClr>
              <a:buSzPts val="2400"/>
            </a:pP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       f(x) = exp(x), for all x in a domain of f.</a:t>
            </a:r>
          </a:p>
          <a:p>
            <a:pPr>
              <a:spcBef>
                <a:spcPts val="480"/>
              </a:spcBef>
              <a:buClr>
                <a:schemeClr val="dk1"/>
              </a:buClr>
              <a:buSzPts val="2400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spcBef>
                <a:spcPts val="480"/>
              </a:spcBef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Greatest Integer 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Function: </a:t>
            </a:r>
          </a:p>
          <a:p>
            <a:pPr>
              <a:spcBef>
                <a:spcPts val="480"/>
              </a:spcBef>
              <a:buClr>
                <a:schemeClr val="dk1"/>
              </a:buClr>
              <a:buSzPts val="2400"/>
            </a:pP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    f(x) = [x], for all x in a domain of f.</a:t>
            </a:r>
          </a:p>
          <a:p>
            <a:pPr>
              <a:spcBef>
                <a:spcPts val="480"/>
              </a:spcBef>
              <a:buClr>
                <a:schemeClr val="dk1"/>
              </a:buClr>
              <a:buSzPts val="2400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25" name="Google Shape;225;p6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54FDF2E0-9487-5809-E072-AB099A24DA4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502333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>
          <a:extLst>
            <a:ext uri="{FF2B5EF4-FFF2-40B4-BE49-F238E27FC236}">
              <a16:creationId xmlns:a16="http://schemas.microsoft.com/office/drawing/2014/main" id="{2D4C5C92-335B-B453-6361-C38AAEB58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7">
            <a:extLst>
              <a:ext uri="{FF2B5EF4-FFF2-40B4-BE49-F238E27FC236}">
                <a16:creationId xmlns:a16="http://schemas.microsoft.com/office/drawing/2014/main" id="{79215C35-7A20-5D87-A517-40A3D0F56B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24199" y="386995"/>
            <a:ext cx="5762947" cy="850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Activity</a:t>
            </a:r>
            <a:endParaRPr sz="3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1" name="Google Shape;231;p7">
            <a:extLst>
              <a:ext uri="{FF2B5EF4-FFF2-40B4-BE49-F238E27FC236}">
                <a16:creationId xmlns:a16="http://schemas.microsoft.com/office/drawing/2014/main" id="{2B59EBD3-4E3C-48C0-3674-3C6793AFE2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1810823"/>
            <a:ext cx="7551506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4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Question: </a:t>
            </a: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Find domain and range of the following functions. Also, Identify the types of the following functions: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1. f(x) = 2x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2. f(x) = x³ from ℝ to ℝ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3. f(x) = x + 3 (ℝ to ℝ)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4. f(x) = 5</a:t>
            </a:r>
            <a:endParaRPr lang="en-IN" sz="24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R="0" lvl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5. f(x) = x² + 2x + 1</a:t>
            </a:r>
            <a:endParaRPr lang="en-IN" sz="24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R="0" lvl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6. f(x) = (x² + 1)/(x - 2)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32" name="Google Shape;232;p7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756FFF88-E5D5-C79A-F95A-3461447AC29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42513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15617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0"/>
          <p:cNvSpPr txBox="1">
            <a:spLocks noGrp="1"/>
          </p:cNvSpPr>
          <p:nvPr>
            <p:ph type="title"/>
          </p:nvPr>
        </p:nvSpPr>
        <p:spPr>
          <a:xfrm>
            <a:off x="3397824" y="404975"/>
            <a:ext cx="4419600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Conclusion</a:t>
            </a:r>
            <a:endParaRPr sz="3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2" name="Google Shape;252;p10"/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9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53" name="Google Shape;253;p10"/>
          <p:cNvSpPr txBox="1"/>
          <p:nvPr/>
        </p:nvSpPr>
        <p:spPr>
          <a:xfrm>
            <a:off x="903737" y="1981200"/>
            <a:ext cx="7332397" cy="190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9450" rIns="0" bIns="0" anchor="t" anchorCtr="0">
            <a:spAutoFit/>
          </a:bodyPr>
          <a:lstStyle/>
          <a:p>
            <a:pPr marL="368068" marR="0" lvl="0" indent="-342900" algn="l" rtl="0">
              <a:lnSpc>
                <a:spcPct val="150000"/>
              </a:lnSpc>
              <a:spcBef>
                <a:spcPts val="8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Types of Function have been presented. </a:t>
            </a:r>
            <a:endParaRPr sz="2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68068" marR="0" lvl="0" indent="-342900" algn="l" rtl="0">
              <a:lnSpc>
                <a:spcPct val="150000"/>
              </a:lnSpc>
              <a:spcBef>
                <a:spcPts val="8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Bijective function will be discussed in next topic. </a:t>
            </a:r>
            <a:endParaRPr sz="2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168" marR="0" lvl="0" indent="0" algn="l" rtl="0">
              <a:spcBef>
                <a:spcPts val="860"/>
              </a:spcBef>
              <a:spcAft>
                <a:spcPts val="0"/>
              </a:spcAft>
              <a:buNone/>
            </a:pPr>
            <a:endParaRPr sz="218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0" i="0" u="sng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0" name="Google Shape;260;p10" descr="A red and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10" descr="A red and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42513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1"/>
          <p:cNvSpPr txBox="1">
            <a:spLocks noGrp="1"/>
          </p:cNvSpPr>
          <p:nvPr>
            <p:ph type="ctrTitle"/>
          </p:nvPr>
        </p:nvSpPr>
        <p:spPr>
          <a:xfrm>
            <a:off x="3184985" y="370725"/>
            <a:ext cx="5555025" cy="1066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Video Links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4876931" y="761137"/>
            <a:ext cx="609600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269" name="Google Shape;269;p11" descr="A red and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1"/>
          <p:cNvSpPr/>
          <p:nvPr/>
        </p:nvSpPr>
        <p:spPr>
          <a:xfrm>
            <a:off x="780836" y="1906481"/>
            <a:ext cx="7787811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5"/>
              </a:rPr>
              <a:t>https://youtu.be/J1PGoNNhCyk?si=DItKDs4n9qLYu9XW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/>
              </a:rPr>
              <a:t>https://youtu.be/i4PDeOd94xU?si=TAW2Qpesvs7MJduT 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7"/>
              </a:rPr>
              <a:t>https://youtu.be/N_d7VWojOf8?si=PXDFCSM8FbtdN4FA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8"/>
              </a:rPr>
              <a:t>https://youtu.be/eOJTHeleV54?si=di5CYBn8Ec-VJiwq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"/>
          <p:cNvSpPr txBox="1">
            <a:spLocks noGrp="1"/>
          </p:cNvSpPr>
          <p:nvPr>
            <p:ph type="ctrTitle"/>
          </p:nvPr>
        </p:nvSpPr>
        <p:spPr>
          <a:xfrm>
            <a:off x="3124200" y="350179"/>
            <a:ext cx="5334000" cy="1066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mbria"/>
              <a:buNone/>
            </a:pPr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References</a:t>
            </a:r>
            <a:endParaRPr sz="3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07" name="Google Shape;307;p11"/>
          <p:cNvGraphicFramePr/>
          <p:nvPr>
            <p:extLst>
              <p:ext uri="{D42A27DB-BD31-4B8C-83A1-F6EECF244321}">
                <p14:modId xmlns:p14="http://schemas.microsoft.com/office/powerpoint/2010/main" val="3897323024"/>
              </p:ext>
            </p:extLst>
          </p:nvPr>
        </p:nvGraphicFramePr>
        <p:xfrm>
          <a:off x="685800" y="1612182"/>
          <a:ext cx="7929081" cy="454589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0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44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29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93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20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017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Sr. No.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Author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Name of the Book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Publisher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 dirty="0"/>
                        <a:t>Year of Publication</a:t>
                      </a:r>
                      <a:endParaRPr sz="1600" b="1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26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1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B.S. Grewal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Engineering Mathematics – I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Khanna Publishers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2017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17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2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B.V. Ramana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Higher Engineering Mathematics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Tata McGraw-Hill Education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2009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17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3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Erwin Kreyszig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 dirty="0"/>
                        <a:t>Advanced Engineering Mathematics</a:t>
                      </a:r>
                      <a:endParaRPr sz="16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Wiley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2011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17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4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N.P. Bali and Manish Goyal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Engineering Mathematics – I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Laxmi Publications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2015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17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5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S.K. Gupta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 dirty="0"/>
                        <a:t>Mathematical Methods for Engineers</a:t>
                      </a:r>
                      <a:endParaRPr sz="16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Wiley India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 dirty="0"/>
                        <a:t>2013</a:t>
                      </a:r>
                      <a:endParaRPr sz="16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08" name="Google Shape;308;p11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3"/>
          <p:cNvSpPr txBox="1"/>
          <p:nvPr/>
        </p:nvSpPr>
        <p:spPr>
          <a:xfrm>
            <a:off x="2514600" y="2438400"/>
            <a:ext cx="4191000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1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Thanks!!!</a:t>
            </a:r>
            <a:endParaRPr sz="8000" b="1" i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p13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639</Words>
  <Application>Microsoft Office PowerPoint</Application>
  <PresentationFormat>On-screen Show (4:3)</PresentationFormat>
  <Paragraphs>110</Paragraphs>
  <Slides>12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Arial</vt:lpstr>
      <vt:lpstr>Arial Black</vt:lpstr>
      <vt:lpstr>Cambria</vt:lpstr>
      <vt:lpstr>Times New Roman</vt:lpstr>
      <vt:lpstr>Noto Sans Symbols</vt:lpstr>
      <vt:lpstr>Calibri</vt:lpstr>
      <vt:lpstr>Casper</vt:lpstr>
      <vt:lpstr>Theme1</vt:lpstr>
      <vt:lpstr>Custom Design</vt:lpstr>
      <vt:lpstr>CorelDRAW</vt:lpstr>
      <vt:lpstr>PowerPoint Presentation</vt:lpstr>
      <vt:lpstr>CO mappings</vt:lpstr>
      <vt:lpstr>CO-PO mappings</vt:lpstr>
      <vt:lpstr>Topics Covered</vt:lpstr>
      <vt:lpstr>Functions and its type </vt:lpstr>
      <vt:lpstr>Types of Functions</vt:lpstr>
      <vt:lpstr>Types of Functions</vt:lpstr>
      <vt:lpstr>Activity</vt:lpstr>
      <vt:lpstr>Conclusion</vt:lpstr>
      <vt:lpstr>Video Links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student</dc:creator>
  <cp:lastModifiedBy>MOHD SARTAJ</cp:lastModifiedBy>
  <cp:revision>1</cp:revision>
  <dcterms:created xsi:type="dcterms:W3CDTF">2006-08-16T00:00:00Z</dcterms:created>
  <dcterms:modified xsi:type="dcterms:W3CDTF">2026-07-01T05:53:21Z</dcterms:modified>
</cp:coreProperties>
</file>