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5"/>
  </p:notesMasterIdLst>
  <p:sldIdLst>
    <p:sldId id="328" r:id="rId3"/>
    <p:sldId id="397" r:id="rId4"/>
    <p:sldId id="391" r:id="rId5"/>
    <p:sldId id="259" r:id="rId6"/>
    <p:sldId id="260" r:id="rId7"/>
    <p:sldId id="400" r:id="rId8"/>
    <p:sldId id="262" r:id="rId9"/>
    <p:sldId id="399" r:id="rId10"/>
    <p:sldId id="265" r:id="rId11"/>
    <p:sldId id="266" r:id="rId12"/>
    <p:sldId id="270" r:id="rId13"/>
    <p:sldId id="268" r:id="rId14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Z1n5E7f8r0tSIDAQiT39GWf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8A3491-71FE-494F-9F1E-8FF0199CC4C4}">
  <a:tblStyle styleId="{5F8A3491-71FE-494F-9F1E-8FF0199CC4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EB89C-06C1-44E6-A0DF-4EB53B7467C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36E81B-1CC6-4513-8A3D-0BC75C0FDB99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1T05:51:53.891" v="1916" actId="20577"/>
      <pc:docMkLst>
        <pc:docMk/>
      </pc:docMkLst>
      <pc:sldChg chg="addSp delSp modSp del mod">
        <pc:chgData name="MOHD SARTAJ" userId="0be50391adb133e1" providerId="LiveId" clId="{849D2220-9185-4955-8F14-CE40930C4662}" dt="2026-07-01T04:41:59.768" v="140" actId="47"/>
        <pc:sldMkLst>
          <pc:docMk/>
          <pc:sldMk cId="0" sldId="256"/>
        </pc:sldMkLst>
        <pc:spChg chg="add del">
          <ac:chgData name="MOHD SARTAJ" userId="0be50391adb133e1" providerId="LiveId" clId="{849D2220-9185-4955-8F14-CE40930C4662}" dt="2026-07-01T04:41:13.766" v="136" actId="22"/>
          <ac:spMkLst>
            <pc:docMk/>
            <pc:sldMk cId="0" sldId="256"/>
            <ac:spMk id="3" creationId="{DBB27D8A-44C7-311C-B745-8173C5ED0BD5}"/>
          </ac:spMkLst>
        </pc:spChg>
        <pc:spChg chg="mod">
          <ac:chgData name="MOHD SARTAJ" userId="0be50391adb133e1" providerId="LiveId" clId="{849D2220-9185-4955-8F14-CE40930C4662}" dt="2026-07-01T04:40:02.697" v="134" actId="20577"/>
          <ac:spMkLst>
            <pc:docMk/>
            <pc:sldMk cId="0" sldId="256"/>
            <ac:spMk id="168" creationId="{00000000-0000-0000-0000-000000000000}"/>
          </ac:spMkLst>
        </pc:spChg>
        <pc:picChg chg="add del">
          <ac:chgData name="MOHD SARTAJ" userId="0be50391adb133e1" providerId="LiveId" clId="{849D2220-9185-4955-8F14-CE40930C4662}" dt="2026-07-01T04:41:27.155" v="138" actId="22"/>
          <ac:picMkLst>
            <pc:docMk/>
            <pc:sldMk cId="0" sldId="256"/>
            <ac:picMk id="5" creationId="{DB785308-9198-EE39-A28B-6704A861B0A0}"/>
          </ac:picMkLst>
        </pc:picChg>
      </pc:sldChg>
      <pc:sldChg chg="del">
        <pc:chgData name="MOHD SARTAJ" userId="0be50391adb133e1" providerId="LiveId" clId="{849D2220-9185-4955-8F14-CE40930C4662}" dt="2026-06-08T12:00:21.690" v="10" actId="47"/>
        <pc:sldMkLst>
          <pc:docMk/>
          <pc:sldMk cId="0" sldId="257"/>
        </pc:sldMkLst>
      </pc:sldChg>
      <pc:sldChg chg="del">
        <pc:chgData name="MOHD SARTAJ" userId="0be50391adb133e1" providerId="LiveId" clId="{849D2220-9185-4955-8F14-CE40930C4662}" dt="2026-07-01T04:42:31.466" v="144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1T05:05:05.233" v="520" actId="6549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42:49.806" v="187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05:05.233" v="520" actId="6549"/>
          <ac:spMkLst>
            <pc:docMk/>
            <pc:sldMk cId="0" sldId="259"/>
            <ac:spMk id="198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5:49:12.499" v="1879" actId="6549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1T05:49:12.499" v="1879" actId="6549"/>
          <ac:spMkLst>
            <pc:docMk/>
            <pc:sldMk cId="0" sldId="260"/>
            <ac:spMk id="204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44:13.096" v="1733" actId="113"/>
          <ac:spMkLst>
            <pc:docMk/>
            <pc:sldMk cId="0" sldId="260"/>
            <ac:spMk id="211" creationId="{00000000-0000-0000-0000-000000000000}"/>
          </ac:spMkLst>
        </pc:spChg>
        <pc:picChg chg="del">
          <ac:chgData name="MOHD SARTAJ" userId="0be50391adb133e1" providerId="LiveId" clId="{849D2220-9185-4955-8F14-CE40930C4662}" dt="2026-07-01T05:05:47.864" v="522" actId="478"/>
          <ac:picMkLst>
            <pc:docMk/>
            <pc:sldMk cId="0" sldId="260"/>
            <ac:picMk id="206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3.361" v="523" actId="478"/>
          <ac:picMkLst>
            <pc:docMk/>
            <pc:sldMk cId="0" sldId="260"/>
            <ac:picMk id="207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3.361" v="523" actId="478"/>
          <ac:picMkLst>
            <pc:docMk/>
            <pc:sldMk cId="0" sldId="260"/>
            <ac:picMk id="208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55.671" v="524" actId="478"/>
          <ac:picMkLst>
            <pc:docMk/>
            <pc:sldMk cId="0" sldId="260"/>
            <ac:picMk id="209" creationId="{00000000-0000-0000-0000-000000000000}"/>
          </ac:picMkLst>
        </pc:picChg>
        <pc:picChg chg="del">
          <ac:chgData name="MOHD SARTAJ" userId="0be50391adb133e1" providerId="LiveId" clId="{849D2220-9185-4955-8F14-CE40930C4662}" dt="2026-07-01T05:05:47.864" v="522" actId="478"/>
          <ac:picMkLst>
            <pc:docMk/>
            <pc:sldMk cId="0" sldId="260"/>
            <ac:picMk id="210" creationId="{00000000-0000-0000-0000-000000000000}"/>
          </ac:picMkLst>
        </pc:picChg>
      </pc:sldChg>
      <pc:sldChg chg="modSp del mod">
        <pc:chgData name="MOHD SARTAJ" userId="0be50391adb133e1" providerId="LiveId" clId="{849D2220-9185-4955-8F14-CE40930C4662}" dt="2026-07-01T05:50:16.060" v="1884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1T04:43:51.563" v="234" actId="1036"/>
          <ac:spMkLst>
            <pc:docMk/>
            <pc:sldMk cId="0" sldId="261"/>
            <ac:spMk id="223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21:35.666" v="989" actId="5793"/>
          <ac:spMkLst>
            <pc:docMk/>
            <pc:sldMk cId="0" sldId="261"/>
            <ac:spMk id="224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5:48:48.833" v="1856" actId="20577"/>
        <pc:sldMkLst>
          <pc:docMk/>
          <pc:sldMk cId="0" sldId="262"/>
        </pc:sldMkLst>
        <pc:spChg chg="mod">
          <ac:chgData name="MOHD SARTAJ" userId="0be50391adb133e1" providerId="LiveId" clId="{849D2220-9185-4955-8F14-CE40930C4662}" dt="2026-07-01T05:25:58.774" v="1139" actId="14100"/>
          <ac:spMkLst>
            <pc:docMk/>
            <pc:sldMk cId="0" sldId="262"/>
            <ac:spMk id="230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48:48.833" v="1856" actId="20577"/>
          <ac:spMkLst>
            <pc:docMk/>
            <pc:sldMk cId="0" sldId="262"/>
            <ac:spMk id="231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35:51.033" v="1429" actId="47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7-01T04:44:52.418" v="270" actId="1035"/>
          <ac:spMkLst>
            <pc:docMk/>
            <pc:sldMk cId="0" sldId="263"/>
            <ac:spMk id="237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35:52.496" v="1430" actId="4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45:31.624" v="292" actId="14100"/>
          <ac:spMkLst>
            <pc:docMk/>
            <pc:sldMk cId="0" sldId="264"/>
            <ac:spMk id="244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5:51:08.519" v="1909" actId="20577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45:53.303" v="341" actId="1035"/>
          <ac:spMkLst>
            <pc:docMk/>
            <pc:sldMk cId="0" sldId="265"/>
            <ac:spMk id="251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51:08.519" v="1909" actId="20577"/>
          <ac:spMkLst>
            <pc:docMk/>
            <pc:sldMk cId="0" sldId="265"/>
            <ac:spMk id="25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5:51:53.891" v="1916" actId="20577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7-01T04:46:15.636" v="384" actId="103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MOHD SARTAJ" userId="0be50391adb133e1" providerId="LiveId" clId="{849D2220-9185-4955-8F14-CE40930C4662}" dt="2026-07-01T05:51:53.891" v="1916" actId="20577"/>
          <ac:spMkLst>
            <pc:docMk/>
            <pc:sldMk cId="0" sldId="266"/>
            <ac:spMk id="270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2:00:44.195" v="12" actId="47"/>
        <pc:sldMkLst>
          <pc:docMk/>
          <pc:sldMk cId="0" sldId="267"/>
        </pc:sldMkLst>
      </pc:sldChg>
      <pc:sldChg chg="modSp mod">
        <pc:chgData name="MOHD SARTAJ" userId="0be50391adb133e1" providerId="LiveId" clId="{849D2220-9185-4955-8F14-CE40930C4662}" dt="2026-07-01T04:46:51.300" v="392" actId="207"/>
        <pc:sldMkLst>
          <pc:docMk/>
          <pc:sldMk cId="0" sldId="268"/>
        </pc:sldMkLst>
        <pc:spChg chg="mod">
          <ac:chgData name="MOHD SARTAJ" userId="0be50391adb133e1" providerId="LiveId" clId="{849D2220-9185-4955-8F14-CE40930C4662}" dt="2026-07-01T04:46:51.300" v="392" actId="207"/>
          <ac:spMkLst>
            <pc:docMk/>
            <pc:sldMk cId="0" sldId="268"/>
            <ac:spMk id="282" creationId="{00000000-0000-0000-0000-000000000000}"/>
          </ac:spMkLst>
        </pc:spChg>
      </pc:sldChg>
      <pc:sldChg chg="add del">
        <pc:chgData name="MOHD SARTAJ" userId="0be50391adb133e1" providerId="LiveId" clId="{849D2220-9185-4955-8F14-CE40930C4662}" dt="2026-07-01T04:42:30.867" v="143" actId="47"/>
        <pc:sldMkLst>
          <pc:docMk/>
          <pc:sldMk cId="0" sldId="269"/>
        </pc:sldMkLst>
      </pc:sldChg>
      <pc:sldChg chg="modSp add mod">
        <pc:chgData name="MOHD SARTAJ" userId="0be50391adb133e1" providerId="LiveId" clId="{849D2220-9185-4955-8F14-CE40930C4662}" dt="2026-07-01T04:46:35.847" v="391" actId="1035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7-01T04:46:35.847" v="391" actId="1035"/>
          <ac:spMkLst>
            <pc:docMk/>
            <pc:sldMk cId="0" sldId="270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08T12:02:04.577" v="18" actId="14100"/>
          <ac:graphicFrameMkLst>
            <pc:docMk/>
            <pc:sldMk cId="0" sldId="270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1T05:37:03.288" v="1433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5:37:03.288" v="1433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43:16.321" v="1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43:16.321" v="190" actId="2711"/>
          <ac:spMkLst>
            <pc:docMk/>
            <pc:sldMk cId="3429158645" sldId="391"/>
            <ac:spMk id="5" creationId="{7AA2250C-970C-8B81-CD6B-892C1690A55D}"/>
          </ac:spMkLst>
        </pc:spChg>
      </pc:sldChg>
      <pc:sldChg chg="modSp add mod">
        <pc:chgData name="MOHD SARTAJ" userId="0be50391adb133e1" providerId="LiveId" clId="{849D2220-9185-4955-8F14-CE40930C4662}" dt="2026-07-01T04:43:03.051" v="188" actId="255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43:03.051" v="188" actId="255"/>
          <ac:spMkLst>
            <pc:docMk/>
            <pc:sldMk cId="0" sldId="397"/>
            <ac:spMk id="175" creationId="{00000000-0000-0000-0000-000000000000}"/>
          </ac:spMkLst>
        </pc:spChg>
      </pc:sldChg>
      <pc:sldChg chg="modSp add del mod">
        <pc:chgData name="MOHD SARTAJ" userId="0be50391adb133e1" providerId="LiveId" clId="{849D2220-9185-4955-8F14-CE40930C4662}" dt="2026-07-01T05:50:02.448" v="1883" actId="47"/>
        <pc:sldMkLst>
          <pc:docMk/>
          <pc:sldMk cId="2950233369" sldId="398"/>
        </pc:sldMkLst>
        <pc:spChg chg="mod">
          <ac:chgData name="MOHD SARTAJ" userId="0be50391adb133e1" providerId="LiveId" clId="{849D2220-9185-4955-8F14-CE40930C4662}" dt="2026-07-01T05:24:37.734" v="1117" actId="20577"/>
          <ac:spMkLst>
            <pc:docMk/>
            <pc:sldMk cId="2950233369" sldId="398"/>
            <ac:spMk id="224" creationId="{AAC0BABD-3C31-1826-6402-B401D148A83D}"/>
          </ac:spMkLst>
        </pc:spChg>
      </pc:sldChg>
      <pc:sldChg chg="modSp add mod">
        <pc:chgData name="MOHD SARTAJ" userId="0be50391adb133e1" providerId="LiveId" clId="{849D2220-9185-4955-8F14-CE40930C4662}" dt="2026-07-01T05:46:54.200" v="1822" actId="20577"/>
        <pc:sldMkLst>
          <pc:docMk/>
          <pc:sldMk cId="615617830" sldId="399"/>
        </pc:sldMkLst>
        <pc:spChg chg="mod">
          <ac:chgData name="MOHD SARTAJ" userId="0be50391adb133e1" providerId="LiveId" clId="{849D2220-9185-4955-8F14-CE40930C4662}" dt="2026-07-01T05:26:30.611" v="1148" actId="20577"/>
          <ac:spMkLst>
            <pc:docMk/>
            <pc:sldMk cId="615617830" sldId="399"/>
            <ac:spMk id="230" creationId="{79215C35-7A20-5D87-A517-40A3D0F56B78}"/>
          </ac:spMkLst>
        </pc:spChg>
        <pc:spChg chg="mod">
          <ac:chgData name="MOHD SARTAJ" userId="0be50391adb133e1" providerId="LiveId" clId="{849D2220-9185-4955-8F14-CE40930C4662}" dt="2026-07-01T05:46:54.200" v="1822" actId="20577"/>
          <ac:spMkLst>
            <pc:docMk/>
            <pc:sldMk cId="615617830" sldId="399"/>
            <ac:spMk id="231" creationId="{2B59EBD3-4E3C-48C0-3674-3C6793AFE2E6}"/>
          </ac:spMkLst>
        </pc:spChg>
      </pc:sldChg>
      <pc:sldChg chg="addSp delSp modSp add mod">
        <pc:chgData name="MOHD SARTAJ" userId="0be50391adb133e1" providerId="LiveId" clId="{849D2220-9185-4955-8F14-CE40930C4662}" dt="2026-07-01T05:49:34.639" v="1882"/>
        <pc:sldMkLst>
          <pc:docMk/>
          <pc:sldMk cId="2902523667" sldId="400"/>
        </pc:sldMkLst>
        <pc:spChg chg="add del mod">
          <ac:chgData name="MOHD SARTAJ" userId="0be50391adb133e1" providerId="LiveId" clId="{849D2220-9185-4955-8F14-CE40930C4662}" dt="2026-07-01T05:49:33.569" v="1881" actId="478"/>
          <ac:spMkLst>
            <pc:docMk/>
            <pc:sldMk cId="2902523667" sldId="400"/>
            <ac:spMk id="3" creationId="{389CCEA2-AFDC-5689-897E-2DCFC1CD7DAF}"/>
          </ac:spMkLst>
        </pc:spChg>
        <pc:spChg chg="add mod">
          <ac:chgData name="MOHD SARTAJ" userId="0be50391adb133e1" providerId="LiveId" clId="{849D2220-9185-4955-8F14-CE40930C4662}" dt="2026-07-01T05:49:34.639" v="1882"/>
          <ac:spMkLst>
            <pc:docMk/>
            <pc:sldMk cId="2902523667" sldId="400"/>
            <ac:spMk id="4" creationId="{5C41F8DA-D311-7B55-146A-15E5E42E050A}"/>
          </ac:spMkLst>
        </pc:spChg>
        <pc:spChg chg="del">
          <ac:chgData name="MOHD SARTAJ" userId="0be50391adb133e1" providerId="LiveId" clId="{849D2220-9185-4955-8F14-CE40930C4662}" dt="2026-07-01T05:49:29.409" v="1880" actId="478"/>
          <ac:spMkLst>
            <pc:docMk/>
            <pc:sldMk cId="2902523667" sldId="400"/>
            <ac:spMk id="204" creationId="{E3E6C0ED-62D9-D26F-1D60-FFA46E1C1694}"/>
          </ac:spMkLst>
        </pc:spChg>
        <pc:spChg chg="mod">
          <ac:chgData name="MOHD SARTAJ" userId="0be50391adb133e1" providerId="LiveId" clId="{849D2220-9185-4955-8F14-CE40930C4662}" dt="2026-07-01T05:43:28.049" v="1725" actId="20577"/>
          <ac:spMkLst>
            <pc:docMk/>
            <pc:sldMk cId="2902523667" sldId="400"/>
            <ac:spMk id="211" creationId="{60DB50AB-15E5-B733-ECE5-B48D1DBBB6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17A186B-D924-25B2-D8CE-EFE32E7E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EE2729CD-FE66-631A-C7FE-919779430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15675063-2018-4385-8E42-5988F77F9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0329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92D684D6-1F27-B27E-D702-76340F84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>
            <a:extLst>
              <a:ext uri="{FF2B5EF4-FFF2-40B4-BE49-F238E27FC236}">
                <a16:creationId xmlns:a16="http://schemas.microsoft.com/office/drawing/2014/main" id="{111D0F2E-ACEF-F029-2536-116099B6D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>
            <a:extLst>
              <a:ext uri="{FF2B5EF4-FFF2-40B4-BE49-F238E27FC236}">
                <a16:creationId xmlns:a16="http://schemas.microsoft.com/office/drawing/2014/main" id="{FE7F0B59-D282-C555-1ABA-12D7AE517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5606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0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eOJTHeleV54?si=di5CYBn8Ec-VJiwq" TargetMode="External"/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hyperlink" Target="https://youtu.be/N_d7VWojOf8?si=PXDFCSM8FbtdN4F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J1PGoNNhCyk?si=DItKDs4n9qLYu9XW" TargetMode="External"/><Relationship Id="rId5" Type="http://schemas.openxmlformats.org/officeDocument/2006/relationships/hyperlink" Target="https://youtu.be/RVACT19HC14?si=4jFYxisIuRzZ8pRc" TargetMode="Externa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Unit-2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2.2.2)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2979502" y="250639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Covered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200" y="1640293"/>
            <a:ext cx="755638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One-One, Onto functions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Bijective f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unctions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Bijective Functions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01384" y="1954489"/>
            <a:ext cx="7623426" cy="316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368068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Definition: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function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maps each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∈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exactly one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∈ 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Then it is said to be</a:t>
            </a:r>
          </a:p>
          <a:p>
            <a:pPr marL="368068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One-one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if  f(x) = f(y) gives x = y.</a:t>
            </a:r>
          </a:p>
          <a:p>
            <a:pPr marL="368068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Onto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if 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Co-domain(f) = B =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Range(f)</a:t>
            </a:r>
          </a:p>
          <a:p>
            <a:pPr marL="368068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Bijective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f is one-one and onto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both.</a:t>
            </a:r>
            <a:endParaRPr lang="en-US"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93C8A63-089C-0680-00A6-94A98A94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1334FD74-F50B-5DE9-2F35-6B78DDE2187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1" name="Google Shape;211;p5">
            <a:extLst>
              <a:ext uri="{FF2B5EF4-FFF2-40B4-BE49-F238E27FC236}">
                <a16:creationId xmlns:a16="http://schemas.microsoft.com/office/drawing/2014/main" id="{60DB50AB-15E5-B733-ECE5-B48D1DBBB64D}"/>
              </a:ext>
            </a:extLst>
          </p:cNvPr>
          <p:cNvSpPr txBox="1"/>
          <p:nvPr/>
        </p:nvSpPr>
        <p:spPr>
          <a:xfrm>
            <a:off x="801384" y="1954489"/>
            <a:ext cx="7623426" cy="308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650" rIns="0" bIns="0" anchor="t" anchorCtr="0">
            <a:spAutoFit/>
          </a:bodyPr>
          <a:lstStyle/>
          <a:p>
            <a:pPr marL="25168" marR="0" lvl="0" indent="0" algn="l" rtl="0">
              <a:spcBef>
                <a:spcPts val="69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</a:p>
          <a:p>
            <a:pPr marL="482368" lvl="0" indent="-457200">
              <a:spcBef>
                <a:spcPts val="69"/>
              </a:spcBef>
              <a:buAutoNum type="arabicParenBoth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If A = {1, 2, 3, 4} and B = {2, 3, 4, 5}. Then </a:t>
            </a:r>
          </a:p>
          <a:p>
            <a:pPr marL="25168" lvl="0">
              <a:spcBef>
                <a:spcPts val="69"/>
              </a:spcBef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      f(x) = x+1 is one-one and onto (bijective) function.</a:t>
            </a:r>
          </a:p>
          <a:p>
            <a:pPr marL="25168" lvl="0">
              <a:spcBef>
                <a:spcPts val="69"/>
              </a:spcBef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L="25168" lvl="0">
              <a:spcBef>
                <a:spcPts val="69"/>
              </a:spcBef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(2)  If A = {1, 2, 3, 4} and B = {1, 2, 3, 4, 5}. Then </a:t>
            </a:r>
          </a:p>
          <a:p>
            <a:pPr marL="25168" lvl="0">
              <a:spcBef>
                <a:spcPts val="69"/>
              </a:spcBef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      f(x) = x is one-one but not onto function.</a:t>
            </a:r>
          </a:p>
          <a:p>
            <a:pPr marL="25168" lvl="0">
              <a:spcBef>
                <a:spcPts val="69"/>
              </a:spcBef>
            </a:pP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 marL="25168" lvl="0">
              <a:spcBef>
                <a:spcPts val="69"/>
              </a:spcBef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(3) But f(x) = sin(x) is neither one-one nor onto function. </a:t>
            </a:r>
            <a:endParaRPr sz="24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>
            <a:extLst>
              <a:ext uri="{FF2B5EF4-FFF2-40B4-BE49-F238E27FC236}">
                <a16:creationId xmlns:a16="http://schemas.microsoft.com/office/drawing/2014/main" id="{F186D4AD-1AD3-13D1-DEB2-DD320027FB8A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9F944FB-AE26-D2B0-5CEB-D1B4D0631E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04;p5">
            <a:extLst>
              <a:ext uri="{FF2B5EF4-FFF2-40B4-BE49-F238E27FC236}">
                <a16:creationId xmlns:a16="http://schemas.microsoft.com/office/drawing/2014/main" id="{5C41F8DA-D311-7B55-146A-15E5E42E05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47" y="369679"/>
            <a:ext cx="57150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Bijective Functions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2523667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>
            <a:spLocks noGrp="1"/>
          </p:cNvSpPr>
          <p:nvPr>
            <p:ph type="title"/>
          </p:nvPr>
        </p:nvSpPr>
        <p:spPr>
          <a:xfrm>
            <a:off x="3124199" y="386995"/>
            <a:ext cx="5762947" cy="85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Examples of Functions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Google Shape;231;p7"/>
          <p:cNvSpPr txBox="1">
            <a:spLocks noGrp="1"/>
          </p:cNvSpPr>
          <p:nvPr>
            <p:ph type="body" idx="1"/>
          </p:nvPr>
        </p:nvSpPr>
        <p:spPr>
          <a:xfrm>
            <a:off x="914400" y="1810823"/>
            <a:ext cx="6729573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One-One: f(x) = 2x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Onto: f(x) = x³ from ℝ to ℝ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Bijective: f(x) = x + 3 (ℝ to ℝ)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Not bijective: f(x) = 5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• Bijective: f(x) = x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2" name="Google Shape;232;p7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D4C5C92-335B-B453-6361-C38AAEB5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>
            <a:extLst>
              <a:ext uri="{FF2B5EF4-FFF2-40B4-BE49-F238E27FC236}">
                <a16:creationId xmlns:a16="http://schemas.microsoft.com/office/drawing/2014/main" id="{79215C35-7A20-5D87-A517-40A3D0F56B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199" y="386995"/>
            <a:ext cx="5762947" cy="85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Activity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Google Shape;231;p7">
            <a:extLst>
              <a:ext uri="{FF2B5EF4-FFF2-40B4-BE49-F238E27FC236}">
                <a16:creationId xmlns:a16="http://schemas.microsoft.com/office/drawing/2014/main" id="{2B59EBD3-4E3C-48C0-3674-3C6793AFE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1810823"/>
            <a:ext cx="7551506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Question: </a:t>
            </a: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Which of the following functions are bijective: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US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1. f(x) = |x|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f(x) = x³ from ℝ to ℝ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 f(x) = x + 3 (ℝ to ℝ)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4. f(x) = log(x), x &gt; 0</a:t>
            </a:r>
            <a:endParaRPr lang="en-IN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5. f(x) = x² + 2x + 1</a:t>
            </a:r>
            <a:endParaRPr lang="en-IN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6. f(x) = [x]</a:t>
            </a:r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7. f(x) = exp(x)</a:t>
            </a:r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2" name="Google Shape;232;p7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56FFF88-E5D5-C79A-F95A-3461447AC2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61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3397824" y="404975"/>
            <a:ext cx="44196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903737" y="1981200"/>
            <a:ext cx="7332397" cy="19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lvl="0" indent="-342900">
              <a:lnSpc>
                <a:spcPct val="150000"/>
              </a:lnSpc>
              <a:spcBef>
                <a:spcPts val="860"/>
              </a:spcBef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Bijective function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been presented.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Composition of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functions will be discussed in next topic. 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860"/>
              </a:spcBef>
              <a:spcAft>
                <a:spcPts val="0"/>
              </a:spcAft>
              <a:buNone/>
            </a:pPr>
            <a:endParaRPr sz="21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ctrTitle"/>
          </p:nvPr>
        </p:nvSpPr>
        <p:spPr>
          <a:xfrm>
            <a:off x="3184985" y="370725"/>
            <a:ext cx="5555025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69" name="Google Shape;269;p11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780836" y="1906481"/>
            <a:ext cx="7787811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https://youtu.be/RVACT19HC14?si=4jFYxisIuRzZ8pRc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6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https://youtu.be/N_d7VWojOf8?si=PXDFCSM8FbtdN4FA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https://youtu.be/eOJTHeleV54?si=di5CYBn8Ec-VJiwq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50179"/>
            <a:ext cx="53340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3897323024"/>
              </p:ext>
            </p:extLst>
          </p:nvPr>
        </p:nvGraphicFramePr>
        <p:xfrm>
          <a:off x="685800" y="1612182"/>
          <a:ext cx="7929081" cy="45458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Year of Publication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B.S. Grewal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Khanna Publishers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B.V. Ramana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Higher Engineering Mathematics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Tata McGraw-Hill Education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2009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Erwin Kreyszig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Advanced Engineering Mathematics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N.P. Bali and Manish Goyal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Laxmi Publications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S.K. Gupta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Mathematical Methods for Engineers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 India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2013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558</Words>
  <Application>Microsoft Office PowerPoint</Application>
  <PresentationFormat>On-screen Show (4:3)</PresentationFormat>
  <Paragraphs>101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Casper</vt:lpstr>
      <vt:lpstr>Arial</vt:lpstr>
      <vt:lpstr>Arial Black</vt:lpstr>
      <vt:lpstr>Cambria</vt:lpstr>
      <vt:lpstr>Times New Roman</vt:lpstr>
      <vt:lpstr>Noto Sans Symbols</vt:lpstr>
      <vt:lpstr>Calibri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Bijective Functions </vt:lpstr>
      <vt:lpstr>Bijective Functions </vt:lpstr>
      <vt:lpstr>Examples of Functions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</cp:revision>
  <dcterms:created xsi:type="dcterms:W3CDTF">2006-08-16T00:00:00Z</dcterms:created>
  <dcterms:modified xsi:type="dcterms:W3CDTF">2026-07-01T05:52:02Z</dcterms:modified>
</cp:coreProperties>
</file>