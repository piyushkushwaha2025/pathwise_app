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2" r:id="rId2"/>
  </p:sldMasterIdLst>
  <p:notesMasterIdLst>
    <p:notesMasterId r:id="rId14"/>
  </p:notesMasterIdLst>
  <p:sldIdLst>
    <p:sldId id="328" r:id="rId3"/>
    <p:sldId id="397" r:id="rId4"/>
    <p:sldId id="391" r:id="rId5"/>
    <p:sldId id="259" r:id="rId6"/>
    <p:sldId id="263" r:id="rId7"/>
    <p:sldId id="264" r:id="rId8"/>
    <p:sldId id="398" r:id="rId9"/>
    <p:sldId id="265" r:id="rId10"/>
    <p:sldId id="266" r:id="rId11"/>
    <p:sldId id="270" r:id="rId12"/>
    <p:sldId id="268" r:id="rId13"/>
  </p:sldIdLst>
  <p:sldSz cx="9144000" cy="6858000" type="screen4x3"/>
  <p:notesSz cx="6858000" cy="9144000"/>
  <p:embeddedFontLst>
    <p:embeddedFont>
      <p:font typeface="Arial Black" panose="020B0A04020102020204" pitchFamily="34" charset="0"/>
      <p:bold r:id="rId15"/>
    </p:embeddedFont>
    <p:embeddedFont>
      <p:font typeface="Cambria" panose="02040503050406030204" pitchFamily="18" charset="0"/>
      <p:regular r:id="rId16"/>
      <p:bold r:id="rId17"/>
      <p:italic r:id="rId18"/>
      <p:boldItalic r:id="rId19"/>
    </p:embeddedFont>
    <p:embeddedFont>
      <p:font typeface="Cambria Math" panose="02040503050406030204" pitchFamily="18" charset="0"/>
      <p:regular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4" roundtripDataSignature="AMtx7mgZ1n5E7f8r0tSIDAQiT39GWfXF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F8A3491-71FE-494F-9F1E-8FF0199CC4C4}">
  <a:tblStyle styleId="{5F8A3491-71FE-494F-9F1E-8FF0199CC4C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lastCol>
    <a:firstCol>
      <a:tcTxStyle b="on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firstCol>
    <a:lastRow>
      <a:tcTxStyle b="on" i="off"/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lef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FEEB89C-06C1-44E6-A0DF-4EB53B7467CB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236E81B-1CC6-4513-8A3D-0BC75C0FDB99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tcBdr/>
        <a:fill>
          <a:solidFill>
            <a:srgbClr val="CACA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ACA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E6E6E6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/>
        <a:fill>
          <a:solidFill>
            <a:srgbClr val="E6E6E6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7" d="100"/>
          <a:sy n="57" d="100"/>
        </p:scale>
        <p:origin x="1540" y="1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4.fntdata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3.fntdata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customschemas.google.com/relationships/presentationmetadata" Target="metadata"/><Relationship Id="rId5" Type="http://schemas.openxmlformats.org/officeDocument/2006/relationships/slide" Target="slides/slide3.xml"/><Relationship Id="rId15" Type="http://schemas.openxmlformats.org/officeDocument/2006/relationships/font" Target="fonts/font1.fntdata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font" Target="fonts/font5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D SARTAJ" userId="0be50391adb133e1" providerId="LiveId" clId="{849D2220-9185-4955-8F14-CE40930C4662}"/>
    <pc:docChg chg="undo custSel addSld delSld modSld">
      <pc:chgData name="MOHD SARTAJ" userId="0be50391adb133e1" providerId="LiveId" clId="{849D2220-9185-4955-8F14-CE40930C4662}" dt="2026-07-01T06:48:46.539" v="1455" actId="20577"/>
      <pc:docMkLst>
        <pc:docMk/>
      </pc:docMkLst>
      <pc:sldChg chg="addSp delSp modSp del mod">
        <pc:chgData name="MOHD SARTAJ" userId="0be50391adb133e1" providerId="LiveId" clId="{849D2220-9185-4955-8F14-CE40930C4662}" dt="2026-07-01T04:41:59.768" v="140" actId="47"/>
        <pc:sldMkLst>
          <pc:docMk/>
          <pc:sldMk cId="0" sldId="256"/>
        </pc:sldMkLst>
        <pc:spChg chg="add del">
          <ac:chgData name="MOHD SARTAJ" userId="0be50391adb133e1" providerId="LiveId" clId="{849D2220-9185-4955-8F14-CE40930C4662}" dt="2026-07-01T04:41:13.766" v="136" actId="22"/>
          <ac:spMkLst>
            <pc:docMk/>
            <pc:sldMk cId="0" sldId="256"/>
            <ac:spMk id="3" creationId="{DBB27D8A-44C7-311C-B745-8173C5ED0BD5}"/>
          </ac:spMkLst>
        </pc:spChg>
        <pc:spChg chg="mod">
          <ac:chgData name="MOHD SARTAJ" userId="0be50391adb133e1" providerId="LiveId" clId="{849D2220-9185-4955-8F14-CE40930C4662}" dt="2026-07-01T04:40:02.697" v="134" actId="20577"/>
          <ac:spMkLst>
            <pc:docMk/>
            <pc:sldMk cId="0" sldId="256"/>
            <ac:spMk id="168" creationId="{00000000-0000-0000-0000-000000000000}"/>
          </ac:spMkLst>
        </pc:spChg>
        <pc:picChg chg="add del">
          <ac:chgData name="MOHD SARTAJ" userId="0be50391adb133e1" providerId="LiveId" clId="{849D2220-9185-4955-8F14-CE40930C4662}" dt="2026-07-01T04:41:27.155" v="138" actId="22"/>
          <ac:picMkLst>
            <pc:docMk/>
            <pc:sldMk cId="0" sldId="256"/>
            <ac:picMk id="5" creationId="{DB785308-9198-EE39-A28B-6704A861B0A0}"/>
          </ac:picMkLst>
        </pc:picChg>
      </pc:sldChg>
      <pc:sldChg chg="del">
        <pc:chgData name="MOHD SARTAJ" userId="0be50391adb133e1" providerId="LiveId" clId="{849D2220-9185-4955-8F14-CE40930C4662}" dt="2026-06-08T12:00:21.690" v="10" actId="47"/>
        <pc:sldMkLst>
          <pc:docMk/>
          <pc:sldMk cId="0" sldId="257"/>
        </pc:sldMkLst>
      </pc:sldChg>
      <pc:sldChg chg="del">
        <pc:chgData name="MOHD SARTAJ" userId="0be50391adb133e1" providerId="LiveId" clId="{849D2220-9185-4955-8F14-CE40930C4662}" dt="2026-07-01T04:42:31.466" v="144" actId="47"/>
        <pc:sldMkLst>
          <pc:docMk/>
          <pc:sldMk cId="0" sldId="258"/>
        </pc:sldMkLst>
      </pc:sldChg>
      <pc:sldChg chg="delSp modSp mod">
        <pc:chgData name="MOHD SARTAJ" userId="0be50391adb133e1" providerId="LiveId" clId="{849D2220-9185-4955-8F14-CE40930C4662}" dt="2026-07-01T06:48:46.539" v="1455" actId="20577"/>
        <pc:sldMkLst>
          <pc:docMk/>
          <pc:sldMk cId="0" sldId="259"/>
        </pc:sldMkLst>
        <pc:spChg chg="mod">
          <ac:chgData name="MOHD SARTAJ" userId="0be50391adb133e1" providerId="LiveId" clId="{849D2220-9185-4955-8F14-CE40930C4662}" dt="2026-07-01T04:42:49.806" v="187" actId="1035"/>
          <ac:spMkLst>
            <pc:docMk/>
            <pc:sldMk cId="0" sldId="259"/>
            <ac:spMk id="190" creationId="{00000000-0000-0000-0000-000000000000}"/>
          </ac:spMkLst>
        </pc:spChg>
        <pc:spChg chg="mod">
          <ac:chgData name="MOHD SARTAJ" userId="0be50391adb133e1" providerId="LiveId" clId="{849D2220-9185-4955-8F14-CE40930C4662}" dt="2026-07-01T06:48:46.539" v="1455" actId="20577"/>
          <ac:spMkLst>
            <pc:docMk/>
            <pc:sldMk cId="0" sldId="259"/>
            <ac:spMk id="198" creationId="{00000000-0000-0000-0000-000000000000}"/>
          </ac:spMkLst>
        </pc:spChg>
      </pc:sldChg>
      <pc:sldChg chg="delSp modSp del mod">
        <pc:chgData name="MOHD SARTAJ" userId="0be50391adb133e1" providerId="LiveId" clId="{849D2220-9185-4955-8F14-CE40930C4662}" dt="2026-07-01T05:55:18.592" v="490" actId="47"/>
        <pc:sldMkLst>
          <pc:docMk/>
          <pc:sldMk cId="0" sldId="260"/>
        </pc:sldMkLst>
        <pc:spChg chg="mod">
          <ac:chgData name="MOHD SARTAJ" userId="0be50391adb133e1" providerId="LiveId" clId="{849D2220-9185-4955-8F14-CE40930C4662}" dt="2026-07-01T04:43:28.949" v="192" actId="255"/>
          <ac:spMkLst>
            <pc:docMk/>
            <pc:sldMk cId="0" sldId="260"/>
            <ac:spMk id="204" creationId="{00000000-0000-0000-0000-000000000000}"/>
          </ac:spMkLst>
        </pc:spChg>
      </pc:sldChg>
      <pc:sldChg chg="modSp del mod">
        <pc:chgData name="MOHD SARTAJ" userId="0be50391adb133e1" providerId="LiveId" clId="{849D2220-9185-4955-8F14-CE40930C4662}" dt="2026-07-01T05:55:23.816" v="491" actId="47"/>
        <pc:sldMkLst>
          <pc:docMk/>
          <pc:sldMk cId="0" sldId="261"/>
        </pc:sldMkLst>
        <pc:spChg chg="mod">
          <ac:chgData name="MOHD SARTAJ" userId="0be50391adb133e1" providerId="LiveId" clId="{849D2220-9185-4955-8F14-CE40930C4662}" dt="2026-07-01T04:43:51.563" v="234" actId="1036"/>
          <ac:spMkLst>
            <pc:docMk/>
            <pc:sldMk cId="0" sldId="261"/>
            <ac:spMk id="223" creationId="{00000000-0000-0000-0000-000000000000}"/>
          </ac:spMkLst>
        </pc:spChg>
      </pc:sldChg>
      <pc:sldChg chg="modSp del mod">
        <pc:chgData name="MOHD SARTAJ" userId="0be50391adb133e1" providerId="LiveId" clId="{849D2220-9185-4955-8F14-CE40930C4662}" dt="2026-07-01T06:07:39.439" v="843" actId="47"/>
        <pc:sldMkLst>
          <pc:docMk/>
          <pc:sldMk cId="0" sldId="262"/>
        </pc:sldMkLst>
        <pc:spChg chg="mod">
          <ac:chgData name="MOHD SARTAJ" userId="0be50391adb133e1" providerId="LiveId" clId="{849D2220-9185-4955-8F14-CE40930C4662}" dt="2026-07-01T04:44:27.131" v="240" actId="14100"/>
          <ac:spMkLst>
            <pc:docMk/>
            <pc:sldMk cId="0" sldId="262"/>
            <ac:spMk id="230" creationId="{00000000-0000-0000-0000-000000000000}"/>
          </ac:spMkLst>
        </pc:spChg>
      </pc:sldChg>
      <pc:sldChg chg="modSp mod">
        <pc:chgData name="MOHD SARTAJ" userId="0be50391adb133e1" providerId="LiveId" clId="{849D2220-9185-4955-8F14-CE40930C4662}" dt="2026-07-01T06:48:22.737" v="1438" actId="20577"/>
        <pc:sldMkLst>
          <pc:docMk/>
          <pc:sldMk cId="0" sldId="263"/>
        </pc:sldMkLst>
        <pc:spChg chg="mod">
          <ac:chgData name="MOHD SARTAJ" userId="0be50391adb133e1" providerId="LiveId" clId="{849D2220-9185-4955-8F14-CE40930C4662}" dt="2026-07-01T06:48:03.425" v="1434" actId="20577"/>
          <ac:spMkLst>
            <pc:docMk/>
            <pc:sldMk cId="0" sldId="263"/>
            <ac:spMk id="237" creationId="{00000000-0000-0000-0000-000000000000}"/>
          </ac:spMkLst>
        </pc:spChg>
        <pc:spChg chg="mod">
          <ac:chgData name="MOHD SARTAJ" userId="0be50391adb133e1" providerId="LiveId" clId="{849D2220-9185-4955-8F14-CE40930C4662}" dt="2026-07-01T06:48:22.737" v="1438" actId="20577"/>
          <ac:spMkLst>
            <pc:docMk/>
            <pc:sldMk cId="0" sldId="263"/>
            <ac:spMk id="238" creationId="{00000000-0000-0000-0000-000000000000}"/>
          </ac:spMkLst>
        </pc:spChg>
      </pc:sldChg>
      <pc:sldChg chg="modSp mod">
        <pc:chgData name="MOHD SARTAJ" userId="0be50391adb133e1" providerId="LiveId" clId="{849D2220-9185-4955-8F14-CE40930C4662}" dt="2026-07-01T06:42:28.414" v="1296" actId="1035"/>
        <pc:sldMkLst>
          <pc:docMk/>
          <pc:sldMk cId="0" sldId="264"/>
        </pc:sldMkLst>
        <pc:spChg chg="mod">
          <ac:chgData name="MOHD SARTAJ" userId="0be50391adb133e1" providerId="LiveId" clId="{849D2220-9185-4955-8F14-CE40930C4662}" dt="2026-07-01T06:42:28.414" v="1296" actId="1035"/>
          <ac:spMkLst>
            <pc:docMk/>
            <pc:sldMk cId="0" sldId="264"/>
            <ac:spMk id="244" creationId="{00000000-0000-0000-0000-000000000000}"/>
          </ac:spMkLst>
        </pc:spChg>
        <pc:spChg chg="mod">
          <ac:chgData name="MOHD SARTAJ" userId="0be50391adb133e1" providerId="LiveId" clId="{849D2220-9185-4955-8F14-CE40930C4662}" dt="2026-07-01T06:42:17.470" v="1284" actId="1035"/>
          <ac:spMkLst>
            <pc:docMk/>
            <pc:sldMk cId="0" sldId="264"/>
            <ac:spMk id="245" creationId="{00000000-0000-0000-0000-000000000000}"/>
          </ac:spMkLst>
        </pc:spChg>
      </pc:sldChg>
      <pc:sldChg chg="delSp modSp mod">
        <pc:chgData name="MOHD SARTAJ" userId="0be50391adb133e1" providerId="LiveId" clId="{849D2220-9185-4955-8F14-CE40930C4662}" dt="2026-07-01T06:11:48.105" v="986" actId="20577"/>
        <pc:sldMkLst>
          <pc:docMk/>
          <pc:sldMk cId="0" sldId="265"/>
        </pc:sldMkLst>
        <pc:spChg chg="mod">
          <ac:chgData name="MOHD SARTAJ" userId="0be50391adb133e1" providerId="LiveId" clId="{849D2220-9185-4955-8F14-CE40930C4662}" dt="2026-07-01T04:45:53.303" v="341" actId="1035"/>
          <ac:spMkLst>
            <pc:docMk/>
            <pc:sldMk cId="0" sldId="265"/>
            <ac:spMk id="251" creationId="{00000000-0000-0000-0000-000000000000}"/>
          </ac:spMkLst>
        </pc:spChg>
        <pc:spChg chg="mod">
          <ac:chgData name="MOHD SARTAJ" userId="0be50391adb133e1" providerId="LiveId" clId="{849D2220-9185-4955-8F14-CE40930C4662}" dt="2026-07-01T06:11:48.105" v="986" actId="20577"/>
          <ac:spMkLst>
            <pc:docMk/>
            <pc:sldMk cId="0" sldId="265"/>
            <ac:spMk id="253" creationId="{00000000-0000-0000-0000-000000000000}"/>
          </ac:spMkLst>
        </pc:spChg>
      </pc:sldChg>
      <pc:sldChg chg="modSp mod">
        <pc:chgData name="MOHD SARTAJ" userId="0be50391adb133e1" providerId="LiveId" clId="{849D2220-9185-4955-8F14-CE40930C4662}" dt="2026-07-01T06:10:40.137" v="918" actId="113"/>
        <pc:sldMkLst>
          <pc:docMk/>
          <pc:sldMk cId="0" sldId="266"/>
        </pc:sldMkLst>
        <pc:spChg chg="mod">
          <ac:chgData name="MOHD SARTAJ" userId="0be50391adb133e1" providerId="LiveId" clId="{849D2220-9185-4955-8F14-CE40930C4662}" dt="2026-07-01T04:46:15.636" v="384" actId="1035"/>
          <ac:spMkLst>
            <pc:docMk/>
            <pc:sldMk cId="0" sldId="266"/>
            <ac:spMk id="267" creationId="{00000000-0000-0000-0000-000000000000}"/>
          </ac:spMkLst>
        </pc:spChg>
        <pc:spChg chg="mod">
          <ac:chgData name="MOHD SARTAJ" userId="0be50391adb133e1" providerId="LiveId" clId="{849D2220-9185-4955-8F14-CE40930C4662}" dt="2026-07-01T06:10:40.137" v="918" actId="113"/>
          <ac:spMkLst>
            <pc:docMk/>
            <pc:sldMk cId="0" sldId="266"/>
            <ac:spMk id="270" creationId="{00000000-0000-0000-0000-000000000000}"/>
          </ac:spMkLst>
        </pc:spChg>
      </pc:sldChg>
      <pc:sldChg chg="del">
        <pc:chgData name="MOHD SARTAJ" userId="0be50391adb133e1" providerId="LiveId" clId="{849D2220-9185-4955-8F14-CE40930C4662}" dt="2026-06-08T12:00:44.195" v="12" actId="47"/>
        <pc:sldMkLst>
          <pc:docMk/>
          <pc:sldMk cId="0" sldId="267"/>
        </pc:sldMkLst>
      </pc:sldChg>
      <pc:sldChg chg="modSp mod">
        <pc:chgData name="MOHD SARTAJ" userId="0be50391adb133e1" providerId="LiveId" clId="{849D2220-9185-4955-8F14-CE40930C4662}" dt="2026-07-01T04:46:51.300" v="392" actId="207"/>
        <pc:sldMkLst>
          <pc:docMk/>
          <pc:sldMk cId="0" sldId="268"/>
        </pc:sldMkLst>
        <pc:spChg chg="mod">
          <ac:chgData name="MOHD SARTAJ" userId="0be50391adb133e1" providerId="LiveId" clId="{849D2220-9185-4955-8F14-CE40930C4662}" dt="2026-07-01T04:46:51.300" v="392" actId="207"/>
          <ac:spMkLst>
            <pc:docMk/>
            <pc:sldMk cId="0" sldId="268"/>
            <ac:spMk id="282" creationId="{00000000-0000-0000-0000-000000000000}"/>
          </ac:spMkLst>
        </pc:spChg>
      </pc:sldChg>
      <pc:sldChg chg="add del">
        <pc:chgData name="MOHD SARTAJ" userId="0be50391adb133e1" providerId="LiveId" clId="{849D2220-9185-4955-8F14-CE40930C4662}" dt="2026-07-01T04:42:30.867" v="143" actId="47"/>
        <pc:sldMkLst>
          <pc:docMk/>
          <pc:sldMk cId="0" sldId="269"/>
        </pc:sldMkLst>
      </pc:sldChg>
      <pc:sldChg chg="modSp add mod">
        <pc:chgData name="MOHD SARTAJ" userId="0be50391adb133e1" providerId="LiveId" clId="{849D2220-9185-4955-8F14-CE40930C4662}" dt="2026-07-01T04:46:35.847" v="391" actId="1035"/>
        <pc:sldMkLst>
          <pc:docMk/>
          <pc:sldMk cId="0" sldId="270"/>
        </pc:sldMkLst>
        <pc:spChg chg="mod">
          <ac:chgData name="MOHD SARTAJ" userId="0be50391adb133e1" providerId="LiveId" clId="{849D2220-9185-4955-8F14-CE40930C4662}" dt="2026-07-01T04:46:35.847" v="391" actId="1035"/>
          <ac:spMkLst>
            <pc:docMk/>
            <pc:sldMk cId="0" sldId="270"/>
            <ac:spMk id="306" creationId="{00000000-0000-0000-0000-000000000000}"/>
          </ac:spMkLst>
        </pc:spChg>
        <pc:graphicFrameChg chg="mod modGraphic">
          <ac:chgData name="MOHD SARTAJ" userId="0be50391adb133e1" providerId="LiveId" clId="{849D2220-9185-4955-8F14-CE40930C4662}" dt="2026-06-08T12:02:04.577" v="18" actId="14100"/>
          <ac:graphicFrameMkLst>
            <pc:docMk/>
            <pc:sldMk cId="0" sldId="270"/>
            <ac:graphicFrameMk id="307" creationId="{00000000-0000-0000-0000-000000000000}"/>
          </ac:graphicFrameMkLst>
        </pc:graphicFrameChg>
      </pc:sldChg>
      <pc:sldChg chg="modSp add mod">
        <pc:chgData name="MOHD SARTAJ" userId="0be50391adb133e1" providerId="LiveId" clId="{849D2220-9185-4955-8F14-CE40930C4662}" dt="2026-07-01T06:09:24.015" v="884" actId="20577"/>
        <pc:sldMkLst>
          <pc:docMk/>
          <pc:sldMk cId="138525569" sldId="328"/>
        </pc:sldMkLst>
        <pc:spChg chg="mod">
          <ac:chgData name="MOHD SARTAJ" userId="0be50391adb133e1" providerId="LiveId" clId="{849D2220-9185-4955-8F14-CE40930C4662}" dt="2026-07-01T06:09:24.015" v="884" actId="20577"/>
          <ac:spMkLst>
            <pc:docMk/>
            <pc:sldMk cId="138525569" sldId="328"/>
            <ac:spMk id="26" creationId="{00000000-0000-0000-0000-000000000000}"/>
          </ac:spMkLst>
        </pc:spChg>
      </pc:sldChg>
      <pc:sldChg chg="modSp add mod">
        <pc:chgData name="MOHD SARTAJ" userId="0be50391adb133e1" providerId="LiveId" clId="{849D2220-9185-4955-8F14-CE40930C4662}" dt="2026-07-01T04:43:16.321" v="190" actId="2711"/>
        <pc:sldMkLst>
          <pc:docMk/>
          <pc:sldMk cId="3429158645" sldId="391"/>
        </pc:sldMkLst>
        <pc:spChg chg="mod">
          <ac:chgData name="MOHD SARTAJ" userId="0be50391adb133e1" providerId="LiveId" clId="{849D2220-9185-4955-8F14-CE40930C4662}" dt="2026-07-01T04:43:16.321" v="190" actId="2711"/>
          <ac:spMkLst>
            <pc:docMk/>
            <pc:sldMk cId="3429158645" sldId="391"/>
            <ac:spMk id="5" creationId="{7AA2250C-970C-8B81-CD6B-892C1690A55D}"/>
          </ac:spMkLst>
        </pc:spChg>
      </pc:sldChg>
      <pc:sldChg chg="modSp add mod">
        <pc:chgData name="MOHD SARTAJ" userId="0be50391adb133e1" providerId="LiveId" clId="{849D2220-9185-4955-8F14-CE40930C4662}" dt="2026-07-01T04:43:03.051" v="188" actId="255"/>
        <pc:sldMkLst>
          <pc:docMk/>
          <pc:sldMk cId="0" sldId="397"/>
        </pc:sldMkLst>
        <pc:spChg chg="mod">
          <ac:chgData name="MOHD SARTAJ" userId="0be50391adb133e1" providerId="LiveId" clId="{849D2220-9185-4955-8F14-CE40930C4662}" dt="2026-07-01T04:43:03.051" v="188" actId="255"/>
          <ac:spMkLst>
            <pc:docMk/>
            <pc:sldMk cId="0" sldId="397"/>
            <ac:spMk id="175" creationId="{00000000-0000-0000-0000-000000000000}"/>
          </ac:spMkLst>
        </pc:spChg>
      </pc:sldChg>
      <pc:sldChg chg="modSp add mod">
        <pc:chgData name="MOHD SARTAJ" userId="0be50391adb133e1" providerId="LiveId" clId="{849D2220-9185-4955-8F14-CE40930C4662}" dt="2026-07-01T06:47:02.925" v="1423" actId="20577"/>
        <pc:sldMkLst>
          <pc:docMk/>
          <pc:sldMk cId="3606871348" sldId="398"/>
        </pc:sldMkLst>
        <pc:spChg chg="mod">
          <ac:chgData name="MOHD SARTAJ" userId="0be50391adb133e1" providerId="LiveId" clId="{849D2220-9185-4955-8F14-CE40930C4662}" dt="2026-07-01T06:01:47.636" v="666" actId="20577"/>
          <ac:spMkLst>
            <pc:docMk/>
            <pc:sldMk cId="3606871348" sldId="398"/>
            <ac:spMk id="244" creationId="{45868CD2-F098-AFE0-EB4A-D0CEAB115B65}"/>
          </ac:spMkLst>
        </pc:spChg>
        <pc:spChg chg="mod">
          <ac:chgData name="MOHD SARTAJ" userId="0be50391adb133e1" providerId="LiveId" clId="{849D2220-9185-4955-8F14-CE40930C4662}" dt="2026-07-01T06:47:02.925" v="1423" actId="20577"/>
          <ac:spMkLst>
            <pc:docMk/>
            <pc:sldMk cId="3606871348" sldId="398"/>
            <ac:spMk id="245" creationId="{77BD22F7-3B22-7EFD-B246-5EC2F448714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72" name="Google Shape;17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>
          <a:extLst>
            <a:ext uri="{FF2B5EF4-FFF2-40B4-BE49-F238E27FC236}">
              <a16:creationId xmlns:a16="http://schemas.microsoft.com/office/drawing/2014/main" id="{F5D05046-7691-9583-3296-A02E41475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9:notes">
            <a:extLst>
              <a:ext uri="{FF2B5EF4-FFF2-40B4-BE49-F238E27FC236}">
                <a16:creationId xmlns:a16="http://schemas.microsoft.com/office/drawing/2014/main" id="{BD062D55-FA05-2B7D-CF85-8C73A1B364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9:notes">
            <a:extLst>
              <a:ext uri="{FF2B5EF4-FFF2-40B4-BE49-F238E27FC236}">
                <a16:creationId xmlns:a16="http://schemas.microsoft.com/office/drawing/2014/main" id="{0926FA33-0038-8D97-86F9-9A8AF81707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61590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64" name="Google Shape;26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 type="titleOnly">
  <p:cSld name="TITLE_ONL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5"/>
          <p:cNvSpPr txBox="1">
            <a:spLocks noGrp="1"/>
          </p:cNvSpPr>
          <p:nvPr>
            <p:ph type="title"/>
          </p:nvPr>
        </p:nvSpPr>
        <p:spPr>
          <a:xfrm>
            <a:off x="855663" y="762000"/>
            <a:ext cx="8288337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" name="Google Shape;17;p16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R="0" lvl="1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16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>
            <a:spLocks noGrp="1"/>
          </p:cNvSpPr>
          <p:nvPr>
            <p:ph type="ctrTitle"/>
          </p:nvPr>
        </p:nvSpPr>
        <p:spPr>
          <a:xfrm>
            <a:off x="1143000" y="3429000"/>
            <a:ext cx="7772400" cy="1066799"/>
          </a:xfrm>
          <a:prstGeom prst="rect">
            <a:avLst/>
          </a:prstGeom>
          <a:solidFill>
            <a:schemeClr val="lt1"/>
          </a:solidFill>
          <a:ln w="19050" cap="sq" cmpd="thinThick">
            <a:solidFill>
              <a:schemeClr val="dk1"/>
            </a:solidFill>
            <a:prstDash val="solid"/>
            <a:bevel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17"/>
          <p:cNvSpPr txBox="1"/>
          <p:nvPr/>
        </p:nvSpPr>
        <p:spPr>
          <a:xfrm>
            <a:off x="2804328" y="87868"/>
            <a:ext cx="63396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>
            <a:spLocks noGrp="1"/>
          </p:cNvSpPr>
          <p:nvPr>
            <p:ph type="title"/>
          </p:nvPr>
        </p:nvSpPr>
        <p:spPr>
          <a:xfrm>
            <a:off x="990600" y="1066800"/>
            <a:ext cx="79248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mbria"/>
              <a:buNone/>
              <a:defRPr sz="2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9" name="Google Shape;29;p18"/>
          <p:cNvSpPr txBox="1">
            <a:spLocks noGrp="1"/>
          </p:cNvSpPr>
          <p:nvPr>
            <p:ph type="body" idx="1"/>
          </p:nvPr>
        </p:nvSpPr>
        <p:spPr>
          <a:xfrm>
            <a:off x="914400" y="1752600"/>
            <a:ext cx="80010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18"/>
          <p:cNvSpPr txBox="1"/>
          <p:nvPr/>
        </p:nvSpPr>
        <p:spPr>
          <a:xfrm>
            <a:off x="2804329" y="0"/>
            <a:ext cx="63396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9"/>
          <p:cNvSpPr txBox="1">
            <a:spLocks noGrp="1"/>
          </p:cNvSpPr>
          <p:nvPr>
            <p:ph type="body" idx="1"/>
          </p:nvPr>
        </p:nvSpPr>
        <p:spPr>
          <a:xfrm>
            <a:off x="762000" y="14478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83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body" idx="2"/>
          </p:nvPr>
        </p:nvSpPr>
        <p:spPr>
          <a:xfrm>
            <a:off x="1066800" y="609600"/>
            <a:ext cx="7924800" cy="68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 rtl="0">
              <a:spcBef>
                <a:spcPts val="64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Arial"/>
              <a:buNone/>
              <a:defRPr sz="3200" b="1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19"/>
          <p:cNvSpPr txBox="1"/>
          <p:nvPr/>
        </p:nvSpPr>
        <p:spPr>
          <a:xfrm>
            <a:off x="2804329" y="87868"/>
            <a:ext cx="61872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and Communication Engineering (CCE)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" name="Google Shape;39;p20"/>
          <p:cNvSpPr>
            <a:spLocks noGrp="1"/>
          </p:cNvSpPr>
          <p:nvPr>
            <p:ph type="pic" idx="2"/>
          </p:nvPr>
        </p:nvSpPr>
        <p:spPr>
          <a:xfrm>
            <a:off x="2895600" y="1371600"/>
            <a:ext cx="6019800" cy="4724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40" name="Google Shape;40;p20"/>
          <p:cNvSpPr txBox="1">
            <a:spLocks noGrp="1"/>
          </p:cNvSpPr>
          <p:nvPr>
            <p:ph type="body" idx="1"/>
          </p:nvPr>
        </p:nvSpPr>
        <p:spPr>
          <a:xfrm>
            <a:off x="228600" y="1371600"/>
            <a:ext cx="25908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20"/>
          <p:cNvSpPr txBox="1"/>
          <p:nvPr/>
        </p:nvSpPr>
        <p:spPr>
          <a:xfrm>
            <a:off x="2804328" y="87868"/>
            <a:ext cx="63396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1"/>
          <p:cNvSpPr txBox="1">
            <a:spLocks noGrp="1"/>
          </p:cNvSpPr>
          <p:nvPr>
            <p:ph type="body" idx="1"/>
          </p:nvPr>
        </p:nvSpPr>
        <p:spPr>
          <a:xfrm>
            <a:off x="609600" y="1524000"/>
            <a:ext cx="83058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body" idx="2"/>
          </p:nvPr>
        </p:nvSpPr>
        <p:spPr>
          <a:xfrm>
            <a:off x="1066800" y="533400"/>
            <a:ext cx="7848600" cy="68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22860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1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21"/>
          <p:cNvSpPr txBox="1"/>
          <p:nvPr/>
        </p:nvSpPr>
        <p:spPr>
          <a:xfrm>
            <a:off x="3009795" y="0"/>
            <a:ext cx="6058005" cy="353943"/>
          </a:xfrm>
          <a:prstGeom prst="rect">
            <a:avLst/>
          </a:prstGeom>
          <a:solidFill>
            <a:srgbClr val="632423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Department of Computer and Communicationq Engineering (CCE)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" name="Google Shape;50;p22"/>
          <p:cNvSpPr txBox="1"/>
          <p:nvPr/>
        </p:nvSpPr>
        <p:spPr>
          <a:xfrm>
            <a:off x="2804328" y="87868"/>
            <a:ext cx="6339671" cy="369332"/>
          </a:xfrm>
          <a:prstGeom prst="rect">
            <a:avLst/>
          </a:prstGeom>
          <a:noFill/>
          <a:ln w="50800" cap="flat" cmpd="dbl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and Engineering (CSE)</a:t>
            </a:r>
            <a:endParaRPr sz="1700"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3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3" name="Google Shape;53;p23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23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4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mbria"/>
              <a:buNone/>
              <a:defRPr sz="20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0" name="Google Shape;60;p24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1" name="Google Shape;61;p24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24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5"/>
          <p:cNvSpPr txBox="1">
            <a:spLocks noGrp="1"/>
          </p:cNvSpPr>
          <p:nvPr>
            <p:ph type="title"/>
          </p:nvPr>
        </p:nvSpPr>
        <p:spPr>
          <a:xfrm>
            <a:off x="304800" y="13716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7" name="Google Shape;67;p25"/>
          <p:cNvSpPr txBox="1">
            <a:spLocks noGrp="1"/>
          </p:cNvSpPr>
          <p:nvPr>
            <p:ph type="body" idx="1"/>
          </p:nvPr>
        </p:nvSpPr>
        <p:spPr>
          <a:xfrm rot="5400000">
            <a:off x="2286000" y="228600"/>
            <a:ext cx="42672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6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3" name="Google Shape;73;p26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" name="Google Shape;74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 and Clip Art" type="txAndClipArt">
  <p:cSld name="TEXT_AND_CLIPAR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7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mbria"/>
              <a:buNone/>
              <a:defRPr sz="4400" b="1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9" name="Google Shape;79;p27"/>
          <p:cNvSpPr txBox="1">
            <a:spLocks noGrp="1"/>
          </p:cNvSpPr>
          <p:nvPr>
            <p:ph type="body" idx="1"/>
          </p:nvPr>
        </p:nvSpPr>
        <p:spPr>
          <a:xfrm>
            <a:off x="685800" y="1524000"/>
            <a:ext cx="38862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27"/>
          <p:cNvSpPr>
            <a:spLocks noGrp="1"/>
          </p:cNvSpPr>
          <p:nvPr>
            <p:ph type="clipArt" idx="2"/>
          </p:nvPr>
        </p:nvSpPr>
        <p:spPr>
          <a:xfrm>
            <a:off x="4724400" y="1524000"/>
            <a:ext cx="3886200" cy="4648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81" name="Google Shape;81;p27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2362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27"/>
          <p:cNvSpPr txBox="1">
            <a:spLocks noGrp="1"/>
          </p:cNvSpPr>
          <p:nvPr>
            <p:ph type="ftr" idx="11"/>
          </p:nvPr>
        </p:nvSpPr>
        <p:spPr>
          <a:xfrm>
            <a:off x="2743200" y="65532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27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9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9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3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1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31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3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1" name="Google Shape;111;p32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2" name="Google Shape;112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33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8" name="Google Shape;118;p33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19" name="Google Shape;119;p33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0" name="Google Shape;120;p33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21" name="Google Shape;121;p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3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3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6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36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6" name="Google Shape;136;p36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37" name="Google Shape;137;p3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3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3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7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37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43" name="Google Shape;143;p37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44" name="Google Shape;144;p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3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3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38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3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3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3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9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39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3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3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3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hyperlink" Target="http://www.google.co.in/url?sa=i&amp;rct=j&amp;q=&amp;esrc=s&amp;source=images&amp;cd=&amp;cad=rja&amp;docid=Yol378O-s-lkMM&amp;tbnid=OLCbrS9PtZY4xM:&amp;ved=0CAUQjRw&amp;url=http://www.vidyavision.com/universities.asp?page=2&amp;ei=AFmwUobeKoL-iAf-44CwBQ&amp;psig=AFQjCNGRiFfOFz-wmZM6WF05bau8z5zqnw&amp;ust=1387374581297603" TargetMode="Externa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>
            <a:spLocks noGrp="1"/>
          </p:cNvSpPr>
          <p:nvPr>
            <p:ph type="sldNum" idx="12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1" name="Google Shape;11;p14"/>
          <p:cNvCxnSpPr/>
          <p:nvPr/>
        </p:nvCxnSpPr>
        <p:spPr>
          <a:xfrm>
            <a:off x="0" y="6400800"/>
            <a:ext cx="9144000" cy="0"/>
          </a:xfrm>
          <a:prstGeom prst="straightConnector1">
            <a:avLst/>
          </a:prstGeom>
          <a:noFill/>
          <a:ln w="88900" cap="flat" cmpd="thickThin">
            <a:solidFill>
              <a:srgbClr val="C000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2" name="Google Shape;12;p14" descr="https://encrypted-tbn3.gstatic.com/images?q=tbn:ANd9GcTyg3Gq4WoxkxO75aZWNEjYFvavmMfWdiMvs57jpDF8YRR3yCybqQ">
            <a:hlinkClick r:id="rId15"/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52400" y="152400"/>
            <a:ext cx="768000" cy="12192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6" name="Google Shape;86;p2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9" name="Google Shape;89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PJRSu0Vf0r0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youtu.be/dxyYP3BSdcQ?si=fGvl5x7f_5O2m4wc" TargetMode="External"/><Relationship Id="rId5" Type="http://schemas.openxmlformats.org/officeDocument/2006/relationships/hyperlink" Target="https://youtu.be/J1PGoNNhCyk?si=DItKDs4n9qLYu9XW" TargetMode="External"/><Relationship Id="rId4" Type="http://schemas.openxmlformats.org/officeDocument/2006/relationships/image" Target="../media/image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2"/>
          <p:cNvSpPr txBox="1">
            <a:spLocks/>
          </p:cNvSpPr>
          <p:nvPr/>
        </p:nvSpPr>
        <p:spPr>
          <a:xfrm>
            <a:off x="6572250" y="573881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7130143" y="5312160"/>
            <a:ext cx="968829" cy="868205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685800">
              <a:defRPr/>
            </a:pPr>
            <a:endParaRPr lang="en-ID" sz="1350" kern="0">
              <a:solidFill>
                <a:srgbClr val="FFFFFF"/>
              </a:solidFill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3695609"/>
          <a:ext cx="2685609" cy="25595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169000" imgH="2169360" progId="">
                  <p:embed/>
                </p:oleObj>
              </mc:Choice>
              <mc:Fallback>
                <p:oleObj name="CorelDRAW" r:id="rId2" imgW="2169000" imgH="2169360" progId="">
                  <p:embed/>
                  <p:pic>
                    <p:nvPicPr>
                      <p:cNvPr id="48" name="Object 47">
                        <a:extLst>
                          <a:ext uri="{FF2B5EF4-FFF2-40B4-BE49-F238E27FC236}">
                            <a16:creationId xmlns:a16="http://schemas.microsoft.com/office/drawing/2014/main" id="{CAD0D7B8-E462-453C-B296-CA0154FA54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695609"/>
                        <a:ext cx="2685609" cy="255958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Rectangle 44"/>
          <p:cNvSpPr/>
          <p:nvPr/>
        </p:nvSpPr>
        <p:spPr>
          <a:xfrm>
            <a:off x="1593056" y="2376394"/>
            <a:ext cx="5122069" cy="118550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567050" y="6037986"/>
            <a:ext cx="3696456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15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15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15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9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200" b="1" dirty="0">
              <a:latin typeface="Casper" panose="02000506000000020004" pitchFamily="2" charset="0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838200" y="1458472"/>
            <a:ext cx="7551419" cy="4353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6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Chandigarh University 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6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Department of Mathematics </a:t>
            </a:r>
            <a:endParaRPr lang="en-US" sz="3600" b="0" i="0" u="none" strike="noStrike" cap="none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B.Tech. CSE (Core/DS/IT/CC)</a:t>
            </a:r>
            <a:endParaRPr lang="en-US" sz="2400" b="0" i="0" u="none" strike="noStrike" cap="none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 New Roman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400" b="0" i="0" u="none" strike="noStrike" cap="none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Semester-</a:t>
            </a:r>
            <a:r>
              <a:rPr lang="en-US" sz="2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3</a:t>
            </a:r>
            <a:endParaRPr lang="en-US" sz="1000" b="0" i="0" u="none" strike="noStrike" cap="none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rgbClr val="000000"/>
              </a:buClr>
              <a:buSzPts val="2300"/>
            </a:pPr>
            <a:r>
              <a:rPr lang="en-US" sz="2400" b="0" i="0" u="none" strike="noStrike" cap="none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Subject Code:25MTT-202</a:t>
            </a: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rgbClr val="000000"/>
              </a:buClr>
              <a:buSzPts val="2300"/>
            </a:pPr>
            <a:r>
              <a:rPr lang="en-US" sz="2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Discrete Mathematics</a:t>
            </a:r>
            <a:endParaRPr lang="en-US" sz="24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Times New Roman"/>
            </a:endParaRP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rgbClr val="000000"/>
              </a:buClr>
              <a:buSzPts val="2300"/>
            </a:pPr>
            <a:r>
              <a:rPr lang="en-US" sz="2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Unit-2 (Chapter</a:t>
            </a:r>
            <a:r>
              <a:rPr lang="en-US" sz="24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en-US" sz="24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2.3.2)</a:t>
            </a:r>
            <a:endParaRPr lang="en-US" sz="2400" kern="1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Dr. SARTAJ</a:t>
            </a:r>
          </a:p>
          <a:p>
            <a:pPr algn="ctr" defTabSz="466725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4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7E996201-B665-1C65-47F5-CF0B3A1C6A7B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7753" y="147596"/>
            <a:ext cx="3110606" cy="1313342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38525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"/>
          <p:cNvSpPr txBox="1">
            <a:spLocks noGrp="1"/>
          </p:cNvSpPr>
          <p:nvPr>
            <p:ph type="ctrTitle"/>
          </p:nvPr>
        </p:nvSpPr>
        <p:spPr>
          <a:xfrm>
            <a:off x="3581400" y="228600"/>
            <a:ext cx="4112441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mbria"/>
              <a:buNone/>
            </a:pPr>
            <a:r>
              <a:rPr lang="en-US" sz="3600" dirty="0">
                <a:solidFill>
                  <a:srgbClr val="FF0000"/>
                </a:solidFill>
                <a:latin typeface="+mj-lt"/>
              </a:rPr>
              <a:t>CO mappings</a:t>
            </a:r>
            <a:endParaRPr sz="3600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176" name="Google Shape;176;p2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40CDDA6-98BC-7AF9-E703-0C24F69350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706" y="1676400"/>
            <a:ext cx="8188505" cy="403178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2250C-970C-8B81-CD6B-892C1690A5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9959" y="381000"/>
            <a:ext cx="4775124" cy="1137008"/>
          </a:xfrm>
        </p:spPr>
        <p:txBody>
          <a:bodyPr/>
          <a:lstStyle/>
          <a:p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CO-PO mappings</a:t>
            </a:r>
          </a:p>
        </p:txBody>
      </p:sp>
      <p:pic>
        <p:nvPicPr>
          <p:cNvPr id="6" name="image2.jpg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EFC81FA9-8738-F083-3048-A7683816CC3C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52400" y="22408"/>
            <a:ext cx="2971800" cy="1425391"/>
          </a:xfrm>
          <a:prstGeom prst="rect">
            <a:avLst/>
          </a:prstGeom>
          <a:ln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3C85ACC-20E4-728F-39A5-6AA21150321A}"/>
              </a:ext>
            </a:extLst>
          </p:cNvPr>
          <p:cNvSpPr txBox="1"/>
          <p:nvPr/>
        </p:nvSpPr>
        <p:spPr>
          <a:xfrm>
            <a:off x="664536" y="5456872"/>
            <a:ext cx="80984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329565">
              <a:buNone/>
            </a:pPr>
            <a:r>
              <a:rPr lang="en-IN" sz="1600" b="1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</a:rPr>
              <a:t>Note: </a:t>
            </a:r>
            <a:r>
              <a:rPr lang="en-IN" sz="1600" dirty="0">
                <a:solidFill>
                  <a:srgbClr val="000000"/>
                </a:solidFill>
                <a:effectLst/>
                <a:latin typeface="+mj-lt"/>
                <a:ea typeface="Times New Roman" panose="02020603050405020304" pitchFamily="18" charset="0"/>
              </a:rPr>
              <a:t>Degree of relevance/correlation: 1-Low, 2-Medium, 3-High, Blank or ‘- ‘- Nil</a:t>
            </a: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136AD0-68B4-9895-2CB4-1669BB7A58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520" y="1758592"/>
            <a:ext cx="8098465" cy="3418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158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"/>
          <p:cNvSpPr txBox="1">
            <a:spLocks noGrp="1"/>
          </p:cNvSpPr>
          <p:nvPr>
            <p:ph type="title"/>
          </p:nvPr>
        </p:nvSpPr>
        <p:spPr>
          <a:xfrm>
            <a:off x="2979502" y="250639"/>
            <a:ext cx="5651387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Topics Covered</a:t>
            </a:r>
            <a:endParaRPr sz="3600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4"/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4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198" name="Google Shape;198;p4"/>
          <p:cNvSpPr txBox="1"/>
          <p:nvPr/>
        </p:nvSpPr>
        <p:spPr>
          <a:xfrm>
            <a:off x="838200" y="1640293"/>
            <a:ext cx="7556387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Recursive 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functions</a:t>
            </a:r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Related Examples</a:t>
            </a:r>
            <a:endParaRPr lang="en-US"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Conclusions </a:t>
            </a:r>
            <a:endParaRPr dirty="0"/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Video links </a:t>
            </a:r>
            <a:endParaRPr dirty="0"/>
          </a:p>
          <a:p>
            <a:pPr marL="285750" marR="0" lvl="0" indent="-2857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References 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9" name="Google Shape;199;p4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8"/>
          <p:cNvSpPr txBox="1">
            <a:spLocks noGrp="1"/>
          </p:cNvSpPr>
          <p:nvPr>
            <p:ph type="title"/>
          </p:nvPr>
        </p:nvSpPr>
        <p:spPr>
          <a:xfrm>
            <a:off x="3124200" y="327919"/>
            <a:ext cx="571514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Recursive Function</a:t>
            </a:r>
            <a:endParaRPr sz="36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8" name="Google Shape;238;p8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557560" y="1515445"/>
                <a:ext cx="8151541" cy="481343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sz="2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Recursive Function: </a:t>
                </a:r>
                <a:r>
                  <a:rPr lang="en-US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 </a:t>
                </a:r>
                <a:r>
                  <a:rPr lang="en-US" sz="2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recursive function</a:t>
                </a:r>
                <a:r>
                  <a:rPr lang="en-US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a function whose value at an input is defined in terms of its values at one or more smaller inputs, together with one or more initial values.</a:t>
                </a:r>
              </a:p>
              <a:p>
                <a:endParaRPr lang="en-US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Formally, let </a:t>
                </a:r>
                <a14:m>
                  <m:oMath xmlns:m="http://schemas.openxmlformats.org/officeDocument/2006/math">
                    <m:r>
                      <a:rPr lang="en-US" sz="2400" i="1"/>
                      <m:t>𝐴</m:t>
                    </m:r>
                  </m:oMath>
                </a14:m>
                <a:r>
                  <a:rPr lang="en-US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/>
                      <m:t>𝐵</m:t>
                    </m:r>
                  </m:oMath>
                </a14:m>
                <a:r>
                  <a:rPr lang="en-US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be two sets. A function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/>
                        <m:t>𝑓</m:t>
                      </m:r>
                      <m:r>
                        <a:rPr lang="en-US" sz="2400"/>
                        <m:t>:</m:t>
                      </m:r>
                      <m:r>
                        <a:rPr lang="en-US" sz="2400" i="1"/>
                        <m:t>𝐴</m:t>
                      </m:r>
                      <m:r>
                        <a:rPr lang="en-US" sz="2400"/>
                        <m:t>→</m:t>
                      </m:r>
                      <m:r>
                        <a:rPr lang="en-US" sz="2400" i="1"/>
                        <m:t>𝐵</m:t>
                      </m:r>
                    </m:oMath>
                  </m:oMathPara>
                </a14:m>
                <a:endParaRPr lang="en-US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US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is called </a:t>
                </a:r>
                <a:r>
                  <a:rPr lang="en-US" sz="2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recursive</a:t>
                </a:r>
                <a:r>
                  <a:rPr lang="en-US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if there exists a base case and a recursive rule such that</a:t>
                </a:r>
              </a:p>
              <a:p>
                <a:pPr marL="514350" indent="-514350">
                  <a:buAutoNum type="romanLcParenBoth"/>
                </a:pPr>
                <a:r>
                  <a:rPr lang="en-US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f(0)=c, where </a:t>
                </a:r>
                <a14:m>
                  <m:oMath xmlns:m="http://schemas.openxmlformats.org/officeDocument/2006/math">
                    <m:r>
                      <a:rPr lang="en-US" sz="2400" i="1"/>
                      <m:t>𝑐</m:t>
                    </m:r>
                  </m:oMath>
                </a14:m>
                <a:r>
                  <a:rPr lang="en-US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is a given constant.</a:t>
                </a:r>
              </a:p>
              <a:p>
                <a:r>
                  <a:rPr lang="en-US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(ii)  </a:t>
                </a:r>
                <a:r>
                  <a:rPr lang="en-IN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Recursive Step: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/>
                        <m:t>𝑓</m:t>
                      </m:r>
                      <m:d>
                        <m:dPr>
                          <m:ctrlPr>
                            <a:rPr lang="ar-AE" sz="2400" i="1"/>
                          </m:ctrlPr>
                        </m:dPr>
                        <m:e>
                          <m:r>
                            <a:rPr lang="ar-AE" sz="2400" i="1"/>
                            <m:t>𝑛</m:t>
                          </m:r>
                        </m:e>
                      </m:d>
                      <m:r>
                        <a:rPr lang="ar-AE" sz="2400"/>
                        <m:t>=</m:t>
                      </m:r>
                      <m:r>
                        <a:rPr lang="ar-AE" sz="2400" i="1"/>
                        <m:t>𝐹</m:t>
                      </m:r>
                      <m:r>
                        <a:rPr lang="ar-AE" sz="2400"/>
                        <m:t>(</m:t>
                      </m:r>
                      <m:r>
                        <a:rPr lang="ar-AE" sz="2400" i="1"/>
                        <m:t>𝑛</m:t>
                      </m:r>
                      <m:r>
                        <a:rPr lang="ar-AE" sz="2400"/>
                        <m:t>,</m:t>
                      </m:r>
                      <m:r>
                        <a:rPr lang="ar-AE" sz="2400" i="1"/>
                        <m:t>𝑓</m:t>
                      </m:r>
                      <m:d>
                        <m:dPr>
                          <m:ctrlPr>
                            <a:rPr lang="ar-AE" sz="2400" i="1"/>
                          </m:ctrlPr>
                        </m:dPr>
                        <m:e>
                          <m:r>
                            <a:rPr lang="ar-AE" sz="2400" i="1"/>
                            <m:t>𝑛</m:t>
                          </m:r>
                          <m:r>
                            <a:rPr lang="ar-AE" sz="2400"/>
                            <m:t>−</m:t>
                          </m:r>
                          <m:r>
                            <a:rPr lang="ar-AE" sz="2400"/>
                            <m:t>1</m:t>
                          </m:r>
                        </m:e>
                      </m:d>
                      <m:r>
                        <a:rPr lang="ar-AE" sz="2400"/>
                        <m:t>), </m:t>
                      </m:r>
                      <m:r>
                        <a:rPr lang="ar-AE" sz="2400" i="1"/>
                        <m:t>𝑛</m:t>
                      </m:r>
                      <m:r>
                        <a:rPr lang="ar-AE" sz="2400"/>
                        <m:t>≥</m:t>
                      </m:r>
                      <m:r>
                        <a:rPr lang="ar-AE" sz="2400"/>
                        <m:t>1</m:t>
                      </m:r>
                      <m:r>
                        <a:rPr lang="ar-AE" sz="2400"/>
                        <m:t>,</m:t>
                      </m:r>
                    </m:oMath>
                  </m:oMathPara>
                </a14:m>
                <a:endParaRPr lang="ar-AE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en-IN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IN" sz="2400" i="1"/>
                      <m:t>𝐹</m:t>
                    </m:r>
                  </m:oMath>
                </a14:m>
                <a:r>
                  <a:rPr lang="en-IN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is a specified/given function.</a:t>
                </a:r>
                <a:endParaRPr lang="en-US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US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marR="0" lvl="0" indent="0" algn="l" rtl="0">
                  <a:lnSpc>
                    <a:spcPct val="150000"/>
                  </a:lnSpc>
                  <a:spcBef>
                    <a:spcPts val="56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endParaRPr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238" name="Google Shape;238;p8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57560" y="1515445"/>
                <a:ext cx="8151541" cy="4813436"/>
              </a:xfrm>
              <a:prstGeom prst="rect">
                <a:avLst/>
              </a:prstGeom>
              <a:blipFill>
                <a:blip r:embed="rId3"/>
                <a:stretch>
                  <a:fillRect l="-1196" t="-1014" r="-142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9" name="Google Shape;239;p8" descr="A red and black text on a white background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42513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9"/>
          <p:cNvSpPr txBox="1">
            <a:spLocks noGrp="1"/>
          </p:cNvSpPr>
          <p:nvPr>
            <p:ph type="title"/>
          </p:nvPr>
        </p:nvSpPr>
        <p:spPr>
          <a:xfrm>
            <a:off x="3041150" y="313696"/>
            <a:ext cx="5569449" cy="1339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Examples of </a:t>
            </a:r>
            <a:b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</a:br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Recursive Functions</a:t>
            </a:r>
            <a:endParaRPr sz="36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5" name="Google Shape;245;p9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09600" y="1764514"/>
                <a:ext cx="8001000" cy="449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342900" marR="0" lvl="0" indent="-34290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Char char="•"/>
                </a:pPr>
                <a:r>
                  <a:rPr lang="en-IN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Example 1: (Factorial Function)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ar-AE" sz="2400" i="1"/>
                          </m:ctrlPr>
                        </m:dPr>
                        <m:e>
                          <m:r>
                            <a:rPr lang="ar-AE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ar-AE" sz="2400" b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ar-AE" sz="2400" i="1"/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sz="2400" i="1"/>
                              </m:ctrlPr>
                            </m:mPr>
                            <m:mr>
                              <m:e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ar-AE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nor/>
                                  </m:rPr>
                                  <a:rPr lang="ar-AE" sz="2400" i="1">
                                    <a:latin typeface="Calibri" panose="020F0502020204030204" pitchFamily="34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m:t> </m:t>
                                </m:r>
                                <m:r>
                                  <a:rPr lang="ar-AE" sz="24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ar-AE" sz="2400" i="1"/>
                                    </m:ctrlPr>
                                  </m:dPr>
                                  <m:e>
                                    <m:r>
                                      <a:rPr lang="ar-AE" sz="24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ar-AE" sz="2400" b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ar-AE" sz="24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ar-AE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marR="0" lvl="0" indent="-165100" algn="l" rtl="0">
                  <a:spcBef>
                    <a:spcPts val="56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r>
                  <a:rPr lang="en-IN" sz="28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Obviously, f(1) = f(0) = 1, f(2) = 2 f(1) = 2, ……</a:t>
                </a:r>
              </a:p>
              <a:p>
                <a:pPr marL="342900" marR="0" lvl="0" indent="-165100" algn="l" rtl="0">
                  <a:spcBef>
                    <a:spcPts val="56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None/>
                </a:pPr>
                <a:endParaRPr sz="28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Example 2: (Fibonacci Function)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ar-AE" sz="2400" i="1"/>
                          </m:ctrlPr>
                        </m:dPr>
                        <m:e>
                          <m:r>
                            <a:rPr lang="ar-AE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ar-AE" sz="2400" b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ar-AE" sz="2400" i="1"/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sz="2400" i="1"/>
                              </m:ctrlPr>
                            </m:mPr>
                            <m:mr>
                              <m:e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ar-AE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ar-AE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sz="24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d>
                                  <m:dPr>
                                    <m:ctrlPr>
                                      <a:rPr lang="ar-AE" sz="2400" i="1"/>
                                    </m:ctrlPr>
                                  </m:dPr>
                                  <m:e>
                                    <m:r>
                                      <a:rPr lang="ar-AE" sz="24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ar-AE" sz="2400" b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ar-AE" sz="24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ar-AE" sz="2400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d>
                                  <m:dPr>
                                    <m:ctrlPr>
                                      <a:rPr lang="ar-AE" sz="2400" i="1"/>
                                    </m:ctrlPr>
                                  </m:dPr>
                                  <m:e>
                                    <m:r>
                                      <a:rPr lang="ar-AE" sz="24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ar-AE" sz="2400" b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ar-AE" sz="24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d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r>
                                  <a:rPr lang="ar-AE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spcBef>
                    <a:spcPts val="560"/>
                  </a:spcBef>
                  <a:buClr>
                    <a:schemeClr val="dk1"/>
                  </a:buClr>
                  <a:buSzPts val="2800"/>
                </a:pPr>
                <a:r>
                  <a:rPr lang="en-IN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</a:t>
                </a:r>
                <a:r>
                  <a:rPr lang="en-IN" sz="2400" dirty="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Here, F(2) = F(1) + F(0) = 1+0 = 1,……</a:t>
                </a:r>
              </a:p>
              <a:p>
                <a:pPr marL="342900" marR="0" lvl="0" indent="-342900" algn="l" rtl="0">
                  <a:spcBef>
                    <a:spcPts val="56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  <a:buFont typeface="Arial"/>
                  <a:buChar char="•"/>
                </a:pPr>
                <a:endParaRPr dirty="0"/>
              </a:p>
            </p:txBody>
          </p:sp>
        </mc:Choice>
        <mc:Fallback>
          <p:sp>
            <p:nvSpPr>
              <p:cNvPr id="245" name="Google Shape;245;p9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09600" y="1764514"/>
                <a:ext cx="8001000" cy="4495800"/>
              </a:xfrm>
              <a:prstGeom prst="rect">
                <a:avLst/>
              </a:prstGeom>
              <a:blipFill>
                <a:blip r:embed="rId3"/>
                <a:stretch>
                  <a:fillRect l="-1371" t="-20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6" name="Google Shape;246;p9" descr="A red and black text on a white background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42513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>
          <a:extLst>
            <a:ext uri="{FF2B5EF4-FFF2-40B4-BE49-F238E27FC236}">
              <a16:creationId xmlns:a16="http://schemas.microsoft.com/office/drawing/2014/main" id="{41644E07-D4F2-0506-6526-D896B6709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9">
            <a:extLst>
              <a:ext uri="{FF2B5EF4-FFF2-40B4-BE49-F238E27FC236}">
                <a16:creationId xmlns:a16="http://schemas.microsoft.com/office/drawing/2014/main" id="{45868CD2-F098-AFE0-EB4A-D0CEAB115B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41150" y="304799"/>
            <a:ext cx="5569449" cy="1339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Activity</a:t>
            </a:r>
            <a:endParaRPr sz="36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5" name="Google Shape;245;p9">
                <a:extLst>
                  <a:ext uri="{FF2B5EF4-FFF2-40B4-BE49-F238E27FC236}">
                    <a16:creationId xmlns:a16="http://schemas.microsoft.com/office/drawing/2014/main" id="{77BD22F7-3B22-7EFD-B246-5EC2F448714F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609600" y="1847638"/>
                <a:ext cx="8001000" cy="449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342900" lvl="0" indent="-342900">
                  <a:buClr>
                    <a:schemeClr val="dk1"/>
                  </a:buClr>
                  <a:buSzPts val="2800"/>
                  <a:buFont typeface="Arial"/>
                  <a:buChar char="•"/>
                </a:pPr>
                <a:r>
                  <a:rPr lang="en-US" sz="2400" b="1" dirty="0">
                    <a:solidFill>
                      <a:schemeClr val="dk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Calibri"/>
                  </a:rPr>
                  <a:t>Questions-1: </a:t>
                </a:r>
                <a:r>
                  <a:rPr lang="en-US" sz="2400" dirty="0">
                    <a:solidFill>
                      <a:schemeClr val="dk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Calibri"/>
                  </a:rPr>
                  <a:t>Find </a:t>
                </a:r>
                <a:r>
                  <a:rPr lang="en-IN" sz="2400" dirty="0">
                    <a:solidFill>
                      <a:schemeClr val="dk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Calibri"/>
                  </a:rPr>
                  <a:t>F(3), F(4) and F(5) from </a:t>
                </a:r>
                <a:r>
                  <a:rPr lang="en-IN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Fibonacci recursive function.</a:t>
                </a:r>
                <a:endParaRPr lang="en-US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R="0" lvl="0" algn="l" rtl="0">
                  <a:spcBef>
                    <a:spcPts val="560"/>
                  </a:spcBef>
                  <a:spcAft>
                    <a:spcPts val="0"/>
                  </a:spcAft>
                  <a:buClr>
                    <a:schemeClr val="dk1"/>
                  </a:buClr>
                  <a:buSzPts val="2800"/>
                </a:pPr>
                <a:r>
                  <a:rPr lang="en-US" sz="2400" dirty="0">
                    <a:solidFill>
                      <a:schemeClr val="dk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  <a:sym typeface="Calibri"/>
                  </a:rPr>
                  <a:t>     </a:t>
                </a:r>
                <a:endParaRPr sz="2400" dirty="0">
                  <a:solidFill>
                    <a:schemeClr val="dk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Calibri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2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Consider the Power Function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sz="2400"/>
                          </m:ctrlPr>
                        </m:sSupPr>
                        <m:e>
                          <m:r>
                            <a:rPr lang="ar-AE" sz="2400" i="1"/>
                            <m:t>𝑎</m:t>
                          </m:r>
                        </m:e>
                        <m:sup>
                          <m:r>
                            <a:rPr lang="ar-AE" sz="2400" i="1"/>
                            <m:t>𝑛</m:t>
                          </m:r>
                        </m:sup>
                      </m:sSup>
                      <m:r>
                        <a:rPr lang="ar-AE" sz="2400"/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ar-AE" sz="2400" i="1"/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sz="2400" i="1"/>
                              </m:ctrlPr>
                            </m:mPr>
                            <m:mr>
                              <m:e>
                                <m:r>
                                  <a:rPr lang="ar-AE" sz="2400"/>
                                  <m:t>1</m:t>
                                </m:r>
                                <m:r>
                                  <a:rPr lang="ar-AE" sz="2400"/>
                                  <m:t>,</m:t>
                                </m:r>
                              </m:e>
                              <m:e>
                                <m:r>
                                  <a:rPr lang="ar-AE" sz="2400" i="1"/>
                                  <m:t>𝑛</m:t>
                                </m:r>
                                <m:r>
                                  <a:rPr lang="ar-AE" sz="2400"/>
                                  <m:t>=</m:t>
                                </m:r>
                                <m:r>
                                  <a:rPr lang="ar-AE" sz="2400"/>
                                  <m:t>0</m:t>
                                </m:r>
                                <m:r>
                                  <a:rPr lang="ar-AE" sz="2400"/>
                                  <m:t>,</m:t>
                                </m:r>
                              </m:e>
                            </m:mr>
                            <m:mr>
                              <m:e>
                                <m:r>
                                  <a:rPr lang="ar-AE" sz="2400" i="1"/>
                                  <m:t>𝑎</m:t>
                                </m:r>
                                <m:r>
                                  <a:rPr lang="ar-AE" sz="2400"/>
                                  <m:t>⋅</m:t>
                                </m:r>
                                <m:sSup>
                                  <m:sSupPr>
                                    <m:ctrlPr>
                                      <a:rPr lang="ar-AE" sz="2400" i="1"/>
                                    </m:ctrlPr>
                                  </m:sSupPr>
                                  <m:e>
                                    <m:r>
                                      <a:rPr lang="ar-AE" sz="2400" i="1"/>
                                      <m:t>𝑎</m:t>
                                    </m:r>
                                  </m:e>
                                  <m:sup>
                                    <m:r>
                                      <a:rPr lang="ar-AE" sz="2400" i="1"/>
                                      <m:t>𝑛</m:t>
                                    </m:r>
                                    <m:r>
                                      <a:rPr lang="ar-AE" sz="2400"/>
                                      <m:t>−</m:t>
                                    </m:r>
                                    <m:r>
                                      <a:rPr lang="ar-AE" sz="2400"/>
                                      <m:t>1</m:t>
                                    </m:r>
                                  </m:sup>
                                </m:sSup>
                                <m:r>
                                  <a:rPr lang="ar-AE" sz="2400"/>
                                  <m:t>,</m:t>
                                </m:r>
                              </m:e>
                              <m:e>
                                <m:r>
                                  <a:rPr lang="ar-AE" sz="2400" i="1"/>
                                  <m:t>𝑛</m:t>
                                </m:r>
                                <m:r>
                                  <a:rPr lang="ar-AE" sz="2400"/>
                                  <m:t>≥</m:t>
                                </m:r>
                                <m:r>
                                  <a:rPr lang="ar-AE" sz="2400"/>
                                  <m:t>1</m:t>
                                </m:r>
                                <m:r>
                                  <a:rPr lang="ar-AE" sz="2400"/>
                                  <m:t>.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0">
                  <a:spcBef>
                    <a:spcPts val="560"/>
                  </a:spcBef>
                  <a:buClr>
                    <a:schemeClr val="dk1"/>
                  </a:buClr>
                  <a:buSzPts val="2800"/>
                </a:pPr>
                <a:r>
                  <a:rPr lang="en-IN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   Find first 5 terms of the recursive function.</a:t>
                </a:r>
                <a:endParaRPr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245" name="Google Shape;245;p9">
                <a:extLst>
                  <a:ext uri="{FF2B5EF4-FFF2-40B4-BE49-F238E27FC236}">
                    <a16:creationId xmlns:a16="http://schemas.microsoft.com/office/drawing/2014/main" id="{77BD22F7-3B22-7EFD-B246-5EC2F448714F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609600" y="1847638"/>
                <a:ext cx="8001000" cy="4495800"/>
              </a:xfrm>
              <a:prstGeom prst="rect">
                <a:avLst/>
              </a:prstGeom>
              <a:blipFill>
                <a:blip r:embed="rId3"/>
                <a:stretch>
                  <a:fillRect l="-1371" t="-20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6" name="Google Shape;246;p9" descr="A red and black text on a white background&#10;&#10;AI-generated content may be incorrect.">
            <a:extLst>
              <a:ext uri="{FF2B5EF4-FFF2-40B4-BE49-F238E27FC236}">
                <a16:creationId xmlns:a16="http://schemas.microsoft.com/office/drawing/2014/main" id="{26F72D15-DBD0-7906-14E5-6473E6758EF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42513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068713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0"/>
          <p:cNvSpPr txBox="1">
            <a:spLocks noGrp="1"/>
          </p:cNvSpPr>
          <p:nvPr>
            <p:ph type="title"/>
          </p:nvPr>
        </p:nvSpPr>
        <p:spPr>
          <a:xfrm>
            <a:off x="3397824" y="404975"/>
            <a:ext cx="4419600" cy="588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975" rIns="0" bIns="0" anchor="t" anchorCtr="0">
            <a:spAutoFit/>
          </a:bodyPr>
          <a:lstStyle/>
          <a:p>
            <a:pPr marL="25168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Conclusion</a:t>
            </a:r>
            <a:endParaRPr sz="36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2" name="Google Shape;252;p10"/>
          <p:cNvSpPr txBox="1">
            <a:spLocks noGrp="1"/>
          </p:cNvSpPr>
          <p:nvPr>
            <p:ph type="sldNum" idx="4294967295"/>
          </p:nvPr>
        </p:nvSpPr>
        <p:spPr>
          <a:xfrm>
            <a:off x="8640763" y="6642100"/>
            <a:ext cx="503237" cy="166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25168" lvl="0" indent="0" algn="r" rtl="0">
              <a:lnSpc>
                <a:spcPct val="111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FFFFFF"/>
                </a:solidFill>
              </a:rPr>
              <a:t>8</a:t>
            </a:fld>
            <a:r>
              <a:rPr lang="en-US">
                <a:solidFill>
                  <a:srgbClr val="FFFFFF"/>
                </a:solidFill>
              </a:rPr>
              <a:t> / 15</a:t>
            </a:r>
            <a:endParaRPr/>
          </a:p>
        </p:txBody>
      </p:sp>
      <p:sp>
        <p:nvSpPr>
          <p:cNvPr id="253" name="Google Shape;253;p10"/>
          <p:cNvSpPr txBox="1"/>
          <p:nvPr/>
        </p:nvSpPr>
        <p:spPr>
          <a:xfrm>
            <a:off x="903737" y="1981200"/>
            <a:ext cx="7332397" cy="190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9450" rIns="0" bIns="0" anchor="t" anchorCtr="0">
            <a:spAutoFit/>
          </a:bodyPr>
          <a:lstStyle/>
          <a:p>
            <a:pPr marL="368068" marR="0" lvl="0" indent="-342900" algn="l" rtl="0">
              <a:lnSpc>
                <a:spcPct val="150000"/>
              </a:lnSpc>
              <a:spcBef>
                <a:spcPts val="86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Recursive function have been discussed in </a:t>
            </a: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this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topic. </a:t>
            </a:r>
          </a:p>
          <a:p>
            <a:pPr marL="368068" marR="0" lvl="0" indent="-342900" algn="l" rtl="0">
              <a:lnSpc>
                <a:spcPct val="150000"/>
              </a:lnSpc>
              <a:spcBef>
                <a:spcPts val="86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dirty="0">
                <a:latin typeface="Calibri"/>
                <a:ea typeface="Calibri"/>
                <a:cs typeface="Calibri"/>
                <a:sym typeface="Calibri"/>
              </a:rPr>
              <a:t>Related examples and applications are given.</a:t>
            </a:r>
            <a:endParaRPr sz="2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5168" marR="0" lvl="0" indent="0" algn="l" rtl="0">
              <a:spcBef>
                <a:spcPts val="860"/>
              </a:spcBef>
              <a:spcAft>
                <a:spcPts val="0"/>
              </a:spcAft>
              <a:buNone/>
            </a:pPr>
            <a:endParaRPr sz="218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 txBox="1"/>
          <p:nvPr/>
        </p:nvSpPr>
        <p:spPr>
          <a:xfrm>
            <a:off x="6060503" y="6667236"/>
            <a:ext cx="144710" cy="14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57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89" b="0" i="0" u="sng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</a:t>
            </a:r>
            <a:endParaRPr sz="118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0" name="Google Shape;260;p10" descr="A red and black text on a white background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10" descr="A red and black text on a white background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42513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1"/>
          <p:cNvSpPr txBox="1">
            <a:spLocks noGrp="1"/>
          </p:cNvSpPr>
          <p:nvPr>
            <p:ph type="ctrTitle"/>
          </p:nvPr>
        </p:nvSpPr>
        <p:spPr>
          <a:xfrm>
            <a:off x="3184985" y="370725"/>
            <a:ext cx="5555025" cy="1066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libri"/>
              <a:buNone/>
            </a:pPr>
            <a:r>
              <a:rPr lang="en-US" sz="36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Video Links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4876931" y="761137"/>
            <a:ext cx="6096000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1" i="0" u="sng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269" name="Google Shape;269;p11" descr="A red and black text on a white background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11"/>
          <p:cNvSpPr/>
          <p:nvPr/>
        </p:nvSpPr>
        <p:spPr>
          <a:xfrm>
            <a:off x="780836" y="1906481"/>
            <a:ext cx="7787811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hlinkClick r:id="rId5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6"/>
              </a:rPr>
              <a:t>https://youtu.be/dxyYP3BSdcQ?si=fGvl5x7f_5O2m4wc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1"/>
          <p:cNvSpPr txBox="1">
            <a:spLocks noGrp="1"/>
          </p:cNvSpPr>
          <p:nvPr>
            <p:ph type="ctrTitle"/>
          </p:nvPr>
        </p:nvSpPr>
        <p:spPr>
          <a:xfrm>
            <a:off x="3124200" y="350179"/>
            <a:ext cx="5334000" cy="1066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Cambria"/>
              <a:buNone/>
            </a:pPr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References</a:t>
            </a:r>
            <a:endParaRPr sz="36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07" name="Google Shape;307;p11"/>
          <p:cNvGraphicFramePr/>
          <p:nvPr>
            <p:extLst>
              <p:ext uri="{D42A27DB-BD31-4B8C-83A1-F6EECF244321}">
                <p14:modId xmlns:p14="http://schemas.microsoft.com/office/powerpoint/2010/main" val="3897323024"/>
              </p:ext>
            </p:extLst>
          </p:nvPr>
        </p:nvGraphicFramePr>
        <p:xfrm>
          <a:off x="685800" y="1612182"/>
          <a:ext cx="7929081" cy="454589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0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44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29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93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20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0178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Sr. No.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Author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Name of the Book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/>
                        <a:t>Publisher</a:t>
                      </a:r>
                      <a:endParaRPr sz="16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b="1" u="none" strike="noStrike" cap="none" dirty="0"/>
                        <a:t>Year of Publication</a:t>
                      </a:r>
                      <a:endParaRPr sz="1600" b="1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926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1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B.S. Grewal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Engineering Mathematics – I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Khanna Publishers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2017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178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2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B.V. Ramana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Higher Engineering Mathematics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Tata McGraw-Hill Education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2009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178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3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Erwin Kreyszig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 dirty="0"/>
                        <a:t>Advanced Engineering Mathematics</a:t>
                      </a:r>
                      <a:endParaRPr sz="16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Wiley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2011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178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4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N.P. Bali and Manish Goyal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Engineering Mathematics – I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Laxmi Publications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2015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178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5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S.K. Gupta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 dirty="0"/>
                        <a:t>Mathematical Methods for Engineers</a:t>
                      </a:r>
                      <a:endParaRPr sz="16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/>
                        <a:t>Wiley India</a:t>
                      </a:r>
                      <a:endParaRPr sz="16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600" u="none" strike="noStrike" cap="none" dirty="0"/>
                        <a:t>2013</a:t>
                      </a:r>
                      <a:endParaRPr sz="16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500" marR="6350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308" name="Google Shape;308;p11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3"/>
          <p:cNvSpPr txBox="1"/>
          <p:nvPr/>
        </p:nvSpPr>
        <p:spPr>
          <a:xfrm>
            <a:off x="2514600" y="2438400"/>
            <a:ext cx="4191000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i="1" u="none" strike="noStrike" cap="none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Thanks!!!</a:t>
            </a:r>
            <a:endParaRPr sz="8000" b="1" i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p13" descr="A red and black text on a white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2408"/>
            <a:ext cx="2971800" cy="1425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422</Words>
  <Application>Microsoft Office PowerPoint</Application>
  <PresentationFormat>On-screen Show (4:3)</PresentationFormat>
  <Paragraphs>89</Paragraphs>
  <Slides>11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2" baseType="lpstr">
      <vt:lpstr>Casper</vt:lpstr>
      <vt:lpstr>Arial</vt:lpstr>
      <vt:lpstr>Cambria Math</vt:lpstr>
      <vt:lpstr>Arial Black</vt:lpstr>
      <vt:lpstr>Cambria</vt:lpstr>
      <vt:lpstr>Noto Sans Symbols</vt:lpstr>
      <vt:lpstr>Times New Roman</vt:lpstr>
      <vt:lpstr>Calibri</vt:lpstr>
      <vt:lpstr>Theme1</vt:lpstr>
      <vt:lpstr>Custom Design</vt:lpstr>
      <vt:lpstr>CorelDRAW</vt:lpstr>
      <vt:lpstr>PowerPoint Presentation</vt:lpstr>
      <vt:lpstr>CO mappings</vt:lpstr>
      <vt:lpstr>CO-PO mappings</vt:lpstr>
      <vt:lpstr>Topics Covered</vt:lpstr>
      <vt:lpstr>Recursive Function</vt:lpstr>
      <vt:lpstr>Examples of  Recursive Functions</vt:lpstr>
      <vt:lpstr>Activity</vt:lpstr>
      <vt:lpstr>Conclusion</vt:lpstr>
      <vt:lpstr>Video Links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student</dc:creator>
  <cp:lastModifiedBy>MOHD SARTAJ</cp:lastModifiedBy>
  <cp:revision>1</cp:revision>
  <dcterms:created xsi:type="dcterms:W3CDTF">2006-08-16T00:00:00Z</dcterms:created>
  <dcterms:modified xsi:type="dcterms:W3CDTF">2026-07-01T06:48:52Z</dcterms:modified>
</cp:coreProperties>
</file>