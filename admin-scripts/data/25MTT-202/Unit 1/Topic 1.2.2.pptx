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  <p:sldMasterId id="2147483829" r:id="rId2"/>
  </p:sldMasterIdLst>
  <p:notesMasterIdLst>
    <p:notesMasterId r:id="rId17"/>
  </p:notesMasterIdLst>
  <p:sldIdLst>
    <p:sldId id="328" r:id="rId3"/>
    <p:sldId id="397" r:id="rId4"/>
    <p:sldId id="391" r:id="rId5"/>
    <p:sldId id="398" r:id="rId6"/>
    <p:sldId id="393" r:id="rId7"/>
    <p:sldId id="402" r:id="rId8"/>
    <p:sldId id="410" r:id="rId9"/>
    <p:sldId id="411" r:id="rId10"/>
    <p:sldId id="412" r:id="rId11"/>
    <p:sldId id="405" r:id="rId12"/>
    <p:sldId id="399" r:id="rId13"/>
    <p:sldId id="387" r:id="rId14"/>
    <p:sldId id="266" r:id="rId15"/>
    <p:sldId id="392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59" autoAdjust="0"/>
    <p:restoredTop sz="91067" autoAdjust="0"/>
  </p:normalViewPr>
  <p:slideViewPr>
    <p:cSldViewPr>
      <p:cViewPr>
        <p:scale>
          <a:sx n="60" d="100"/>
          <a:sy n="60" d="100"/>
        </p:scale>
        <p:origin x="138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D SARTAJ" userId="0be50391adb133e1" providerId="LiveId" clId="{849D2220-9185-4955-8F14-CE40930C4662}"/>
    <pc:docChg chg="undo custSel addSld delSld modSld">
      <pc:chgData name="MOHD SARTAJ" userId="0be50391adb133e1" providerId="LiveId" clId="{849D2220-9185-4955-8F14-CE40930C4662}" dt="2026-06-17T05:56:54.169" v="1378" actId="1036"/>
      <pc:docMkLst>
        <pc:docMk/>
      </pc:docMkLst>
      <pc:sldChg chg="modSp add del">
        <pc:chgData name="MOHD SARTAJ" userId="0be50391adb133e1" providerId="LiveId" clId="{849D2220-9185-4955-8F14-CE40930C4662}" dt="2026-06-17T05:00:44.114" v="1213" actId="47"/>
        <pc:sldMkLst>
          <pc:docMk/>
          <pc:sldMk cId="0" sldId="257"/>
        </pc:sldMkLst>
      </pc:sldChg>
      <pc:sldChg chg="addSp modSp add mod">
        <pc:chgData name="MOHD SARTAJ" userId="0be50391adb133e1" providerId="LiveId" clId="{849D2220-9185-4955-8F14-CE40930C4662}" dt="2026-06-10T01:54:41.112" v="429" actId="207"/>
        <pc:sldMkLst>
          <pc:docMk/>
          <pc:sldMk cId="0" sldId="266"/>
        </pc:sldMkLst>
        <pc:spChg chg="mod">
          <ac:chgData name="MOHD SARTAJ" userId="0be50391adb133e1" providerId="LiveId" clId="{849D2220-9185-4955-8F14-CE40930C4662}" dt="2026-06-10T01:54:41.112" v="429" actId="207"/>
          <ac:spMkLst>
            <pc:docMk/>
            <pc:sldMk cId="0" sldId="266"/>
            <ac:spMk id="306" creationId="{00000000-0000-0000-0000-000000000000}"/>
          </ac:spMkLst>
        </pc:spChg>
        <pc:graphicFrameChg chg="mod modGraphic">
          <ac:chgData name="MOHD SARTAJ" userId="0be50391adb133e1" providerId="LiveId" clId="{849D2220-9185-4955-8F14-CE40930C4662}" dt="2026-06-10T01:46:31.854" v="90" actId="14100"/>
          <ac:graphicFrameMkLst>
            <pc:docMk/>
            <pc:sldMk cId="0" sldId="266"/>
            <ac:graphicFrameMk id="307" creationId="{00000000-0000-0000-0000-000000000000}"/>
          </ac:graphicFrameMkLst>
        </pc:graphicFrameChg>
      </pc:sldChg>
      <pc:sldChg chg="delSp modSp del mod">
        <pc:chgData name="MOHD SARTAJ" userId="0be50391adb133e1" providerId="LiveId" clId="{849D2220-9185-4955-8F14-CE40930C4662}" dt="2026-06-11T11:31:50.293" v="897" actId="47"/>
        <pc:sldMkLst>
          <pc:docMk/>
          <pc:sldMk cId="0" sldId="270"/>
        </pc:sldMkLst>
      </pc:sldChg>
      <pc:sldChg chg="addSp delSp modSp mod">
        <pc:chgData name="MOHD SARTAJ" userId="0be50391adb133e1" providerId="LiveId" clId="{849D2220-9185-4955-8F14-CE40930C4662}" dt="2026-06-11T11:12:22.614" v="437" actId="20577"/>
        <pc:sldMkLst>
          <pc:docMk/>
          <pc:sldMk cId="138525569" sldId="328"/>
        </pc:sldMkLst>
        <pc:spChg chg="mod">
          <ac:chgData name="MOHD SARTAJ" userId="0be50391adb133e1" providerId="LiveId" clId="{849D2220-9185-4955-8F14-CE40930C4662}" dt="2026-06-11T11:12:22.614" v="437" actId="20577"/>
          <ac:spMkLst>
            <pc:docMk/>
            <pc:sldMk cId="138525569" sldId="328"/>
            <ac:spMk id="26" creationId="{00000000-0000-0000-0000-000000000000}"/>
          </ac:spMkLst>
        </pc:spChg>
      </pc:sldChg>
      <pc:sldChg chg="del">
        <pc:chgData name="MOHD SARTAJ" userId="0be50391adb133e1" providerId="LiveId" clId="{849D2220-9185-4955-8F14-CE40930C4662}" dt="2026-06-08T11:46:47.292" v="14" actId="47"/>
        <pc:sldMkLst>
          <pc:docMk/>
          <pc:sldMk cId="0" sldId="334"/>
        </pc:sldMkLst>
      </pc:sldChg>
      <pc:sldChg chg="modSp mod">
        <pc:chgData name="MOHD SARTAJ" userId="0be50391adb133e1" providerId="LiveId" clId="{849D2220-9185-4955-8F14-CE40930C4662}" dt="2026-06-11T11:16:20.114" v="442" actId="5793"/>
        <pc:sldMkLst>
          <pc:docMk/>
          <pc:sldMk cId="3304736951" sldId="387"/>
        </pc:sldMkLst>
        <pc:spChg chg="mod">
          <ac:chgData name="MOHD SARTAJ" userId="0be50391adb133e1" providerId="LiveId" clId="{849D2220-9185-4955-8F14-CE40930C4662}" dt="2026-06-10T01:54:22.601" v="426" actId="1035"/>
          <ac:spMkLst>
            <pc:docMk/>
            <pc:sldMk cId="3304736951" sldId="387"/>
            <ac:spMk id="2" creationId="{00000000-0000-0000-0000-000000000000}"/>
          </ac:spMkLst>
        </pc:spChg>
        <pc:spChg chg="mod">
          <ac:chgData name="MOHD SARTAJ" userId="0be50391adb133e1" providerId="LiveId" clId="{849D2220-9185-4955-8F14-CE40930C4662}" dt="2026-06-11T11:16:20.114" v="442" actId="5793"/>
          <ac:spMkLst>
            <pc:docMk/>
            <pc:sldMk cId="3304736951" sldId="387"/>
            <ac:spMk id="5" creationId="{4097530B-3F21-DBFA-7A79-54A7A98F0EB3}"/>
          </ac:spMkLst>
        </pc:spChg>
      </pc:sldChg>
      <pc:sldChg chg="del">
        <pc:chgData name="MOHD SARTAJ" userId="0be50391adb133e1" providerId="LiveId" clId="{849D2220-9185-4955-8F14-CE40930C4662}" dt="2026-06-08T11:47:13.898" v="16" actId="47"/>
        <pc:sldMkLst>
          <pc:docMk/>
          <pc:sldMk cId="928345769" sldId="389"/>
        </pc:sldMkLst>
      </pc:sldChg>
      <pc:sldChg chg="add">
        <pc:chgData name="MOHD SARTAJ" userId="0be50391adb133e1" providerId="LiveId" clId="{849D2220-9185-4955-8F14-CE40930C4662}" dt="2026-06-17T05:00:57.527" v="1214"/>
        <pc:sldMkLst>
          <pc:docMk/>
          <pc:sldMk cId="3429158645" sldId="391"/>
        </pc:sldMkLst>
      </pc:sldChg>
      <pc:sldChg chg="modSp mod">
        <pc:chgData name="MOHD SARTAJ" userId="0be50391adb133e1" providerId="LiveId" clId="{849D2220-9185-4955-8F14-CE40930C4662}" dt="2026-06-10T01:54:55.340" v="430" actId="207"/>
        <pc:sldMkLst>
          <pc:docMk/>
          <pc:sldMk cId="3309513176" sldId="392"/>
        </pc:sldMkLst>
        <pc:spChg chg="mod">
          <ac:chgData name="MOHD SARTAJ" userId="0be50391adb133e1" providerId="LiveId" clId="{849D2220-9185-4955-8F14-CE40930C4662}" dt="2026-06-10T01:54:55.340" v="430" actId="207"/>
          <ac:spMkLst>
            <pc:docMk/>
            <pc:sldMk cId="3309513176" sldId="392"/>
            <ac:spMk id="4" creationId="{00000000-0000-0000-0000-000000000000}"/>
          </ac:spMkLst>
        </pc:spChg>
      </pc:sldChg>
      <pc:sldChg chg="addSp delSp modSp mod">
        <pc:chgData name="MOHD SARTAJ" userId="0be50391adb133e1" providerId="LiveId" clId="{849D2220-9185-4955-8F14-CE40930C4662}" dt="2026-06-11T11:45:53.142" v="1211" actId="20577"/>
        <pc:sldMkLst>
          <pc:docMk/>
          <pc:sldMk cId="419276167" sldId="393"/>
        </pc:sldMkLst>
        <pc:spChg chg="mod">
          <ac:chgData name="MOHD SARTAJ" userId="0be50391adb133e1" providerId="LiveId" clId="{849D2220-9185-4955-8F14-CE40930C4662}" dt="2026-06-11T11:45:53.142" v="1211" actId="20577"/>
          <ac:spMkLst>
            <pc:docMk/>
            <pc:sldMk cId="419276167" sldId="393"/>
            <ac:spMk id="2" creationId="{00000000-0000-0000-0000-000000000000}"/>
          </ac:spMkLst>
        </pc:spChg>
        <pc:spChg chg="add mod">
          <ac:chgData name="MOHD SARTAJ" userId="0be50391adb133e1" providerId="LiveId" clId="{849D2220-9185-4955-8F14-CE40930C4662}" dt="2026-06-11T11:20:26.417" v="504" actId="14100"/>
          <ac:spMkLst>
            <pc:docMk/>
            <pc:sldMk cId="419276167" sldId="393"/>
            <ac:spMk id="8" creationId="{20542E44-DBEB-6328-A1DA-90743F5497E3}"/>
          </ac:spMkLst>
        </pc:spChg>
      </pc:sldChg>
      <pc:sldChg chg="addSp delSp modSp del mod">
        <pc:chgData name="MOHD SARTAJ" userId="0be50391adb133e1" providerId="LiveId" clId="{849D2220-9185-4955-8F14-CE40930C4662}" dt="2026-06-11T11:25:41.942" v="786" actId="47"/>
        <pc:sldMkLst>
          <pc:docMk/>
          <pc:sldMk cId="1134222639" sldId="394"/>
        </pc:sldMkLst>
      </pc:sldChg>
      <pc:sldChg chg="addSp delSp modSp mod">
        <pc:chgData name="MOHD SARTAJ" userId="0be50391adb133e1" providerId="LiveId" clId="{849D2220-9185-4955-8F14-CE40930C4662}" dt="2026-06-11T11:27:59.828" v="862" actId="20577"/>
        <pc:sldMkLst>
          <pc:docMk/>
          <pc:sldMk cId="1130458306" sldId="395"/>
        </pc:sldMkLst>
      </pc:sldChg>
      <pc:sldChg chg="addSp delSp modSp del mod">
        <pc:chgData name="MOHD SARTAJ" userId="0be50391adb133e1" providerId="LiveId" clId="{849D2220-9185-4955-8F14-CE40930C4662}" dt="2026-06-17T05:00:59.694" v="1215" actId="47"/>
        <pc:sldMkLst>
          <pc:docMk/>
          <pc:sldMk cId="3625892683" sldId="396"/>
        </pc:sldMkLst>
      </pc:sldChg>
      <pc:sldChg chg="add">
        <pc:chgData name="MOHD SARTAJ" userId="0be50391adb133e1" providerId="LiveId" clId="{849D2220-9185-4955-8F14-CE40930C4662}" dt="2026-06-17T05:00:41.347" v="1212"/>
        <pc:sldMkLst>
          <pc:docMk/>
          <pc:sldMk cId="0" sldId="397"/>
        </pc:sldMkLst>
      </pc:sldChg>
      <pc:sldChg chg="addSp delSp modSp mod modAnim">
        <pc:chgData name="MOHD SARTAJ" userId="0be50391adb133e1" providerId="LiveId" clId="{849D2220-9185-4955-8F14-CE40930C4662}" dt="2026-06-11T11:31:39.386" v="896" actId="20577"/>
        <pc:sldMkLst>
          <pc:docMk/>
          <pc:sldMk cId="3097046386" sldId="397"/>
        </pc:sldMkLst>
      </pc:sldChg>
      <pc:sldChg chg="delSp modSp mod">
        <pc:chgData name="MOHD SARTAJ" userId="0be50391adb133e1" providerId="LiveId" clId="{849D2220-9185-4955-8F14-CE40930C4662}" dt="2026-06-17T05:48:34.011" v="1264" actId="14100"/>
        <pc:sldMkLst>
          <pc:docMk/>
          <pc:sldMk cId="2379522457" sldId="398"/>
        </pc:sldMkLst>
        <pc:spChg chg="mod">
          <ac:chgData name="MOHD SARTAJ" userId="0be50391adb133e1" providerId="LiveId" clId="{849D2220-9185-4955-8F14-CE40930C4662}" dt="2026-06-10T01:51:35.459" v="179" actId="1038"/>
          <ac:spMkLst>
            <pc:docMk/>
            <pc:sldMk cId="2379522457" sldId="398"/>
            <ac:spMk id="3" creationId="{00000000-0000-0000-0000-000000000000}"/>
          </ac:spMkLst>
        </pc:spChg>
        <pc:spChg chg="mod">
          <ac:chgData name="MOHD SARTAJ" userId="0be50391adb133e1" providerId="LiveId" clId="{849D2220-9185-4955-8F14-CE40930C4662}" dt="2026-06-17T05:48:34.011" v="1264" actId="14100"/>
          <ac:spMkLst>
            <pc:docMk/>
            <pc:sldMk cId="2379522457" sldId="398"/>
            <ac:spMk id="5" creationId="{B3F64BE0-B5FE-416B-C8AC-E482358E482D}"/>
          </ac:spMkLst>
        </pc:spChg>
      </pc:sldChg>
      <pc:sldChg chg="delSp modSp mod">
        <pc:chgData name="MOHD SARTAJ" userId="0be50391adb133e1" providerId="LiveId" clId="{849D2220-9185-4955-8F14-CE40930C4662}" dt="2026-06-11T11:39:52.300" v="1185" actId="20577"/>
        <pc:sldMkLst>
          <pc:docMk/>
          <pc:sldMk cId="2143550743" sldId="399"/>
        </pc:sldMkLst>
        <pc:spChg chg="mod">
          <ac:chgData name="MOHD SARTAJ" userId="0be50391adb133e1" providerId="LiveId" clId="{849D2220-9185-4955-8F14-CE40930C4662}" dt="2026-06-10T01:54:09.515" v="418" actId="207"/>
          <ac:spMkLst>
            <pc:docMk/>
            <pc:sldMk cId="2143550743" sldId="399"/>
            <ac:spMk id="2" creationId="{84E858C6-1A6F-72D5-43AB-955168B146AB}"/>
          </ac:spMkLst>
        </pc:spChg>
        <pc:spChg chg="mod">
          <ac:chgData name="MOHD SARTAJ" userId="0be50391adb133e1" providerId="LiveId" clId="{849D2220-9185-4955-8F14-CE40930C4662}" dt="2026-06-11T11:39:52.300" v="1185" actId="20577"/>
          <ac:spMkLst>
            <pc:docMk/>
            <pc:sldMk cId="2143550743" sldId="399"/>
            <ac:spMk id="4" creationId="{08FC3131-36E1-1909-EA4D-0C67969A3173}"/>
          </ac:spMkLst>
        </pc:spChg>
      </pc:sldChg>
      <pc:sldChg chg="delSp modSp del mod">
        <pc:chgData name="MOHD SARTAJ" userId="0be50391adb133e1" providerId="LiveId" clId="{849D2220-9185-4955-8F14-CE40930C4662}" dt="2026-06-11T11:31:51.449" v="898" actId="47"/>
        <pc:sldMkLst>
          <pc:docMk/>
          <pc:sldMk cId="3995813745" sldId="400"/>
        </pc:sldMkLst>
      </pc:sldChg>
      <pc:sldChg chg="delSp modSp del mod">
        <pc:chgData name="MOHD SARTAJ" userId="0be50391adb133e1" providerId="LiveId" clId="{849D2220-9185-4955-8F14-CE40930C4662}" dt="2026-06-11T11:31:52.588" v="899" actId="47"/>
        <pc:sldMkLst>
          <pc:docMk/>
          <pc:sldMk cId="3798520047" sldId="401"/>
        </pc:sldMkLst>
      </pc:sldChg>
      <pc:sldChg chg="addSp delSp modSp add mod modAnim">
        <pc:chgData name="MOHD SARTAJ" userId="0be50391adb133e1" providerId="LiveId" clId="{849D2220-9185-4955-8F14-CE40930C4662}" dt="2026-06-11T11:21:37.707" v="542"/>
        <pc:sldMkLst>
          <pc:docMk/>
          <pc:sldMk cId="837744556" sldId="402"/>
        </pc:sldMkLst>
      </pc:sldChg>
      <pc:sldChg chg="addSp delSp modSp add mod delAnim modAnim">
        <pc:chgData name="MOHD SARTAJ" userId="0be50391adb133e1" providerId="LiveId" clId="{849D2220-9185-4955-8F14-CE40930C4662}" dt="2026-06-11T11:22:13.622" v="605" actId="14100"/>
        <pc:sldMkLst>
          <pc:docMk/>
          <pc:sldMk cId="2964406146" sldId="403"/>
        </pc:sldMkLst>
      </pc:sldChg>
      <pc:sldChg chg="addSp delSp modSp add mod delAnim">
        <pc:chgData name="MOHD SARTAJ" userId="0be50391adb133e1" providerId="LiveId" clId="{849D2220-9185-4955-8F14-CE40930C4662}" dt="2026-06-11T11:23:56.624" v="748" actId="1037"/>
        <pc:sldMkLst>
          <pc:docMk/>
          <pc:sldMk cId="2339274281" sldId="404"/>
        </pc:sldMkLst>
      </pc:sldChg>
      <pc:sldChg chg="delSp modSp add mod">
        <pc:chgData name="MOHD SARTAJ" userId="0be50391adb133e1" providerId="LiveId" clId="{849D2220-9185-4955-8F14-CE40930C4662}" dt="2026-06-11T11:24:54.730" v="782" actId="14100"/>
        <pc:sldMkLst>
          <pc:docMk/>
          <pc:sldMk cId="2810276905" sldId="405"/>
        </pc:sldMkLst>
        <pc:spChg chg="mod">
          <ac:chgData name="MOHD SARTAJ" userId="0be50391adb133e1" providerId="LiveId" clId="{849D2220-9185-4955-8F14-CE40930C4662}" dt="2026-06-11T11:24:54.730" v="782" actId="14100"/>
          <ac:spMkLst>
            <pc:docMk/>
            <pc:sldMk cId="2810276905" sldId="405"/>
            <ac:spMk id="2" creationId="{908935DF-E927-8A08-93B0-91CB054F269F}"/>
          </ac:spMkLst>
        </pc:spChg>
      </pc:sldChg>
      <pc:sldChg chg="addSp modSp add mod modAnim">
        <pc:chgData name="MOHD SARTAJ" userId="0be50391adb133e1" providerId="LiveId" clId="{849D2220-9185-4955-8F14-CE40930C4662}" dt="2026-06-11T11:34:11.869" v="976" actId="1036"/>
        <pc:sldMkLst>
          <pc:docMk/>
          <pc:sldMk cId="1172226471" sldId="406"/>
        </pc:sldMkLst>
      </pc:sldChg>
      <pc:sldChg chg="delSp modSp add mod modAnim">
        <pc:chgData name="MOHD SARTAJ" userId="0be50391adb133e1" providerId="LiveId" clId="{849D2220-9185-4955-8F14-CE40930C4662}" dt="2026-06-11T11:37:19.262" v="1076" actId="20577"/>
        <pc:sldMkLst>
          <pc:docMk/>
          <pc:sldMk cId="2349531866" sldId="407"/>
        </pc:sldMkLst>
      </pc:sldChg>
      <pc:sldChg chg="addSp delSp modSp add mod">
        <pc:chgData name="MOHD SARTAJ" userId="0be50391adb133e1" providerId="LiveId" clId="{849D2220-9185-4955-8F14-CE40930C4662}" dt="2026-06-11T11:38:23.712" v="1121" actId="1036"/>
        <pc:sldMkLst>
          <pc:docMk/>
          <pc:sldMk cId="1394712533" sldId="408"/>
        </pc:sldMkLst>
      </pc:sldChg>
      <pc:sldChg chg="addSp delSp modSp add mod">
        <pc:chgData name="MOHD SARTAJ" userId="0be50391adb133e1" providerId="LiveId" clId="{849D2220-9185-4955-8F14-CE40930C4662}" dt="2026-06-11T11:39:15.660" v="1138" actId="20577"/>
        <pc:sldMkLst>
          <pc:docMk/>
          <pc:sldMk cId="2585716689" sldId="409"/>
        </pc:sldMkLst>
      </pc:sldChg>
      <pc:sldChg chg="addSp delSp modSp add del mod">
        <pc:chgData name="MOHD SARTAJ" userId="0be50391adb133e1" providerId="LiveId" clId="{849D2220-9185-4955-8F14-CE40930C4662}" dt="2026-06-17T05:28:57.524" v="1249" actId="47"/>
        <pc:sldMkLst>
          <pc:docMk/>
          <pc:sldMk cId="540878259" sldId="411"/>
        </pc:sldMkLst>
        <pc:graphicFrameChg chg="del">
          <ac:chgData name="MOHD SARTAJ" userId="0be50391adb133e1" providerId="LiveId" clId="{849D2220-9185-4955-8F14-CE40930C4662}" dt="2026-06-17T05:27:38.027" v="1217" actId="478"/>
          <ac:graphicFrameMkLst>
            <pc:docMk/>
            <pc:sldMk cId="540878259" sldId="411"/>
            <ac:graphicFrameMk id="307" creationId="{617A103B-5D1E-1097-912A-3E373653E8EA}"/>
          </ac:graphicFrameMkLst>
        </pc:graphicFrameChg>
        <pc:picChg chg="add mod">
          <ac:chgData name="MOHD SARTAJ" userId="0be50391adb133e1" providerId="LiveId" clId="{849D2220-9185-4955-8F14-CE40930C4662}" dt="2026-06-17T05:28:20.607" v="1248" actId="1035"/>
          <ac:picMkLst>
            <pc:docMk/>
            <pc:sldMk cId="540878259" sldId="411"/>
            <ac:picMk id="3" creationId="{D7A67983-907A-B21C-892F-8FF76E70279C}"/>
          </ac:picMkLst>
        </pc:picChg>
      </pc:sldChg>
      <pc:sldChg chg="modSp add mod">
        <pc:chgData name="MOHD SARTAJ" userId="0be50391adb133e1" providerId="LiveId" clId="{849D2220-9185-4955-8F14-CE40930C4662}" dt="2026-06-17T05:56:54.169" v="1378" actId="1036"/>
        <pc:sldMkLst>
          <pc:docMk/>
          <pc:sldMk cId="2594643820" sldId="411"/>
        </pc:sldMkLst>
        <pc:spChg chg="mod">
          <ac:chgData name="MOHD SARTAJ" userId="0be50391adb133e1" providerId="LiveId" clId="{849D2220-9185-4955-8F14-CE40930C4662}" dt="2026-06-17T05:56:54.169" v="1378" actId="1036"/>
          <ac:spMkLst>
            <pc:docMk/>
            <pc:sldMk cId="2594643820" sldId="411"/>
            <ac:spMk id="2" creationId="{756A305C-3A80-1B34-D928-36DFFCDB41DA}"/>
          </ac:spMkLst>
        </pc:spChg>
        <pc:spChg chg="mod">
          <ac:chgData name="MOHD SARTAJ" userId="0be50391adb133e1" providerId="LiveId" clId="{849D2220-9185-4955-8F14-CE40930C4662}" dt="2026-06-17T05:51:23.264" v="1317" actId="20577"/>
          <ac:spMkLst>
            <pc:docMk/>
            <pc:sldMk cId="2594643820" sldId="411"/>
            <ac:spMk id="5" creationId="{F7951EC1-47CD-F647-D064-603FB41B54E8}"/>
          </ac:spMkLst>
        </pc:spChg>
      </pc:sldChg>
      <pc:sldChg chg="addSp modSp add mod modAnim">
        <pc:chgData name="MOHD SARTAJ" userId="0be50391adb133e1" providerId="LiveId" clId="{849D2220-9185-4955-8F14-CE40930C4662}" dt="2026-06-17T05:55:51.370" v="1376" actId="313"/>
        <pc:sldMkLst>
          <pc:docMk/>
          <pc:sldMk cId="3024331920" sldId="412"/>
        </pc:sldMkLst>
        <pc:spChg chg="mod">
          <ac:chgData name="MOHD SARTAJ" userId="0be50391adb133e1" providerId="LiveId" clId="{849D2220-9185-4955-8F14-CE40930C4662}" dt="2026-06-17T05:55:51.370" v="1376" actId="313"/>
          <ac:spMkLst>
            <pc:docMk/>
            <pc:sldMk cId="3024331920" sldId="412"/>
            <ac:spMk id="2" creationId="{F9D6BF49-B3FB-2557-5347-62CBCA4D6979}"/>
          </ac:spMkLst>
        </pc:spChg>
        <pc:spChg chg="mod">
          <ac:chgData name="MOHD SARTAJ" userId="0be50391adb133e1" providerId="LiveId" clId="{849D2220-9185-4955-8F14-CE40930C4662}" dt="2026-06-17T05:55:38.955" v="1372" actId="20577"/>
          <ac:spMkLst>
            <pc:docMk/>
            <pc:sldMk cId="3024331920" sldId="412"/>
            <ac:spMk id="5" creationId="{86363136-A1C9-090C-25EC-452D67D66361}"/>
          </ac:spMkLst>
        </pc:spChg>
        <pc:graphicFrameChg chg="add mod modGraphic">
          <ac:chgData name="MOHD SARTAJ" userId="0be50391adb133e1" providerId="LiveId" clId="{849D2220-9185-4955-8F14-CE40930C4662}" dt="2026-06-17T05:55:42.704" v="1375" actId="1035"/>
          <ac:graphicFrameMkLst>
            <pc:docMk/>
            <pc:sldMk cId="3024331920" sldId="412"/>
            <ac:graphicFrameMk id="3" creationId="{CC5A1C12-A4B1-0A3E-79BD-32DD4437B4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2D1800-8745-41CE-98C4-1A8E9683EFA4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01827B-6B51-4CBA-A430-640550FD2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019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3429000"/>
            <a:ext cx="7772400" cy="1066799"/>
          </a:xfrm>
          <a:prstGeom prst="rect">
            <a:avLst/>
          </a:prstGeom>
          <a:ln w="19050" cap="sq" cmpd="thinThick">
            <a:solidFill>
              <a:schemeClr val="tx1"/>
            </a:solidFill>
            <a:bevel/>
          </a:ln>
          <a:scene3d>
            <a:camera prst="orthographicFront"/>
            <a:lightRig rig="threePt" dir="t"/>
          </a:scene3d>
          <a:sp3d extrusionH="76200">
            <a:bevelT prst="relaxedInset"/>
            <a:extrusionClr>
              <a:schemeClr val="tx1"/>
            </a:extrusionClr>
          </a:sp3d>
        </p:spPr>
        <p:txBody>
          <a:bodyPr anchor="ctr"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33B47FB-1014-4E3F-A202-97CAF294BBFC}" type="datetime1">
              <a:rPr lang="en-US" smtClean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9"/>
          <p:cNvSpPr txBox="1">
            <a:spLocks noChangeArrowheads="1"/>
          </p:cNvSpPr>
          <p:nvPr/>
        </p:nvSpPr>
        <p:spPr bwMode="auto">
          <a:xfrm>
            <a:off x="2804328" y="87868"/>
            <a:ext cx="6339671" cy="369332"/>
          </a:xfrm>
          <a:prstGeom prst="rect">
            <a:avLst/>
          </a:prstGeom>
          <a:noFill/>
          <a:ln w="50800" cmpd="dbl">
            <a:solidFill>
              <a:srgbClr val="C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800" b="0" dirty="0">
                <a:solidFill>
                  <a:schemeClr val="tx1"/>
                </a:solidFill>
                <a:latin typeface="Calibri" pitchFamily="34" charset="0"/>
              </a:rPr>
              <a:t>Department of Computer Science and Engineering (CSE)</a:t>
            </a:r>
            <a:endParaRPr lang="en-US" sz="1700" b="0" dirty="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066800"/>
            <a:ext cx="7924800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52600"/>
            <a:ext cx="8001000" cy="4495800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Box 9"/>
          <p:cNvSpPr txBox="1">
            <a:spLocks noChangeArrowheads="1"/>
          </p:cNvSpPr>
          <p:nvPr/>
        </p:nvSpPr>
        <p:spPr bwMode="auto">
          <a:xfrm>
            <a:off x="2804329" y="0"/>
            <a:ext cx="6339671" cy="369332"/>
          </a:xfrm>
          <a:prstGeom prst="rect">
            <a:avLst/>
          </a:prstGeom>
          <a:noFill/>
          <a:ln w="50800" cmpd="dbl">
            <a:solidFill>
              <a:srgbClr val="C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800" b="0" dirty="0">
                <a:solidFill>
                  <a:schemeClr val="tx1"/>
                </a:solidFill>
                <a:latin typeface="Calibri" pitchFamily="34" charset="0"/>
              </a:rPr>
              <a:t>Department of Computer Science and Engineering (CSE)</a:t>
            </a:r>
            <a:endParaRPr lang="en-US" sz="1700" b="0" dirty="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447800"/>
            <a:ext cx="8229600" cy="48006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1066800" y="609600"/>
            <a:ext cx="7924800" cy="685800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buNone/>
              <a:defRPr sz="3200" b="1">
                <a:solidFill>
                  <a:srgbClr val="C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9"/>
          <p:cNvSpPr txBox="1">
            <a:spLocks noChangeArrowheads="1"/>
          </p:cNvSpPr>
          <p:nvPr/>
        </p:nvSpPr>
        <p:spPr bwMode="auto">
          <a:xfrm>
            <a:off x="2804329" y="87868"/>
            <a:ext cx="6187271" cy="369332"/>
          </a:xfrm>
          <a:prstGeom prst="rect">
            <a:avLst/>
          </a:prstGeom>
          <a:noFill/>
          <a:ln w="50800" cmpd="dbl">
            <a:solidFill>
              <a:srgbClr val="C0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800" b="0" dirty="0">
                <a:solidFill>
                  <a:schemeClr val="tx1"/>
                </a:solidFill>
                <a:latin typeface="Calibri" pitchFamily="34" charset="0"/>
              </a:rPr>
              <a:t>Department of Computer and Communication Engineering (CCE)</a:t>
            </a:r>
            <a:endParaRPr lang="en-US" sz="1700" b="0" dirty="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9FE22BF-3A22-45C1-BADC-3612C6923252}" type="datetime1">
              <a:rPr lang="en-US" smtClean="0"/>
              <a:t>6/17/2026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2895600" y="1371600"/>
            <a:ext cx="6019800" cy="472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228600" y="1371600"/>
            <a:ext cx="2590800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137160" indent="-137160">
              <a:defRPr sz="2000"/>
            </a:lvl1pPr>
            <a:lvl2pPr marL="320040" indent="-182880">
              <a:buFont typeface="Wingdings" pitchFamily="2" charset="2"/>
              <a:buChar char="§"/>
              <a:defRPr sz="1800"/>
            </a:lvl2pPr>
            <a:lvl3pPr marL="502920" indent="-182880"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2804328" y="87868"/>
            <a:ext cx="6339671" cy="369332"/>
          </a:xfrm>
          <a:prstGeom prst="rect">
            <a:avLst/>
          </a:prstGeom>
          <a:noFill/>
          <a:ln w="50800" cmpd="dbl">
            <a:solidFill>
              <a:srgbClr val="C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800" b="0" dirty="0">
                <a:solidFill>
                  <a:schemeClr val="tx1"/>
                </a:solidFill>
                <a:latin typeface="Calibri" pitchFamily="34" charset="0"/>
              </a:rPr>
              <a:t>Department of Computer Science and Engineering (CSE)</a:t>
            </a:r>
            <a:endParaRPr lang="en-US" sz="1700" b="0" dirty="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09600" y="1524000"/>
            <a:ext cx="8305800" cy="48768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1066800" y="533400"/>
            <a:ext cx="7848600" cy="685800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buNone/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Box 9"/>
          <p:cNvSpPr txBox="1">
            <a:spLocks noChangeArrowheads="1"/>
          </p:cNvSpPr>
          <p:nvPr/>
        </p:nvSpPr>
        <p:spPr bwMode="auto">
          <a:xfrm>
            <a:off x="3009795" y="0"/>
            <a:ext cx="6058005" cy="35394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700" b="1" dirty="0">
                <a:solidFill>
                  <a:schemeClr val="bg1"/>
                </a:solidFill>
                <a:latin typeface="Calibri" pitchFamily="34" charset="0"/>
              </a:rPr>
              <a:t>Department of Computer and </a:t>
            </a:r>
            <a:r>
              <a:rPr lang="en-US" sz="1700" b="1" dirty="0" err="1">
                <a:solidFill>
                  <a:schemeClr val="bg1"/>
                </a:solidFill>
                <a:latin typeface="Calibri" pitchFamily="34" charset="0"/>
              </a:rPr>
              <a:t>Communicationq</a:t>
            </a:r>
            <a:r>
              <a:rPr lang="en-US" sz="1700" b="1" dirty="0">
                <a:solidFill>
                  <a:schemeClr val="bg1"/>
                </a:solidFill>
                <a:latin typeface="Calibri" pitchFamily="34" charset="0"/>
              </a:rPr>
              <a:t> Engineering (CCE)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A8FBA39-DF72-4994-AE3E-EC956397032E}" type="datetime1">
              <a:rPr lang="en-US" smtClean="0"/>
              <a:t>6/17/2026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804328" y="87868"/>
            <a:ext cx="6339671" cy="369332"/>
          </a:xfrm>
          <a:prstGeom prst="rect">
            <a:avLst/>
          </a:prstGeom>
          <a:noFill/>
          <a:ln w="50800" cmpd="dbl">
            <a:solidFill>
              <a:srgbClr val="C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800" b="0" dirty="0">
                <a:solidFill>
                  <a:schemeClr val="tx1"/>
                </a:solidFill>
                <a:latin typeface="Calibri" pitchFamily="34" charset="0"/>
              </a:rPr>
              <a:t>Department of Computer Science and Engineering (CSE)</a:t>
            </a:r>
            <a:endParaRPr lang="en-US" sz="1700" b="0" dirty="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1EAA8C2-AD78-4A08-97C1-7880ACA86760}" type="datetime1">
              <a:rPr lang="en-US" smtClean="0"/>
              <a:t>6/17/2026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9941DD2-BE40-42EF-BE9B-37235D106842}" type="datetime1">
              <a:rPr lang="en-US" smtClean="0"/>
              <a:t>6/17/2026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371600"/>
            <a:ext cx="8229600" cy="685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2209800"/>
            <a:ext cx="8229600" cy="42672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A3FED77-7F8B-42FB-90D9-9BA3AA4B5ED2}" type="datetime1">
              <a:rPr lang="en-US" smtClean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E70A9A-FC41-4977-87E1-5137B94BBBE9}" type="datetime1">
              <a:rPr lang="en-US" smtClean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7772400" cy="990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524000"/>
            <a:ext cx="3886200" cy="4648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724400" y="1524000"/>
            <a:ext cx="3886200" cy="4648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clip art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23622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FB01BE1-5921-4F4D-BEEE-4110B37F70CF}" type="datetime1">
              <a:rPr lang="en-US" smtClean="0"/>
              <a:t>6/17/2026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43200" y="6553200"/>
            <a:ext cx="3810000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87529B5-CB12-4891-8714-5395C4349968}" type="datetime1">
              <a:rPr lang="en-US" smtClean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0857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663" y="762000"/>
            <a:ext cx="8288337" cy="533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198285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18114-92B6-485C-9D7C-33C0F2D19E32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97420-AE2F-46C2-A51D-EA322C534D4A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3D806-A92A-4227-9EBD-5B09BCC1B63A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1BACD-3D2D-4E8C-BFC9-781CD37DA74B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EB2B6-0301-42A6-AAC9-3B4B3CDB7139}" type="datetime1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56920-A8BE-44DD-AD21-3EDBA244350E}" type="datetime1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0E573-BDBB-443C-AF66-523F61CBD3C1}" type="datetime1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69C94-3EFE-4BF8-9DAB-DB051961D6B6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03AA5-C9EF-42E8-BEBB-2D7415ACA616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F760F-EA06-476B-88E2-C8C883D1FBCF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09D6-FB21-4FF6-A094-05A48687AB18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400800"/>
            <a:ext cx="9144000" cy="0"/>
          </a:xfrm>
          <a:prstGeom prst="line">
            <a:avLst/>
          </a:prstGeom>
          <a:ln w="88900" cmpd="thickThin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420" name="Picture 4" descr="https://encrypted-tbn3.gstatic.com/images?q=tbn:ANd9GcTyg3Gq4WoxkxO75aZWNEjYFvavmMfWdiMvs57jpDF8YRR3yCybqQ">
            <a:hlinkClick r:id="rId15"/>
          </p:cNvPr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152400" y="152400"/>
            <a:ext cx="768000" cy="12192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41" r:id="rId12"/>
    <p:sldLayoutId id="2147483842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b="1" kern="1200">
          <a:solidFill>
            <a:schemeClr val="tx1"/>
          </a:solidFill>
          <a:latin typeface="Cambria" pitchFamily="18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Cambria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185A7-633E-4B7E-B771-6D7F5F578687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sPQ3ptUMltA&amp;utm_source=chatgpt.com" TargetMode="External"/><Relationship Id="rId2" Type="http://schemas.openxmlformats.org/officeDocument/2006/relationships/hyperlink" Target="https://www.youtube.com/watch?v=PJRSu0Vf0r0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jpg"/><Relationship Id="rId5" Type="http://schemas.openxmlformats.org/officeDocument/2006/relationships/hyperlink" Target="https://youtu.be/x4dr53P1Fm0?si=Xh6mSos07OhSBRCS" TargetMode="External"/><Relationship Id="rId4" Type="http://schemas.openxmlformats.org/officeDocument/2006/relationships/hyperlink" Target="https://youtu.be/YYQfYBNlfZg?si=bzEHNN2yciHgzZjb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2"/>
          <p:cNvSpPr txBox="1">
            <a:spLocks/>
          </p:cNvSpPr>
          <p:nvPr/>
        </p:nvSpPr>
        <p:spPr>
          <a:xfrm>
            <a:off x="6572250" y="573881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7130143" y="5312160"/>
            <a:ext cx="968829" cy="868205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ID" sz="1350" kern="0">
              <a:solidFill>
                <a:srgbClr val="FFFFFF"/>
              </a:solidFill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616787"/>
              </p:ext>
            </p:extLst>
          </p:nvPr>
        </p:nvGraphicFramePr>
        <p:xfrm>
          <a:off x="0" y="3695609"/>
          <a:ext cx="2685609" cy="2559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695609"/>
                        <a:ext cx="2685609" cy="25595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angle 44"/>
          <p:cNvSpPr/>
          <p:nvPr/>
        </p:nvSpPr>
        <p:spPr>
          <a:xfrm>
            <a:off x="1593056" y="2376394"/>
            <a:ext cx="5122069" cy="118550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567050" y="6037986"/>
            <a:ext cx="36964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15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9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200" b="1" dirty="0">
              <a:latin typeface="Casper" panose="02000506000000020004" pitchFamily="2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838200" y="1353293"/>
            <a:ext cx="7551419" cy="48736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3200"/>
            </a:pPr>
            <a:r>
              <a:rPr lang="en-US" sz="4000" b="1" dirty="0">
                <a:solidFill>
                  <a:srgbClr val="FF0000"/>
                </a:solidFill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Chandigarh University </a:t>
            </a:r>
          </a:p>
          <a:p>
            <a:pPr lvl="0"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3200"/>
            </a:pPr>
            <a:r>
              <a:rPr lang="en-US" sz="4000" b="1" dirty="0">
                <a:solidFill>
                  <a:srgbClr val="FF0000"/>
                </a:solidFill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of Mathematics </a:t>
            </a:r>
            <a:endParaRPr lang="en-US" sz="4000" dirty="0">
              <a:solidFill>
                <a:srgbClr val="FF0000"/>
              </a:solidFill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lvl="0"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2800"/>
            </a:pPr>
            <a:r>
              <a:rPr lang="en-US" sz="2800" dirty="0">
                <a:solidFill>
                  <a:srgbClr val="002060"/>
                </a:solidFill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B.Tech. CSE (Core/DS/IT/CC)</a:t>
            </a:r>
          </a:p>
          <a:p>
            <a:pPr lvl="0"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2800"/>
            </a:pPr>
            <a:r>
              <a:rPr lang="en-US" sz="2800" dirty="0">
                <a:solidFill>
                  <a:srgbClr val="002060"/>
                </a:solidFill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Semester-3</a:t>
            </a:r>
            <a:endParaRPr lang="en-US" dirty="0">
              <a:solidFill>
                <a:srgbClr val="002060"/>
              </a:solidFill>
              <a:ea typeface="Cambria" panose="02040503050406030204" pitchFamily="18" charset="0"/>
              <a:cs typeface="Calibri" panose="020F0502020204030204" pitchFamily="34" charset="0"/>
              <a:sym typeface="Arial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800" dirty="0">
                <a:solidFill>
                  <a:srgbClr val="002060"/>
                </a:solidFill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Subject Code:25MTT-202</a:t>
            </a: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800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Discrete Mathematics</a:t>
            </a:r>
            <a:endParaRPr lang="en-US" sz="2800" dirty="0">
              <a:solidFill>
                <a:srgbClr val="002060"/>
              </a:solidFill>
              <a:ea typeface="Cambria" panose="02040503050406030204" pitchFamily="18" charset="0"/>
              <a:cs typeface="Calibri" panose="020F0502020204030204" pitchFamily="34" charset="0"/>
              <a:sym typeface="Times New Roman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800" dirty="0">
                <a:solidFill>
                  <a:srgbClr val="002060"/>
                </a:solidFill>
                <a:ea typeface="Cambria" panose="02040503050406030204" pitchFamily="18" charset="0"/>
                <a:cs typeface="Calibri" panose="020F0502020204030204" pitchFamily="34" charset="0"/>
                <a:sym typeface="Arial"/>
              </a:rPr>
              <a:t>Chapter:</a:t>
            </a:r>
            <a:r>
              <a:rPr lang="en-US" sz="2000" b="1" kern="0" dirty="0">
                <a:solidFill>
                  <a:srgbClr val="00206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1.2.1</a:t>
            </a:r>
            <a:endParaRPr lang="en-US" sz="2800" kern="100" dirty="0">
              <a:solidFill>
                <a:srgbClr val="002060"/>
              </a:solidFill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8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 dirty="0">
                <a:solidFill>
                  <a:srgbClr val="002060"/>
                </a:solidFill>
                <a:cs typeface="Times New Roman" panose="02020603050405020304" pitchFamily="18" charset="0"/>
              </a:rPr>
              <a:t>Dr. SARTAJ</a:t>
            </a:r>
          </a:p>
        </p:txBody>
      </p:sp>
      <p:pic>
        <p:nvPicPr>
          <p:cNvPr id="2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7E996201-B665-1C65-47F5-CF0B3A1C6A7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7753" y="147596"/>
            <a:ext cx="3110606" cy="131334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3852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"/>
          <p:cNvSpPr txBox="1">
            <a:spLocks noGrp="1"/>
          </p:cNvSpPr>
          <p:nvPr>
            <p:ph type="ctrTitle"/>
          </p:nvPr>
        </p:nvSpPr>
        <p:spPr>
          <a:xfrm>
            <a:off x="3581400" y="228600"/>
            <a:ext cx="4112441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mbria"/>
              <a:buNone/>
            </a:pPr>
            <a:r>
              <a:rPr lang="en-US" dirty="0">
                <a:solidFill>
                  <a:srgbClr val="FF0000"/>
                </a:solidFill>
                <a:latin typeface="+mj-lt"/>
              </a:rPr>
              <a:t>CO mappings</a:t>
            </a:r>
            <a:endParaRPr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76" name="Google Shape;176;p2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0CDDA6-98BC-7AF9-E703-0C24F6935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56" y="1676400"/>
            <a:ext cx="8805044" cy="40317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2250C-970C-8B81-CD6B-892C1690A5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9959" y="381000"/>
            <a:ext cx="4112441" cy="6096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CO-PO mappings</a:t>
            </a:r>
          </a:p>
        </p:txBody>
      </p:sp>
      <p:pic>
        <p:nvPicPr>
          <p:cNvPr id="6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C85ACC-20E4-728F-39A5-6AA21150321A}"/>
              </a:ext>
            </a:extLst>
          </p:cNvPr>
          <p:cNvSpPr txBox="1"/>
          <p:nvPr/>
        </p:nvSpPr>
        <p:spPr>
          <a:xfrm>
            <a:off x="664536" y="5456872"/>
            <a:ext cx="8098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29565">
              <a:buNone/>
            </a:pPr>
            <a:r>
              <a:rPr lang="en-IN" sz="1600" b="1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Note: </a:t>
            </a:r>
            <a:r>
              <a:rPr lang="en-IN" sz="1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Degree of relevance/correlation: 1-Low, 2-Medium, 3-High, Blank or ‘- ‘- Nil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136AD0-68B4-9895-2CB4-1669BB7A5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76400"/>
            <a:ext cx="868680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158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35413" y="228600"/>
            <a:ext cx="5651387" cy="711415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lang="en-GB" spc="-69" dirty="0">
                <a:solidFill>
                  <a:srgbClr val="FF0000"/>
                </a:solidFill>
              </a:rPr>
              <a:t>Topics Covered</a:t>
            </a:r>
            <a:endParaRPr spc="-20" dirty="0">
              <a:solidFill>
                <a:srgbClr val="FF0000"/>
              </a:solidFill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4294967295"/>
          </p:nvPr>
        </p:nvSpPr>
        <p:spPr>
          <a:xfrm>
            <a:off x="0" y="6642100"/>
            <a:ext cx="3052763" cy="166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defTabSz="1812066">
              <a:lnSpc>
                <a:spcPts val="1338"/>
              </a:lnSpc>
            </a:pPr>
            <a:r>
              <a:rPr kern="0" dirty="0">
                <a:solidFill>
                  <a:prstClr val="white"/>
                </a:solidFill>
              </a:rPr>
              <a:t>Dr.</a:t>
            </a:r>
            <a:r>
              <a:rPr kern="0" spc="149" dirty="0">
                <a:solidFill>
                  <a:prstClr val="white"/>
                </a:solidFill>
              </a:rPr>
              <a:t> </a:t>
            </a:r>
            <a:r>
              <a:rPr kern="0" spc="-40" dirty="0">
                <a:solidFill>
                  <a:prstClr val="white"/>
                </a:solidFill>
              </a:rPr>
              <a:t>Shyam</a:t>
            </a:r>
            <a:r>
              <a:rPr kern="0" spc="50" dirty="0">
                <a:solidFill>
                  <a:prstClr val="white"/>
                </a:solidFill>
              </a:rPr>
              <a:t> </a:t>
            </a:r>
            <a:r>
              <a:rPr kern="0" dirty="0">
                <a:solidFill>
                  <a:prstClr val="white"/>
                </a:solidFill>
              </a:rPr>
              <a:t>S.</a:t>
            </a:r>
            <a:r>
              <a:rPr kern="0" spc="50" dirty="0">
                <a:solidFill>
                  <a:prstClr val="white"/>
                </a:solidFill>
              </a:rPr>
              <a:t> </a:t>
            </a:r>
            <a:r>
              <a:rPr kern="0" dirty="0">
                <a:solidFill>
                  <a:prstClr val="white"/>
                </a:solidFill>
              </a:rPr>
              <a:t>Das</a:t>
            </a:r>
            <a:r>
              <a:rPr kern="0" spc="149" dirty="0">
                <a:solidFill>
                  <a:prstClr val="white"/>
                </a:solidFill>
              </a:rPr>
              <a:t> </a:t>
            </a:r>
            <a:r>
              <a:rPr kern="0" dirty="0">
                <a:solidFill>
                  <a:prstClr val="white"/>
                </a:solidFill>
              </a:rPr>
              <a:t>(School</a:t>
            </a:r>
            <a:r>
              <a:rPr kern="0" spc="50" dirty="0">
                <a:solidFill>
                  <a:prstClr val="white"/>
                </a:solidFill>
              </a:rPr>
              <a:t> </a:t>
            </a:r>
            <a:r>
              <a:rPr kern="0" dirty="0">
                <a:solidFill>
                  <a:prstClr val="white"/>
                </a:solidFill>
              </a:rPr>
              <a:t>of</a:t>
            </a:r>
            <a:r>
              <a:rPr kern="0" spc="50" dirty="0">
                <a:solidFill>
                  <a:prstClr val="white"/>
                </a:solidFill>
              </a:rPr>
              <a:t> </a:t>
            </a:r>
            <a:r>
              <a:rPr kern="0" spc="-20" dirty="0">
                <a:solidFill>
                  <a:prstClr val="white"/>
                </a:solidFill>
              </a:rPr>
              <a:t>Basic</a:t>
            </a:r>
            <a:r>
              <a:rPr kern="0" spc="50" dirty="0">
                <a:solidFill>
                  <a:prstClr val="white"/>
                </a:solidFill>
              </a:rPr>
              <a:t> </a:t>
            </a:r>
            <a:r>
              <a:rPr kern="0" spc="-40" dirty="0">
                <a:solidFill>
                  <a:prstClr val="white"/>
                </a:solidFill>
              </a:rPr>
              <a:t>Sciences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defTabSz="1812066">
              <a:lnSpc>
                <a:spcPts val="1338"/>
              </a:lnSpc>
            </a:pPr>
            <a:fld id="{81D60167-4931-47E6-BA6A-407CBD079E47}" type="slidenum">
              <a:rPr kern="0" spc="-59" dirty="0">
                <a:solidFill>
                  <a:prstClr val="white"/>
                </a:solidFill>
              </a:rPr>
              <a:pPr marL="25168" defTabSz="1812066">
                <a:lnSpc>
                  <a:spcPts val="1338"/>
                </a:lnSpc>
              </a:pPr>
              <a:t>4</a:t>
            </a:fld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297" dirty="0">
                <a:solidFill>
                  <a:prstClr val="white"/>
                </a:solidFill>
              </a:rPr>
              <a:t>/</a:t>
            </a:r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-69" dirty="0">
                <a:solidFill>
                  <a:prstClr val="white"/>
                </a:solidFill>
              </a:rPr>
              <a:t>15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F64BE0-B5FE-416B-C8AC-E482358E482D}"/>
              </a:ext>
            </a:extLst>
          </p:cNvPr>
          <p:cNvSpPr txBox="1"/>
          <p:nvPr/>
        </p:nvSpPr>
        <p:spPr>
          <a:xfrm>
            <a:off x="838200" y="1873589"/>
            <a:ext cx="6781800" cy="3174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CNF (</a:t>
            </a:r>
            <a:r>
              <a:rPr lang="en-US" sz="2400" dirty="0"/>
              <a:t>Conjunctive Normal Form)</a:t>
            </a:r>
            <a:endParaRPr lang="en-IN" sz="24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+mj-lt"/>
              </a:rPr>
              <a:t>DNF (</a:t>
            </a:r>
            <a:r>
              <a:rPr lang="en-US" sz="2400" dirty="0">
                <a:latin typeface="+mj-lt"/>
              </a:rPr>
              <a:t>Disjunctive Normal Form</a:t>
            </a:r>
            <a:r>
              <a:rPr lang="en-IN" sz="2400" dirty="0">
                <a:latin typeface="+mj-lt"/>
              </a:rPr>
              <a:t>) </a:t>
            </a:r>
            <a:endParaRPr lang="en-US" sz="2400" dirty="0">
              <a:latin typeface="+mj-lt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+mj-lt"/>
              </a:rPr>
              <a:t> Rules of Inference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ambria" panose="02040503050406030204" pitchFamily="18" charset="0"/>
              </a:rPr>
              <a:t> Conclusions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ambria" panose="02040503050406030204" pitchFamily="18" charset="0"/>
              </a:rPr>
              <a:t> Video links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ambria" panose="02040503050406030204" pitchFamily="18" charset="0"/>
              </a:rPr>
              <a:t> References </a:t>
            </a:r>
            <a:endParaRPr lang="en-US" sz="2400" dirty="0">
              <a:effectLst/>
              <a:latin typeface="+mj-lt"/>
              <a:ea typeface="Cambria" panose="02040503050406030204" pitchFamily="18" charset="0"/>
            </a:endParaRPr>
          </a:p>
        </p:txBody>
      </p:sp>
      <p:pic>
        <p:nvPicPr>
          <p:cNvPr id="17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379522457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0" y="279185"/>
            <a:ext cx="5791200" cy="711415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lang="en-IN" spc="-20" dirty="0">
                <a:solidFill>
                  <a:srgbClr val="FF0000"/>
                </a:solidFill>
                <a:latin typeface="+mj-lt"/>
              </a:rPr>
              <a:t>Normal Forms</a:t>
            </a:r>
            <a:endParaRPr spc="-89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4294967295"/>
          </p:nvPr>
        </p:nvSpPr>
        <p:spPr>
          <a:xfrm>
            <a:off x="8143875" y="13161963"/>
            <a:ext cx="1000125" cy="1666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445" defTabSz="1812066">
              <a:lnSpc>
                <a:spcPts val="1338"/>
              </a:lnSpc>
            </a:pPr>
            <a:fld id="{81D60167-4931-47E6-BA6A-407CBD079E47}" type="slidenum">
              <a:rPr kern="0" spc="-20" dirty="0"/>
              <a:pPr marL="104445" defTabSz="1812066">
                <a:lnSpc>
                  <a:spcPts val="1338"/>
                </a:lnSpc>
              </a:pPr>
              <a:t>5</a:t>
            </a:fld>
            <a:r>
              <a:rPr kern="0" spc="-168" dirty="0"/>
              <a:t> </a:t>
            </a:r>
            <a:r>
              <a:rPr kern="0" spc="178" dirty="0"/>
              <a:t>/</a:t>
            </a:r>
            <a:r>
              <a:rPr kern="0" spc="-168" dirty="0"/>
              <a:t> </a:t>
            </a:r>
            <a:r>
              <a:rPr kern="0" spc="-50" dirty="0"/>
              <a:t>10</a:t>
            </a:r>
          </a:p>
        </p:txBody>
      </p:sp>
      <p:pic>
        <p:nvPicPr>
          <p:cNvPr id="15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0542E44-DBEB-6328-A1DA-90743F5497E3}"/>
              </a:ext>
            </a:extLst>
          </p:cNvPr>
          <p:cNvSpPr txBox="1"/>
          <p:nvPr/>
        </p:nvSpPr>
        <p:spPr>
          <a:xfrm>
            <a:off x="533400" y="1600200"/>
            <a:ext cx="80772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Normal Forms</a:t>
            </a:r>
            <a:r>
              <a:rPr lang="en-US" sz="24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 </a:t>
            </a:r>
            <a:r>
              <a:rPr lang="en-US" sz="2400" dirty="0">
                <a:solidFill>
                  <a:srgbClr val="273239"/>
                </a:solidFill>
                <a:latin typeface="+mj-lt"/>
                <a:cs typeface="Arial" panose="020B0604020202020204" pitchFamily="34" charset="0"/>
              </a:rPr>
              <a:t>are </a:t>
            </a:r>
            <a:r>
              <a:rPr lang="en-US" sz="2400" b="1" dirty="0">
                <a:solidFill>
                  <a:srgbClr val="273239"/>
                </a:solidFill>
                <a:latin typeface="+mj-lt"/>
                <a:cs typeface="Arial" panose="020B0604020202020204" pitchFamily="34" charset="0"/>
              </a:rPr>
              <a:t>structured representations of logical expressions</a:t>
            </a:r>
            <a:r>
              <a:rPr lang="en-US" sz="2400" dirty="0">
                <a:solidFill>
                  <a:srgbClr val="273239"/>
                </a:solidFill>
                <a:latin typeface="+mj-lt"/>
                <a:cs typeface="Arial" panose="020B0604020202020204" pitchFamily="34" charset="0"/>
              </a:rPr>
              <a:t> where the formula is broken down into a combination of literals (variables or their negations) connected by logical operators such as AND, OR, and NOT.</a:t>
            </a:r>
          </a:p>
          <a:p>
            <a:pPr algn="just"/>
            <a:r>
              <a:rPr lang="en-US" sz="2400" dirty="0">
                <a:solidFill>
                  <a:srgbClr val="273239"/>
                </a:solidFill>
                <a:latin typeface="+mj-lt"/>
                <a:cs typeface="Arial" panose="020B0604020202020204" pitchFamily="34" charset="0"/>
              </a:rPr>
              <a:t>These forms help in the simplification and standardization of logical statements.</a:t>
            </a:r>
          </a:p>
          <a:p>
            <a:pPr fontAlgn="base"/>
            <a:r>
              <a:rPr lang="en-US" sz="2400" b="1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Key Concepts:</a:t>
            </a: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73239"/>
                </a:solidFill>
                <a:latin typeface="+mj-lt"/>
                <a:cs typeface="Arial" panose="020B0604020202020204" pitchFamily="34" charset="0"/>
              </a:rPr>
              <a:t>Literal: </a:t>
            </a:r>
            <a:r>
              <a:rPr lang="en-US" sz="2400" dirty="0">
                <a:solidFill>
                  <a:srgbClr val="273239"/>
                </a:solidFill>
                <a:latin typeface="+mj-lt"/>
                <a:cs typeface="Arial" panose="020B0604020202020204" pitchFamily="34" charset="0"/>
              </a:rPr>
              <a:t>A variable or its negation (e.g.,  𝐴  or  ¬𝐴).</a:t>
            </a: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73239"/>
                </a:solidFill>
                <a:latin typeface="+mj-lt"/>
                <a:cs typeface="Arial" panose="020B0604020202020204" pitchFamily="34" charset="0"/>
              </a:rPr>
              <a:t>Clause: </a:t>
            </a:r>
            <a:r>
              <a:rPr lang="en-US" sz="2400" dirty="0">
                <a:solidFill>
                  <a:srgbClr val="273239"/>
                </a:solidFill>
                <a:latin typeface="+mj-lt"/>
                <a:cs typeface="Arial" panose="020B0604020202020204" pitchFamily="34" charset="0"/>
              </a:rPr>
              <a:t>A disjunction of literals (e.g., 𝐴 ∨ ¬𝐵).</a:t>
            </a: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73239"/>
                </a:solidFill>
                <a:latin typeface="+mj-lt"/>
                <a:cs typeface="Arial" panose="020B0604020202020204" pitchFamily="34" charset="0"/>
              </a:rPr>
              <a:t>Normal Form: </a:t>
            </a:r>
            <a:r>
              <a:rPr lang="en-US" sz="2400" dirty="0">
                <a:solidFill>
                  <a:srgbClr val="273239"/>
                </a:solidFill>
                <a:latin typeface="+mj-lt"/>
                <a:cs typeface="Arial" panose="020B0604020202020204" pitchFamily="34" charset="0"/>
              </a:rPr>
              <a:t>A logical formula that follows a specific structure, such as CNF or DNF.</a:t>
            </a:r>
          </a:p>
        </p:txBody>
      </p:sp>
    </p:spTree>
    <p:extLst>
      <p:ext uri="{BB962C8B-B14F-4D97-AF65-F5344CB8AC3E}">
        <p14:creationId xmlns:p14="http://schemas.microsoft.com/office/powerpoint/2010/main" val="419276167"/>
      </p:ext>
    </p:extLst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33361-E541-ACB8-C943-5267DCD4A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F1D10E1-4BC6-71B9-C6B2-2D13ACAEC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0" y="279185"/>
            <a:ext cx="5791200" cy="711415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lang="en-IN" spc="-20" dirty="0">
                <a:solidFill>
                  <a:srgbClr val="FF0000"/>
                </a:solidFill>
                <a:latin typeface="+mj-lt"/>
              </a:rPr>
              <a:t>Types of Normal Form</a:t>
            </a:r>
            <a:endParaRPr spc="-89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9A08C153-FC36-B14D-54B8-7D622CCD0996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143875" y="13161963"/>
            <a:ext cx="1000125" cy="1666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445" defTabSz="1812066">
              <a:lnSpc>
                <a:spcPts val="1338"/>
              </a:lnSpc>
            </a:pPr>
            <a:fld id="{81D60167-4931-47E6-BA6A-407CBD079E47}" type="slidenum">
              <a:rPr kern="0" spc="-20" dirty="0"/>
              <a:pPr marL="104445" defTabSz="1812066">
                <a:lnSpc>
                  <a:spcPts val="1338"/>
                </a:lnSpc>
              </a:pPr>
              <a:t>6</a:t>
            </a:fld>
            <a:r>
              <a:rPr kern="0" spc="-168" dirty="0"/>
              <a:t> </a:t>
            </a:r>
            <a:r>
              <a:rPr kern="0" spc="178" dirty="0"/>
              <a:t>/</a:t>
            </a:r>
            <a:r>
              <a:rPr kern="0" spc="-168" dirty="0"/>
              <a:t> </a:t>
            </a:r>
            <a:r>
              <a:rPr kern="0" spc="-50" dirty="0"/>
              <a:t>10</a:t>
            </a:r>
          </a:p>
        </p:txBody>
      </p:sp>
      <p:pic>
        <p:nvPicPr>
          <p:cNvPr id="15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475F93E8-0B3F-E0B3-6E4C-1E19E2E28696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0832E23-BF1B-6F51-0A4D-27D201F5FC28}"/>
                  </a:ext>
                </a:extLst>
              </p:cNvPr>
              <p:cNvSpPr txBox="1"/>
              <p:nvPr/>
            </p:nvSpPr>
            <p:spPr>
              <a:xfrm>
                <a:off x="457200" y="1676400"/>
                <a:ext cx="8382000" cy="37856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400" b="1" i="0" dirty="0">
                    <a:solidFill>
                      <a:srgbClr val="FF0000"/>
                    </a:solidFill>
                    <a:effectLst/>
                    <a:latin typeface="+mj-lt"/>
                  </a:rPr>
                  <a:t>Conjunctive Normal Form (CNF)</a:t>
                </a:r>
                <a:r>
                  <a:rPr lang="en-IN" sz="2400" b="1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sz="2400" dirty="0">
                    <a:latin typeface="+mj-lt"/>
                  </a:rPr>
                  <a:t>a logical formula where clauses (</a:t>
                </a:r>
                <a:r>
                  <a:rPr lang="en-US" sz="2400" b="1" dirty="0">
                    <a:latin typeface="+mj-lt"/>
                  </a:rPr>
                  <a:t>disjunctions of literals</a:t>
                </a:r>
                <a:r>
                  <a:rPr lang="en-US" sz="2400" dirty="0">
                    <a:latin typeface="+mj-lt"/>
                  </a:rPr>
                  <a:t>) are combined with </a:t>
                </a:r>
                <a:r>
                  <a:rPr lang="en-US" sz="2400" b="1" dirty="0">
                    <a:latin typeface="+mj-lt"/>
                  </a:rPr>
                  <a:t>"AND" </a:t>
                </a:r>
                <a:r>
                  <a:rPr lang="en-US" sz="2400" dirty="0">
                    <a:latin typeface="+mj-lt"/>
                  </a:rPr>
                  <a:t>operators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273239"/>
                          </a:solidFill>
                          <a:effectLst/>
                          <a:latin typeface="Cambria Math" panose="02040503050406030204" pitchFamily="18" charset="0"/>
                        </a:rPr>
                        <m:t>𝑨𝑵𝑫</m:t>
                      </m:r>
                      <m:r>
                        <a:rPr lang="en-US" sz="2400" b="1" i="1" smtClean="0">
                          <a:solidFill>
                            <a:srgbClr val="273239"/>
                          </a:solidFill>
                          <a:effectLst/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2400" b="1" i="0" smtClean="0">
                          <a:solidFill>
                            <a:srgbClr val="273239"/>
                          </a:solidFill>
                          <a:effectLst/>
                          <a:latin typeface="Cambria Math" panose="02040503050406030204" pitchFamily="18" charset="0"/>
                        </a:rPr>
                        <m:t>𝐨𝐟</m:t>
                      </m:r>
                      <m:r>
                        <a:rPr lang="en-US" sz="2400" b="1" i="1" smtClean="0">
                          <a:solidFill>
                            <a:srgbClr val="273239"/>
                          </a:solidFill>
                          <a:effectLst/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2400" b="1" i="1" smtClean="0">
                          <a:solidFill>
                            <a:srgbClr val="273239"/>
                          </a:solidFill>
                          <a:effectLst/>
                          <a:latin typeface="Cambria Math" panose="02040503050406030204" pitchFamily="18" charset="0"/>
                        </a:rPr>
                        <m:t>𝑶𝑹</m:t>
                      </m:r>
                    </m:oMath>
                  </m:oMathPara>
                </a14:m>
                <a:endParaRPr lang="en-US" sz="2400" b="1" i="0" dirty="0">
                  <a:solidFill>
                    <a:srgbClr val="273239"/>
                  </a:solidFill>
                  <a:effectLst/>
                  <a:latin typeface="+mj-lt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>
                        <a:latin typeface="+mj-lt"/>
                      </a:rPr>
                      <m:t>∧</m:t>
                    </m:r>
                  </m:oMath>
                </a14:m>
                <a:r>
                  <a:rPr lang="en-IN" sz="2400" b="1" i="0" dirty="0">
                    <a:solidFill>
                      <a:srgbClr val="273239"/>
                    </a:solidFill>
                    <a:effectLst/>
                    <a:latin typeface="+mj-lt"/>
                  </a:rPr>
                  <a:t> of </a:t>
                </a:r>
                <a:r>
                  <a:rPr lang="en-IN" sz="2400" dirty="0">
                    <a:latin typeface="+mj-lt"/>
                  </a:rPr>
                  <a:t>∨</a:t>
                </a:r>
              </a:p>
              <a:p>
                <a:pPr algn="ctr"/>
                <a:endParaRPr lang="en-IN" sz="2400" b="1" dirty="0">
                  <a:solidFill>
                    <a:srgbClr val="273239"/>
                  </a:solidFill>
                  <a:latin typeface="+mj-lt"/>
                </a:endParaRPr>
              </a:p>
              <a:p>
                <a:pPr algn="ctr"/>
                <a:endParaRPr lang="en-IN" sz="2400" b="1" dirty="0">
                  <a:solidFill>
                    <a:srgbClr val="273239"/>
                  </a:solidFill>
                  <a:latin typeface="+mj-lt"/>
                </a:endParaRPr>
              </a:p>
              <a:p>
                <a:r>
                  <a:rPr lang="en-IN" sz="2400" b="1" dirty="0">
                    <a:solidFill>
                      <a:srgbClr val="FF0000"/>
                    </a:solidFill>
                    <a:latin typeface="+mj-lt"/>
                  </a:rPr>
                  <a:t>Disjunctive Normal Form (DNF) </a:t>
                </a:r>
                <a:r>
                  <a:rPr lang="en-US" sz="2400" dirty="0">
                    <a:latin typeface="+mj-lt"/>
                  </a:rPr>
                  <a:t>a logical formula where </a:t>
                </a:r>
                <a:r>
                  <a:rPr lang="en-US" sz="2400" b="1" dirty="0">
                    <a:latin typeface="+mj-lt"/>
                  </a:rPr>
                  <a:t>conjunctions of literals</a:t>
                </a:r>
                <a:r>
                  <a:rPr lang="en-US" sz="2400" dirty="0">
                    <a:latin typeface="+mj-lt"/>
                  </a:rPr>
                  <a:t> are combined with </a:t>
                </a:r>
                <a:r>
                  <a:rPr lang="en-US" sz="2400" b="1" dirty="0">
                    <a:latin typeface="+mj-lt"/>
                  </a:rPr>
                  <a:t>"OR" </a:t>
                </a:r>
                <a:r>
                  <a:rPr lang="en-US" sz="2400" dirty="0">
                    <a:latin typeface="+mj-lt"/>
                  </a:rPr>
                  <a:t>operators</a:t>
                </a:r>
                <a:endParaRPr lang="en-IN" sz="2400" b="1" dirty="0">
                  <a:solidFill>
                    <a:srgbClr val="273239"/>
                  </a:solidFill>
                  <a:latin typeface="+mj-lt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273239"/>
                          </a:solidFill>
                          <a:latin typeface="Cambria Math" panose="02040503050406030204" pitchFamily="18" charset="0"/>
                        </a:rPr>
                        <m:t>𝑶𝑹</m:t>
                      </m:r>
                      <m:r>
                        <a:rPr lang="en-US" sz="2400" b="1" i="1">
                          <a:solidFill>
                            <a:srgbClr val="273239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>
                          <a:solidFill>
                            <a:srgbClr val="273239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400" b="1">
                          <a:solidFill>
                            <a:srgbClr val="273239"/>
                          </a:solidFill>
                          <a:latin typeface="Cambria Math" panose="02040503050406030204" pitchFamily="18" charset="0"/>
                        </a:rPr>
                        <m:t>𝐨𝐟</m:t>
                      </m:r>
                      <m:r>
                        <a:rPr lang="en-US" sz="2400" b="1" i="1">
                          <a:solidFill>
                            <a:srgbClr val="273239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400" b="1" i="1">
                          <a:solidFill>
                            <a:srgbClr val="273239"/>
                          </a:solidFill>
                          <a:latin typeface="Cambria Math" panose="02040503050406030204" pitchFamily="18" charset="0"/>
                        </a:rPr>
                        <m:t>𝑨𝑵𝑫</m:t>
                      </m:r>
                    </m:oMath>
                  </m:oMathPara>
                </a14:m>
                <a:endParaRPr lang="en-US" sz="2400" b="1" dirty="0">
                  <a:solidFill>
                    <a:srgbClr val="273239"/>
                  </a:solidFill>
                  <a:latin typeface="+mj-lt"/>
                </a:endParaRPr>
              </a:p>
              <a:p>
                <a:pPr algn="ctr"/>
                <a:r>
                  <a:rPr lang="en-IN" sz="2400" dirty="0">
                    <a:latin typeface="+mj-lt"/>
                  </a:rPr>
                  <a:t>∨ </a:t>
                </a:r>
                <a:r>
                  <a:rPr lang="en-IN" sz="2400" b="1" dirty="0">
                    <a:solidFill>
                      <a:srgbClr val="273239"/>
                    </a:solidFill>
                    <a:latin typeface="+mj-lt"/>
                  </a:rPr>
                  <a:t>of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>
                        <a:latin typeface="+mj-lt"/>
                      </a:rPr>
                      <m:t>∧</m:t>
                    </m:r>
                  </m:oMath>
                </a14:m>
                <a:endParaRPr lang="en-IN" sz="2400" b="1" dirty="0">
                  <a:solidFill>
                    <a:srgbClr val="273239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0832E23-BF1B-6F51-0A4D-27D201F5FC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76400"/>
                <a:ext cx="8382000" cy="3785652"/>
              </a:xfrm>
              <a:prstGeom prst="rect">
                <a:avLst/>
              </a:prstGeom>
              <a:blipFill>
                <a:blip r:embed="rId3"/>
                <a:stretch>
                  <a:fillRect l="-1091" t="-1288" b="-27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7744556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5B401-84BE-CC96-9A71-4C8523B22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0CA2087-D385-E1C2-F4C1-62AC988B51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0" y="279185"/>
            <a:ext cx="5791200" cy="1388524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lang="en-IN" spc="-20" dirty="0">
                <a:solidFill>
                  <a:srgbClr val="FF0000"/>
                </a:solidFill>
                <a:latin typeface="+mj-lt"/>
              </a:rPr>
              <a:t>Properties of Normal Form</a:t>
            </a:r>
            <a:endParaRPr spc="-89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8A202A4D-FF53-351F-20DF-C3BB30B486AB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143875" y="13161963"/>
            <a:ext cx="1000125" cy="1666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445" defTabSz="1812066">
              <a:lnSpc>
                <a:spcPts val="1338"/>
              </a:lnSpc>
            </a:pPr>
            <a:fld id="{81D60167-4931-47E6-BA6A-407CBD079E47}" type="slidenum">
              <a:rPr kern="0" spc="-20" dirty="0"/>
              <a:pPr marL="104445" defTabSz="1812066">
                <a:lnSpc>
                  <a:spcPts val="1338"/>
                </a:lnSpc>
              </a:pPr>
              <a:t>7</a:t>
            </a:fld>
            <a:r>
              <a:rPr kern="0" spc="-168" dirty="0"/>
              <a:t> </a:t>
            </a:r>
            <a:r>
              <a:rPr kern="0" spc="178" dirty="0"/>
              <a:t>/</a:t>
            </a:r>
            <a:r>
              <a:rPr kern="0" spc="-168" dirty="0"/>
              <a:t> </a:t>
            </a:r>
            <a:r>
              <a:rPr kern="0" spc="-50" dirty="0"/>
              <a:t>10</a:t>
            </a:r>
          </a:p>
        </p:txBody>
      </p:sp>
      <p:pic>
        <p:nvPicPr>
          <p:cNvPr id="15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348EA0B4-4BFE-9E88-6B01-7C6188BDA0E2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58DECD-C39B-2FE7-DA59-D810ECBD6B86}"/>
              </a:ext>
            </a:extLst>
          </p:cNvPr>
          <p:cNvSpPr txBox="1"/>
          <p:nvPr/>
        </p:nvSpPr>
        <p:spPr>
          <a:xfrm>
            <a:off x="457200" y="1676400"/>
            <a:ext cx="8382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cs typeface="Arial" panose="020B0604020202020204" pitchFamily="34" charset="0"/>
              </a:rPr>
              <a:t>Every </a:t>
            </a:r>
            <a:r>
              <a:rPr lang="en-US" sz="24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truth table </a:t>
            </a:r>
            <a:r>
              <a:rPr lang="en-US" sz="2400" dirty="0">
                <a:latin typeface="+mj-lt"/>
                <a:cs typeface="Arial" panose="020B0604020202020204" pitchFamily="34" charset="0"/>
              </a:rPr>
              <a:t>(Boolean function) can be written as 	</a:t>
            </a:r>
            <a:r>
              <a:rPr lang="en-US" sz="24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either</a:t>
            </a:r>
            <a:r>
              <a:rPr lang="en-US" sz="2400" dirty="0">
                <a:latin typeface="+mj-lt"/>
                <a:cs typeface="Arial" panose="020B0604020202020204" pitchFamily="34" charset="0"/>
              </a:rPr>
              <a:t> a </a:t>
            </a:r>
            <a:r>
              <a:rPr lang="en-US" sz="24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conjunctive normal form </a:t>
            </a:r>
            <a:r>
              <a:rPr lang="en-US" sz="2400" dirty="0">
                <a:latin typeface="+mj-lt"/>
                <a:cs typeface="Arial" panose="020B0604020202020204" pitchFamily="34" charset="0"/>
              </a:rPr>
              <a:t>(CNF) </a:t>
            </a:r>
            <a:r>
              <a:rPr lang="en-US" sz="24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or</a:t>
            </a:r>
            <a:r>
              <a:rPr lang="en-US" sz="2400" dirty="0">
                <a:latin typeface="+mj-lt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disjunctive 	normal form</a:t>
            </a:r>
            <a:r>
              <a:rPr lang="en-US" sz="2400" dirty="0">
                <a:latin typeface="+mj-lt"/>
                <a:cs typeface="Arial" panose="020B0604020202020204" pitchFamily="34" charset="0"/>
              </a:rPr>
              <a:t> (DNF).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400" dirty="0">
              <a:latin typeface="+mj-lt"/>
              <a:cs typeface="Arial" panose="020B06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cs typeface="Arial" panose="020B0604020202020204" pitchFamily="34" charset="0"/>
              </a:rPr>
              <a:t>Every </a:t>
            </a:r>
            <a:r>
              <a:rPr lang="en-US" sz="24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propositional formula </a:t>
            </a:r>
            <a:r>
              <a:rPr lang="en-US" sz="2400" dirty="0">
                <a:latin typeface="+mj-lt"/>
                <a:cs typeface="Arial" panose="020B0604020202020204" pitchFamily="34" charset="0"/>
              </a:rPr>
              <a:t>can be transformed into </a:t>
            </a:r>
            <a:r>
              <a:rPr lang="en-US" sz="24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DNF</a:t>
            </a:r>
            <a:r>
              <a:rPr lang="en-US" sz="2400" dirty="0">
                <a:latin typeface="+mj-lt"/>
                <a:cs typeface="Arial" panose="020B0604020202020204" pitchFamily="34" charset="0"/>
              </a:rPr>
              <a:t> by considering the </a:t>
            </a:r>
            <a:r>
              <a:rPr lang="en-US" sz="24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truth assignments where it is true</a:t>
            </a:r>
            <a:r>
              <a:rPr lang="en-US" sz="2400" dirty="0">
                <a:latin typeface="+mj-lt"/>
                <a:cs typeface="Arial" panose="020B0604020202020204" pitchFamily="34" charset="0"/>
              </a:rPr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400" dirty="0">
              <a:latin typeface="+mj-lt"/>
              <a:cs typeface="Arial" panose="020B06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cs typeface="Arial" panose="020B0604020202020204" pitchFamily="34" charset="0"/>
              </a:rPr>
              <a:t>Every </a:t>
            </a:r>
            <a:r>
              <a:rPr lang="en-US" sz="24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propositional formula </a:t>
            </a:r>
            <a:r>
              <a:rPr lang="en-US" sz="2400" dirty="0">
                <a:latin typeface="+mj-lt"/>
                <a:cs typeface="Arial" panose="020B0604020202020204" pitchFamily="34" charset="0"/>
              </a:rPr>
              <a:t>can be transformed into </a:t>
            </a:r>
            <a:r>
              <a:rPr lang="en-US" sz="24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CNF</a:t>
            </a:r>
            <a:r>
              <a:rPr lang="en-US" sz="2400" dirty="0">
                <a:latin typeface="+mj-lt"/>
                <a:cs typeface="Arial" panose="020B0604020202020204" pitchFamily="34" charset="0"/>
              </a:rPr>
              <a:t> by considering the </a:t>
            </a:r>
            <a:r>
              <a:rPr lang="en-US" sz="24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truth assignments where it is false and negating them</a:t>
            </a:r>
            <a:r>
              <a:rPr lang="en-US" sz="2400" dirty="0">
                <a:latin typeface="+mj-lt"/>
                <a:cs typeface="Arial" panose="020B0604020202020204" pitchFamily="34" charset="0"/>
              </a:rPr>
              <a:t>.</a:t>
            </a:r>
            <a:endParaRPr lang="en-IN" sz="2400" dirty="0"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227050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06B06-A33E-EE15-34F4-8BB292135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56A305C-3A80-1B34-D928-36DFFCDB41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0" y="355385"/>
            <a:ext cx="5791200" cy="711415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lang="en-IN" spc="-20" dirty="0">
                <a:solidFill>
                  <a:srgbClr val="FF0000"/>
                </a:solidFill>
                <a:latin typeface="+mj-lt"/>
              </a:rPr>
              <a:t>Rules of Inference</a:t>
            </a:r>
            <a:endParaRPr spc="-89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7CF8EAA3-42E7-BBB6-CA20-A0C2805B934E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143875" y="13161963"/>
            <a:ext cx="1000125" cy="1666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445" defTabSz="1812066">
              <a:lnSpc>
                <a:spcPts val="1338"/>
              </a:lnSpc>
            </a:pPr>
            <a:fld id="{81D60167-4931-47E6-BA6A-407CBD079E47}" type="slidenum">
              <a:rPr kern="0" spc="-20" dirty="0"/>
              <a:pPr marL="104445" defTabSz="1812066">
                <a:lnSpc>
                  <a:spcPts val="1338"/>
                </a:lnSpc>
              </a:pPr>
              <a:t>8</a:t>
            </a:fld>
            <a:r>
              <a:rPr kern="0" spc="-168" dirty="0"/>
              <a:t> </a:t>
            </a:r>
            <a:r>
              <a:rPr kern="0" spc="178" dirty="0"/>
              <a:t>/</a:t>
            </a:r>
            <a:r>
              <a:rPr kern="0" spc="-168" dirty="0"/>
              <a:t> </a:t>
            </a:r>
            <a:r>
              <a:rPr kern="0" spc="-50" dirty="0"/>
              <a:t>10</a:t>
            </a:r>
          </a:p>
        </p:txBody>
      </p:sp>
      <p:pic>
        <p:nvPicPr>
          <p:cNvPr id="15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EC24D82-F462-3053-475F-57547DB3AA93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951EC1-47CD-F647-D064-603FB41B54E8}"/>
              </a:ext>
            </a:extLst>
          </p:cNvPr>
          <p:cNvSpPr txBox="1"/>
          <p:nvPr/>
        </p:nvSpPr>
        <p:spPr>
          <a:xfrm>
            <a:off x="457200" y="1524000"/>
            <a:ext cx="8382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u="sng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Argument : 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By an </a:t>
            </a:r>
            <a:r>
              <a:rPr lang="en-US" sz="2400" b="1" u="sng" dirty="0">
                <a:solidFill>
                  <a:srgbClr val="FF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argument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, we mean a sequence of statements that end with a conclusion.</a:t>
            </a:r>
          </a:p>
          <a:p>
            <a:pPr marL="342900" lvl="0" indent="-34290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By </a:t>
            </a:r>
            <a:r>
              <a:rPr lang="en-US" sz="2400" b="1" u="sng" dirty="0">
                <a:solidFill>
                  <a:srgbClr val="FF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valid argument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, we mean that the </a:t>
            </a:r>
            <a:r>
              <a:rPr lang="en-US" sz="2400" b="1" u="sng" dirty="0">
                <a:solidFill>
                  <a:srgbClr val="FF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conclusion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, or final statement of the argument, must follow from the truth of the preceding statements (or </a:t>
            </a:r>
            <a:r>
              <a:rPr lang="en-US" sz="2400" b="1" u="sng" dirty="0">
                <a:solidFill>
                  <a:srgbClr val="FF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premises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) of the argument.</a:t>
            </a:r>
            <a:endParaRPr lang="en-US" sz="2400" dirty="0">
              <a:latin typeface="+mj-lt"/>
            </a:endParaRPr>
          </a:p>
          <a:p>
            <a:pPr lvl="0"/>
            <a:endParaRPr lang="en-US" sz="2400" dirty="0">
              <a:solidFill>
                <a:schemeClr val="dk1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lvl="0"/>
            <a:r>
              <a:rPr lang="en-US" sz="2400" b="1" i="1" dirty="0">
                <a:solidFill>
                  <a:srgbClr val="FF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An argument is valid if and only if it is impossible for all the premises to be true and the conclusion to be false.</a:t>
            </a:r>
            <a:endParaRPr lang="en-US" sz="2400" dirty="0">
              <a:solidFill>
                <a:schemeClr val="dk1"/>
              </a:solidFill>
              <a:latin typeface="+mj-lt"/>
              <a:ea typeface="Arial"/>
              <a:cs typeface="Arial"/>
              <a:sym typeface="Arial"/>
            </a:endParaRPr>
          </a:p>
          <a:p>
            <a:pPr lvl="0"/>
            <a:endParaRPr lang="en-US" sz="2400" dirty="0">
              <a:solidFill>
                <a:schemeClr val="dk1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342900" lvl="0" indent="-342900">
              <a:buClr>
                <a:srgbClr val="FF0000"/>
              </a:buClr>
              <a:buSzPts val="2400"/>
              <a:buFont typeface="Arial"/>
              <a:buChar char="•"/>
            </a:pPr>
            <a:r>
              <a:rPr lang="en-US" sz="2400" b="1" u="sng" dirty="0">
                <a:solidFill>
                  <a:srgbClr val="FF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Rules of inference</a:t>
            </a:r>
            <a:r>
              <a:rPr lang="en-US" sz="2400" b="1" dirty="0">
                <a:solidFill>
                  <a:srgbClr val="FF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are our basic tools for establishing the truth of statements.</a:t>
            </a:r>
            <a:endParaRPr 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94643820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8338D-2C46-9482-8746-70E5E9EFB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9D6BF49-B3FB-2557-5347-62CBCA4D69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0" y="279185"/>
            <a:ext cx="5791200" cy="711415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lang="en-IN" spc="-20" dirty="0">
                <a:solidFill>
                  <a:srgbClr val="FF0000"/>
                </a:solidFill>
                <a:latin typeface="+mj-lt"/>
              </a:rPr>
              <a:t>Rules of Inference</a:t>
            </a:r>
            <a:endParaRPr spc="-89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AF2A1548-DDEA-592F-DE91-5620D7C6E679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143875" y="13161963"/>
            <a:ext cx="1000125" cy="1666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445" defTabSz="1812066">
              <a:lnSpc>
                <a:spcPts val="1338"/>
              </a:lnSpc>
            </a:pPr>
            <a:fld id="{81D60167-4931-47E6-BA6A-407CBD079E47}" type="slidenum">
              <a:rPr kern="0" spc="-20" dirty="0"/>
              <a:pPr marL="104445" defTabSz="1812066">
                <a:lnSpc>
                  <a:spcPts val="1338"/>
                </a:lnSpc>
              </a:pPr>
              <a:t>9</a:t>
            </a:fld>
            <a:r>
              <a:rPr kern="0" spc="-168" dirty="0"/>
              <a:t> </a:t>
            </a:r>
            <a:r>
              <a:rPr kern="0" spc="178" dirty="0"/>
              <a:t>/</a:t>
            </a:r>
            <a:r>
              <a:rPr kern="0" spc="-168" dirty="0"/>
              <a:t> </a:t>
            </a:r>
            <a:r>
              <a:rPr kern="0" spc="-50" dirty="0"/>
              <a:t>10</a:t>
            </a:r>
          </a:p>
        </p:txBody>
      </p:sp>
      <p:pic>
        <p:nvPicPr>
          <p:cNvPr id="15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6F6C896C-C700-0AC2-99DD-8D099C2B764F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363136-A1C9-090C-25EC-452D67D66361}"/>
              </a:ext>
            </a:extLst>
          </p:cNvPr>
          <p:cNvSpPr txBox="1"/>
          <p:nvPr/>
        </p:nvSpPr>
        <p:spPr>
          <a:xfrm>
            <a:off x="457200" y="1447800"/>
            <a:ext cx="838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u="sng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How argument looks like: 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Consider the following argument involving propositions:</a:t>
            </a:r>
            <a:endParaRPr lang="en-IN" sz="2400" u="sng" dirty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  <p:graphicFrame>
        <p:nvGraphicFramePr>
          <p:cNvPr id="3" name="Google Shape;193;p6">
            <a:extLst>
              <a:ext uri="{FF2B5EF4-FFF2-40B4-BE49-F238E27FC236}">
                <a16:creationId xmlns:a16="http://schemas.microsoft.com/office/drawing/2014/main" id="{CC5A1C12-A4B1-0A3E-79BD-32DD4437B4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0926779"/>
              </p:ext>
            </p:extLst>
          </p:nvPr>
        </p:nvGraphicFramePr>
        <p:xfrm>
          <a:off x="914400" y="2362200"/>
          <a:ext cx="7848600" cy="3776206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92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519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u="none" strike="noStrike" cap="none">
                          <a:latin typeface="+mj-lt"/>
                        </a:rPr>
                        <a:t>Argument</a:t>
                      </a:r>
                      <a:endParaRPr sz="2400">
                        <a:latin typeface="+mj-lt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u="none" strike="noStrike" cap="none" dirty="0">
                          <a:latin typeface="+mj-lt"/>
                        </a:rPr>
                        <a:t>Translation</a:t>
                      </a:r>
                      <a:endParaRPr sz="2400" dirty="0">
                        <a:latin typeface="+mj-lt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8996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0" i="0" u="none" strike="noStrike" cap="none" dirty="0">
                          <a:solidFill>
                            <a:srgbClr val="FF0000"/>
                          </a:solidFill>
                          <a:latin typeface="+mj-lt"/>
                          <a:ea typeface="Times New Roman"/>
                          <a:cs typeface="Times New Roman"/>
                          <a:sym typeface="Times New Roman"/>
                        </a:rPr>
                        <a:t>Premise 1:    </a:t>
                      </a:r>
                      <a:r>
                        <a:rPr lang="en-IN" sz="2000" b="0" i="0" u="none" strike="noStrike" cap="none" dirty="0">
                          <a:latin typeface="+mj-lt"/>
                          <a:ea typeface="Times New Roman"/>
                          <a:cs typeface="Times New Roman"/>
                          <a:sym typeface="Times New Roman"/>
                        </a:rPr>
                        <a:t>“If you have a current password, then you can log onto the network.”</a:t>
                      </a:r>
                      <a:endParaRPr sz="2000" b="0" i="0" u="none" strike="noStrike" cap="none" dirty="0">
                        <a:latin typeface="+mj-lt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strike="noStrike" cap="none" dirty="0">
                          <a:solidFill>
                            <a:srgbClr val="FF0000"/>
                          </a:solidFill>
                          <a:latin typeface="+mj-lt"/>
                          <a:ea typeface="Times New Roman"/>
                          <a:cs typeface="Times New Roman"/>
                          <a:sym typeface="Times New Roman"/>
                        </a:rPr>
                        <a:t>Premise 2:    </a:t>
                      </a:r>
                      <a:r>
                        <a:rPr lang="en-IN" sz="2000" b="0" i="0" u="none" strike="noStrike" cap="none" dirty="0">
                          <a:latin typeface="+mj-lt"/>
                          <a:ea typeface="Times New Roman"/>
                          <a:cs typeface="Times New Roman"/>
                          <a:sym typeface="Times New Roman"/>
                        </a:rPr>
                        <a:t>“You have a current password.”</a:t>
                      </a:r>
                      <a:endParaRPr dirty="0">
                        <a:latin typeface="+mj-lt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0" i="0" u="none" strike="noStrike" cap="none" dirty="0">
                        <a:latin typeface="+mj-lt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0" i="0" u="none" strike="noStrike" cap="none" dirty="0">
                          <a:latin typeface="+mj-lt"/>
                          <a:ea typeface="Times New Roman"/>
                          <a:cs typeface="Times New Roman"/>
                          <a:sym typeface="Times New Roman"/>
                        </a:rPr>
                        <a:t>Therefore,</a:t>
                      </a:r>
                      <a:endParaRPr sz="2000" b="0" i="0" u="none" strike="noStrike" cap="none" dirty="0">
                        <a:latin typeface="+mj-lt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strike="noStrike" cap="none" dirty="0">
                          <a:solidFill>
                            <a:srgbClr val="FF0000"/>
                          </a:solidFill>
                          <a:latin typeface="+mj-lt"/>
                          <a:ea typeface="Times New Roman"/>
                          <a:cs typeface="Times New Roman"/>
                          <a:sym typeface="Times New Roman"/>
                        </a:rPr>
                        <a:t>Conclusion:  </a:t>
                      </a:r>
                      <a:r>
                        <a:rPr lang="en-IN" sz="2000" b="0" i="0" u="none" strike="noStrike" cap="none" dirty="0">
                          <a:latin typeface="+mj-lt"/>
                          <a:ea typeface="Times New Roman"/>
                          <a:cs typeface="Times New Roman"/>
                          <a:sym typeface="Times New Roman"/>
                        </a:rPr>
                        <a:t>“You can log onto the network.”</a:t>
                      </a:r>
                      <a:endParaRPr sz="2000" u="none" strike="noStrike" cap="none" dirty="0">
                        <a:latin typeface="+mj-lt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0" i="1" u="none" strike="noStrike" dirty="0">
                          <a:solidFill>
                            <a:srgbClr val="FF0000"/>
                          </a:solidFill>
                          <a:latin typeface="+mj-lt"/>
                          <a:ea typeface="Arial"/>
                          <a:cs typeface="Arial"/>
                          <a:sym typeface="Arial"/>
                        </a:rPr>
                        <a:t>p:</a:t>
                      </a:r>
                      <a:r>
                        <a:rPr lang="en-IN" sz="2000" b="0" i="1" u="none" strike="noStrike" dirty="0">
                          <a:solidFill>
                            <a:schemeClr val="dk1"/>
                          </a:solidFill>
                          <a:latin typeface="+mj-lt"/>
                          <a:ea typeface="Arial"/>
                          <a:cs typeface="Arial"/>
                          <a:sym typeface="Arial"/>
                        </a:rPr>
                        <a:t>   </a:t>
                      </a:r>
                      <a:r>
                        <a:rPr lang="en-IN" sz="2000" b="0" i="0" u="none" strike="noStrike" dirty="0">
                          <a:solidFill>
                            <a:schemeClr val="dk1"/>
                          </a:solidFill>
                          <a:latin typeface="+mj-lt"/>
                          <a:ea typeface="Arial"/>
                          <a:cs typeface="Arial"/>
                          <a:sym typeface="Arial"/>
                        </a:rPr>
                        <a:t> “You have a current password” </a:t>
                      </a:r>
                      <a:endParaRPr dirty="0">
                        <a:latin typeface="+mj-lt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0" i="1" u="none" strike="noStrike" dirty="0">
                          <a:solidFill>
                            <a:srgbClr val="FF0000"/>
                          </a:solidFill>
                          <a:latin typeface="+mj-lt"/>
                          <a:ea typeface="Arial"/>
                          <a:cs typeface="Arial"/>
                          <a:sym typeface="Arial"/>
                        </a:rPr>
                        <a:t>q:    </a:t>
                      </a:r>
                      <a:r>
                        <a:rPr lang="en-IN" sz="2000" b="0" i="0" u="none" strike="noStrike" dirty="0">
                          <a:solidFill>
                            <a:schemeClr val="dk1"/>
                          </a:solidFill>
                          <a:latin typeface="+mj-lt"/>
                          <a:ea typeface="Arial"/>
                          <a:cs typeface="Arial"/>
                          <a:sym typeface="Arial"/>
                        </a:rPr>
                        <a:t>“You can log onto the network.”</a:t>
                      </a:r>
                      <a:endParaRPr sz="2000" b="0" i="0" u="none" strike="noStrike" dirty="0">
                        <a:solidFill>
                          <a:schemeClr val="dk1"/>
                        </a:solidFill>
                        <a:latin typeface="+mj-lt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0" i="0" u="none" strike="noStrike" dirty="0">
                          <a:solidFill>
                            <a:schemeClr val="dk1"/>
                          </a:solidFill>
                          <a:latin typeface="+mj-lt"/>
                          <a:ea typeface="Arial"/>
                          <a:cs typeface="Arial"/>
                          <a:sym typeface="Arial"/>
                        </a:rPr>
                        <a:t>Then, the argument has the form</a:t>
                      </a:r>
                      <a:endParaRPr sz="2000" b="0" i="0" u="none" strike="noStrike" dirty="0">
                        <a:solidFill>
                          <a:schemeClr val="dk1"/>
                        </a:solidFill>
                        <a:latin typeface="+mj-lt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3200" b="1" i="1" u="none" strike="noStrike" dirty="0">
                          <a:solidFill>
                            <a:srgbClr val="FF0000"/>
                          </a:solidFill>
                          <a:latin typeface="+mj-lt"/>
                          <a:ea typeface="Arial"/>
                          <a:cs typeface="Arial"/>
                          <a:sym typeface="Arial"/>
                        </a:rPr>
                        <a:t>p </a:t>
                      </a:r>
                      <a:r>
                        <a:rPr lang="en-IN" sz="3200" b="1" i="0" u="none" strike="noStrike" dirty="0">
                          <a:solidFill>
                            <a:srgbClr val="FF0000"/>
                          </a:solidFill>
                          <a:latin typeface="+mj-lt"/>
                          <a:ea typeface="Arial"/>
                          <a:cs typeface="Arial"/>
                          <a:sym typeface="Arial"/>
                        </a:rPr>
                        <a:t>→ </a:t>
                      </a:r>
                      <a:r>
                        <a:rPr lang="en-IN" sz="3200" b="1" i="1" u="none" strike="noStrike" dirty="0">
                          <a:solidFill>
                            <a:srgbClr val="FF0000"/>
                          </a:solidFill>
                          <a:latin typeface="+mj-lt"/>
                          <a:ea typeface="Arial"/>
                          <a:cs typeface="Arial"/>
                          <a:sym typeface="Arial"/>
                        </a:rPr>
                        <a:t>q</a:t>
                      </a:r>
                      <a:endParaRPr dirty="0">
                        <a:latin typeface="+mj-lt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3200" b="1" i="1" u="none" strike="noStrike" dirty="0">
                          <a:solidFill>
                            <a:srgbClr val="FF0000"/>
                          </a:solidFill>
                          <a:latin typeface="+mj-lt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dirty="0">
                        <a:latin typeface="+mj-lt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3200" b="1" i="0" u="none" strike="noStrike" dirty="0">
                          <a:solidFill>
                            <a:srgbClr val="FF0000"/>
                          </a:solidFill>
                          <a:latin typeface="+mj-lt"/>
                          <a:ea typeface="Arial"/>
                          <a:cs typeface="Arial"/>
                          <a:sym typeface="Arial"/>
                        </a:rPr>
                        <a:t>∴ </a:t>
                      </a:r>
                      <a:r>
                        <a:rPr lang="en-IN" sz="3200" b="1" i="1" u="none" strike="noStrike" dirty="0">
                          <a:solidFill>
                            <a:srgbClr val="FF0000"/>
                          </a:solidFill>
                          <a:latin typeface="+mj-lt"/>
                          <a:ea typeface="Arial"/>
                          <a:cs typeface="Arial"/>
                          <a:sym typeface="Arial"/>
                        </a:rPr>
                        <a:t>q</a:t>
                      </a:r>
                      <a:endParaRPr dirty="0">
                        <a:latin typeface="+mj-lt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1" u="none" strike="noStrike" dirty="0">
                        <a:solidFill>
                          <a:schemeClr val="dk1"/>
                        </a:solidFill>
                        <a:latin typeface="+mj-lt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b="0" i="1" u="none" strike="noStrike" dirty="0">
                          <a:solidFill>
                            <a:schemeClr val="dk1"/>
                          </a:solidFill>
                          <a:latin typeface="+mj-lt"/>
                          <a:ea typeface="Arial"/>
                          <a:cs typeface="Arial"/>
                          <a:sym typeface="Arial"/>
                        </a:rPr>
                        <a:t>where ∴ is the symbol that denotes “therefore.”</a:t>
                      </a:r>
                      <a:endParaRPr sz="1600" b="1" i="1" u="none" strike="noStrike" dirty="0">
                        <a:solidFill>
                          <a:srgbClr val="FF0000"/>
                        </a:solidFill>
                        <a:latin typeface="+mj-lt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4331920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73B47-6A3A-D269-B5A1-4B1D04575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08935DF-E927-8A08-93B0-91CB054F26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76600" y="279185"/>
            <a:ext cx="5334000" cy="711415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lang="en-IN" spc="-20" dirty="0">
                <a:solidFill>
                  <a:srgbClr val="FF0000"/>
                </a:solidFill>
                <a:latin typeface="+mj-lt"/>
              </a:rPr>
              <a:t>Learning Activity</a:t>
            </a:r>
            <a:endParaRPr spc="-89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081C91DE-B3E7-4992-3BA5-420485466AC8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143875" y="13161963"/>
            <a:ext cx="1000125" cy="1666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445" defTabSz="1812066">
              <a:lnSpc>
                <a:spcPts val="1338"/>
              </a:lnSpc>
            </a:pPr>
            <a:fld id="{81D60167-4931-47E6-BA6A-407CBD079E47}" type="slidenum">
              <a:rPr kern="0" spc="-20" dirty="0"/>
              <a:pPr marL="104445" defTabSz="1812066">
                <a:lnSpc>
                  <a:spcPts val="1338"/>
                </a:lnSpc>
              </a:pPr>
              <a:t>10</a:t>
            </a:fld>
            <a:r>
              <a:rPr kern="0" spc="-168" dirty="0"/>
              <a:t> </a:t>
            </a:r>
            <a:r>
              <a:rPr kern="0" spc="178" dirty="0"/>
              <a:t>/</a:t>
            </a:r>
            <a:r>
              <a:rPr kern="0" spc="-168" dirty="0"/>
              <a:t> </a:t>
            </a:r>
            <a:r>
              <a:rPr kern="0" spc="-50" dirty="0"/>
              <a:t>10</a:t>
            </a:r>
          </a:p>
        </p:txBody>
      </p:sp>
      <p:pic>
        <p:nvPicPr>
          <p:cNvPr id="15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4B6201D8-2FDA-576B-B53A-4E7A11F4CE53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506BC349-B576-68C3-601B-17201CFFF8B2}"/>
              </a:ext>
            </a:extLst>
          </p:cNvPr>
          <p:cNvSpPr txBox="1">
            <a:spLocks/>
          </p:cNvSpPr>
          <p:nvPr/>
        </p:nvSpPr>
        <p:spPr>
          <a:xfrm>
            <a:off x="242966" y="1744662"/>
            <a:ext cx="3567034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2400" dirty="0">
                <a:latin typeface="+mj-lt"/>
              </a:rPr>
              <a:t>Identify whether each one is in </a:t>
            </a:r>
          </a:p>
          <a:p>
            <a:pPr marL="0" indent="0" algn="ctr">
              <a:buFont typeface="Arial" pitchFamily="34" charset="0"/>
              <a:buNone/>
            </a:pPr>
            <a:r>
              <a:rPr lang="en-US" sz="2400" b="1" dirty="0">
                <a:latin typeface="+mj-lt"/>
              </a:rPr>
              <a:t>CNF (Conjunctive Normal Form)</a:t>
            </a:r>
            <a:r>
              <a:rPr lang="en-US" sz="2400" dirty="0">
                <a:latin typeface="+mj-lt"/>
              </a:rPr>
              <a:t> </a:t>
            </a:r>
          </a:p>
          <a:p>
            <a:pPr marL="0" indent="0" algn="ctr">
              <a:buFont typeface="Arial" pitchFamily="34" charset="0"/>
              <a:buNone/>
            </a:pPr>
            <a:r>
              <a:rPr lang="en-US" sz="2400" dirty="0">
                <a:latin typeface="+mj-lt"/>
              </a:rPr>
              <a:t>or </a:t>
            </a:r>
          </a:p>
          <a:p>
            <a:pPr marL="0" indent="0" algn="ctr">
              <a:buFont typeface="Arial" pitchFamily="34" charset="0"/>
              <a:buNone/>
            </a:pPr>
            <a:r>
              <a:rPr lang="en-US" sz="2400" b="1" dirty="0">
                <a:latin typeface="+mj-lt"/>
              </a:rPr>
              <a:t>DNF (Disjunctive Normal Form)</a:t>
            </a:r>
            <a:endParaRPr lang="en-IN" sz="2400" b="1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812AED-DEAE-920F-1FF3-92275E8926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5314" y="1676400"/>
            <a:ext cx="5116286" cy="3917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276905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80740-E796-9314-DA84-BDEFF7310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4E858C6-1A6F-72D5-43AB-955168B146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81400" y="304800"/>
            <a:ext cx="4419600" cy="711415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spc="-69" dirty="0">
                <a:solidFill>
                  <a:srgbClr val="FF0000"/>
                </a:solidFill>
                <a:latin typeface="+mj-lt"/>
              </a:rPr>
              <a:t>Conclusion</a:t>
            </a: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72149860-0B8D-0011-8D03-B86A77BFB551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defTabSz="1812066">
              <a:lnSpc>
                <a:spcPts val="1338"/>
              </a:lnSpc>
            </a:pPr>
            <a:fld id="{81D60167-4931-47E6-BA6A-407CBD079E47}" type="slidenum">
              <a:rPr kern="0" spc="-59" dirty="0">
                <a:solidFill>
                  <a:prstClr val="white"/>
                </a:solidFill>
              </a:rPr>
              <a:pPr marL="25168" defTabSz="1812066">
                <a:lnSpc>
                  <a:spcPts val="1338"/>
                </a:lnSpc>
              </a:pPr>
              <a:t>11</a:t>
            </a:fld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297" dirty="0">
                <a:solidFill>
                  <a:prstClr val="white"/>
                </a:solidFill>
              </a:rPr>
              <a:t>/</a:t>
            </a:r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-69" dirty="0">
                <a:solidFill>
                  <a:prstClr val="white"/>
                </a:solidFill>
              </a:rPr>
              <a:t>15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8FC3131-36E1-1909-EA4D-0C67969A3173}"/>
              </a:ext>
            </a:extLst>
          </p:cNvPr>
          <p:cNvSpPr txBox="1"/>
          <p:nvPr/>
        </p:nvSpPr>
        <p:spPr>
          <a:xfrm>
            <a:off x="802666" y="2548705"/>
            <a:ext cx="7332397" cy="1969514"/>
          </a:xfrm>
          <a:prstGeom prst="rect">
            <a:avLst/>
          </a:prstGeom>
        </p:spPr>
        <p:txBody>
          <a:bodyPr vert="horz" wrap="square" lIns="0" tIns="109474" rIns="0" bIns="0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Identify Conjunctive Normal Form (CNF) and Disjunctive Normal Form (DNF).</a:t>
            </a:r>
          </a:p>
          <a:p>
            <a:pPr marL="368068" indent="-342900" defTabSz="1812066">
              <a:lnSpc>
                <a:spcPct val="150000"/>
              </a:lnSpc>
              <a:spcBef>
                <a:spcPts val="860"/>
              </a:spcBef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ysClr val="windowText" lastClr="000000"/>
                </a:solidFill>
                <a:latin typeface="+mj-lt"/>
                <a:cs typeface="Tahoma"/>
              </a:rPr>
              <a:t>Related applications and problems are discussed. </a:t>
            </a:r>
          </a:p>
          <a:p>
            <a:pPr marL="368068" indent="-342900" defTabSz="1812066">
              <a:spcBef>
                <a:spcPts val="860"/>
              </a:spcBef>
              <a:buFont typeface="Arial" panose="020B0604020202020204" pitchFamily="34" charset="0"/>
              <a:buChar char="•"/>
            </a:pPr>
            <a:endParaRPr sz="2180" kern="0" dirty="0">
              <a:solidFill>
                <a:sysClr val="windowText" lastClr="000000"/>
              </a:solidFill>
              <a:latin typeface="+mj-lt"/>
              <a:cs typeface="Tahoma"/>
            </a:endParaRPr>
          </a:p>
        </p:txBody>
      </p:sp>
      <p:pic>
        <p:nvPicPr>
          <p:cNvPr id="14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65B9D715-014E-D508-F395-0693D151CA0B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pic>
        <p:nvPicPr>
          <p:cNvPr id="15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61438776-3DBB-583A-B897-56E0F7B9D45E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42513"/>
            <a:ext cx="2971800" cy="142539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143550743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24199" y="304800"/>
            <a:ext cx="5410331" cy="1066801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Video Links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B403E28-F907-57DD-5046-9F8F7D0E61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931" y="761137"/>
            <a:ext cx="60960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hlinkClick r:id="rId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  <a:hlinkClick r:id="rId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hlinkClick r:id="rId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  <a:hlinkClick r:id="rId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hlinkClick r:id="rId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  <a:hlinkClick r:id="rId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97530B-3F21-DBFA-7A79-54A7A98F0EB3}"/>
              </a:ext>
            </a:extLst>
          </p:cNvPr>
          <p:cNvSpPr txBox="1"/>
          <p:nvPr/>
        </p:nvSpPr>
        <p:spPr>
          <a:xfrm>
            <a:off x="1219331" y="1902083"/>
            <a:ext cx="579093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u="sng" dirty="0">
                <a:hlinkClick r:id="rId3"/>
              </a:rPr>
              <a:t>https://www.youtube.com/watch?v=sPQ3ptUMltA&amp;utm_source=chatgpt.com</a:t>
            </a:r>
            <a:r>
              <a:rPr lang="en-IN" dirty="0"/>
              <a:t> </a:t>
            </a:r>
          </a:p>
          <a:p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u="sng" dirty="0">
                <a:hlinkClick r:id="rId4"/>
              </a:rPr>
              <a:t>https://youtu.be/YYQfYBNlfZg?si=bzEHNN2yciHgzZjb</a:t>
            </a:r>
            <a:endParaRPr lang="en-IN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hlinkClick r:id="rId5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6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304736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"/>
          <p:cNvSpPr txBox="1">
            <a:spLocks noGrp="1"/>
          </p:cNvSpPr>
          <p:nvPr>
            <p:ph type="ctrTitle"/>
          </p:nvPr>
        </p:nvSpPr>
        <p:spPr>
          <a:xfrm>
            <a:off x="3124200" y="381001"/>
            <a:ext cx="5334000" cy="838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mbria"/>
              <a:buNone/>
            </a:pPr>
            <a:r>
              <a:rPr lang="en-US" dirty="0">
                <a:solidFill>
                  <a:srgbClr val="FF0000"/>
                </a:solidFill>
              </a:rPr>
              <a:t>References</a:t>
            </a:r>
            <a:endParaRPr dirty="0">
              <a:solidFill>
                <a:srgbClr val="FF0000"/>
              </a:solidFill>
            </a:endParaRPr>
          </a:p>
        </p:txBody>
      </p:sp>
      <p:graphicFrame>
        <p:nvGraphicFramePr>
          <p:cNvPr id="307" name="Google Shape;307;p11"/>
          <p:cNvGraphicFramePr/>
          <p:nvPr>
            <p:extLst>
              <p:ext uri="{D42A27DB-BD31-4B8C-83A1-F6EECF244321}">
                <p14:modId xmlns:p14="http://schemas.microsoft.com/office/powerpoint/2010/main" val="835461178"/>
              </p:ext>
            </p:extLst>
          </p:nvPr>
        </p:nvGraphicFramePr>
        <p:xfrm>
          <a:off x="609600" y="1560813"/>
          <a:ext cx="7848600" cy="452088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53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87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50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6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734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Sr. No.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Author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Name of the Book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Publisher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Year of Publication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081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Kenneth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Rosen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 Mathematics and Its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Applications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McGraw-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2019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341">
                <a:tc>
                  <a:txBody>
                    <a:bodyPr/>
                    <a:lstStyle/>
                    <a:p>
                      <a:pPr marL="4445" algn="ctr">
                        <a:spcBef>
                          <a:spcPts val="815"/>
                        </a:spcBef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>
                        <a:spcBef>
                          <a:spcPts val="81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C.</a:t>
                      </a:r>
                      <a:r>
                        <a:rPr lang="en-IN" sz="1600" spc="-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L. </a:t>
                      </a: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Liu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Elements of Discrete Mathematics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>
                        <a:spcBef>
                          <a:spcPts val="815"/>
                        </a:spcBef>
                        <a:buNone/>
                      </a:pP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McGraw-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35" algn="ctr">
                        <a:spcBef>
                          <a:spcPts val="815"/>
                        </a:spcBef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1996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73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   3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80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J.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Tremblay,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Manohar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 Mathematical Structures with Applications to Computer Science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R="171450">
                        <a:lnSpc>
                          <a:spcPct val="115000"/>
                        </a:lnSpc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marR="171450" algn="ctr">
                        <a:lnSpc>
                          <a:spcPct val="115000"/>
                        </a:lnSpc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Tata</a:t>
                      </a:r>
                      <a:r>
                        <a:rPr lang="en-IN" sz="1600" spc="-7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 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spcBef>
                          <a:spcPts val="480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2001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7341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Kolman,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Busby,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Ross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Mathematical Structures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PHI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2001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7341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Narsingh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Deo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Graph Theory with Applications to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Engineering and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PHI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2017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08" name="Google Shape;308;p11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14600" y="2438400"/>
            <a:ext cx="4191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b="1" i="1" dirty="0">
                <a:solidFill>
                  <a:srgbClr val="FF0000"/>
                </a:solidFill>
              </a:rPr>
              <a:t>Thanks!!!</a:t>
            </a:r>
            <a:endParaRPr lang="en-IN" sz="8000" b="1" i="1" dirty="0">
              <a:solidFill>
                <a:srgbClr val="FF0000"/>
              </a:solidFill>
            </a:endParaRPr>
          </a:p>
        </p:txBody>
      </p:sp>
      <p:pic>
        <p:nvPicPr>
          <p:cNvPr id="3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30951317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3050</TotalTime>
  <Words>734</Words>
  <Application>Microsoft Office PowerPoint</Application>
  <PresentationFormat>On-screen Show (4:3)</PresentationFormat>
  <Paragraphs>144</Paragraphs>
  <Slides>14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Arial</vt:lpstr>
      <vt:lpstr>Calibri</vt:lpstr>
      <vt:lpstr>Cambria</vt:lpstr>
      <vt:lpstr>Cambria Math</vt:lpstr>
      <vt:lpstr>Casper</vt:lpstr>
      <vt:lpstr>Times New Roman</vt:lpstr>
      <vt:lpstr>Wingdings</vt:lpstr>
      <vt:lpstr>Theme1</vt:lpstr>
      <vt:lpstr>Custom Design</vt:lpstr>
      <vt:lpstr>CorelDRAW</vt:lpstr>
      <vt:lpstr>PowerPoint Presentation</vt:lpstr>
      <vt:lpstr>CO mappings</vt:lpstr>
      <vt:lpstr>CO-PO mappings</vt:lpstr>
      <vt:lpstr>Topics Covered</vt:lpstr>
      <vt:lpstr>Normal Forms</vt:lpstr>
      <vt:lpstr>Types of Normal Form</vt:lpstr>
      <vt:lpstr>Properties of Normal Form</vt:lpstr>
      <vt:lpstr>Rules of Inference</vt:lpstr>
      <vt:lpstr>Rules of Inference</vt:lpstr>
      <vt:lpstr>Learning Activity</vt:lpstr>
      <vt:lpstr>Conclusion</vt:lpstr>
      <vt:lpstr>Video Links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 OF OPERATING SYSTEM</dc:title>
  <dc:creator>student</dc:creator>
  <cp:lastModifiedBy>MOHD SARTAJ</cp:lastModifiedBy>
  <cp:revision>267</cp:revision>
  <dcterms:created xsi:type="dcterms:W3CDTF">2006-08-16T00:00:00Z</dcterms:created>
  <dcterms:modified xsi:type="dcterms:W3CDTF">2026-06-17T05:57:21Z</dcterms:modified>
</cp:coreProperties>
</file>