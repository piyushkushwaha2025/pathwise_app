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17"/>
  </p:notesMasterIdLst>
  <p:sldIdLst>
    <p:sldId id="328" r:id="rId3"/>
    <p:sldId id="397" r:id="rId4"/>
    <p:sldId id="391" r:id="rId5"/>
    <p:sldId id="398" r:id="rId6"/>
    <p:sldId id="393" r:id="rId7"/>
    <p:sldId id="402" r:id="rId8"/>
    <p:sldId id="414" r:id="rId9"/>
    <p:sldId id="415" r:id="rId10"/>
    <p:sldId id="416" r:id="rId11"/>
    <p:sldId id="405" r:id="rId12"/>
    <p:sldId id="399" r:id="rId13"/>
    <p:sldId id="387" r:id="rId14"/>
    <p:sldId id="266" r:id="rId15"/>
    <p:sldId id="3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1067" autoAdjust="0"/>
  </p:normalViewPr>
  <p:slideViewPr>
    <p:cSldViewPr>
      <p:cViewPr>
        <p:scale>
          <a:sx n="60" d="100"/>
          <a:sy n="60" d="100"/>
        </p:scale>
        <p:origin x="13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6-17T06:30:48.144" v="1619"/>
      <pc:docMkLst>
        <pc:docMk/>
      </pc:docMkLst>
      <pc:sldChg chg="modSp add del">
        <pc:chgData name="MOHD SARTAJ" userId="0be50391adb133e1" providerId="LiveId" clId="{849D2220-9185-4955-8F14-CE40930C4662}" dt="2026-06-17T05:00:44.114" v="1213" actId="47"/>
        <pc:sldMkLst>
          <pc:docMk/>
          <pc:sldMk cId="0" sldId="257"/>
        </pc:sldMkLst>
      </pc:sldChg>
      <pc:sldChg chg="addSp modSp add mod">
        <pc:chgData name="MOHD SARTAJ" userId="0be50391adb133e1" providerId="LiveId" clId="{849D2220-9185-4955-8F14-CE40930C4662}" dt="2026-06-10T01:54:41.112" v="429" actId="207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6-10T01:54:41.112" v="429" actId="207"/>
          <ac:spMkLst>
            <pc:docMk/>
            <pc:sldMk cId="0" sldId="266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10T01:46:31.854" v="90" actId="14100"/>
          <ac:graphicFrameMkLst>
            <pc:docMk/>
            <pc:sldMk cId="0" sldId="266"/>
            <ac:graphicFrameMk id="307" creationId="{00000000-0000-0000-0000-000000000000}"/>
          </ac:graphicFrameMkLst>
        </pc:graphicFrameChg>
      </pc:sldChg>
      <pc:sldChg chg="delSp modSp del mod">
        <pc:chgData name="MOHD SARTAJ" userId="0be50391adb133e1" providerId="LiveId" clId="{849D2220-9185-4955-8F14-CE40930C4662}" dt="2026-06-11T11:31:50.293" v="897" actId="47"/>
        <pc:sldMkLst>
          <pc:docMk/>
          <pc:sldMk cId="0" sldId="270"/>
        </pc:sldMkLst>
      </pc:sldChg>
      <pc:sldChg chg="addSp delSp modSp mod">
        <pc:chgData name="MOHD SARTAJ" userId="0be50391adb133e1" providerId="LiveId" clId="{849D2220-9185-4955-8F14-CE40930C4662}" dt="2026-06-17T06:15:48.912" v="1251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6-17T06:15:48.912" v="1251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1:46:47.292" v="14" actId="47"/>
        <pc:sldMkLst>
          <pc:docMk/>
          <pc:sldMk cId="0" sldId="334"/>
        </pc:sldMkLst>
      </pc:sldChg>
      <pc:sldChg chg="modSp mod">
        <pc:chgData name="MOHD SARTAJ" userId="0be50391adb133e1" providerId="LiveId" clId="{849D2220-9185-4955-8F14-CE40930C4662}" dt="2026-06-17T06:30:48.144" v="1619"/>
        <pc:sldMkLst>
          <pc:docMk/>
          <pc:sldMk cId="3304736951" sldId="387"/>
        </pc:sldMkLst>
        <pc:spChg chg="mod">
          <ac:chgData name="MOHD SARTAJ" userId="0be50391adb133e1" providerId="LiveId" clId="{849D2220-9185-4955-8F14-CE40930C4662}" dt="2026-06-10T01:54:22.601" v="426" actId="1035"/>
          <ac:spMkLst>
            <pc:docMk/>
            <pc:sldMk cId="3304736951" sldId="387"/>
            <ac:spMk id="2" creationId="{00000000-0000-0000-0000-000000000000}"/>
          </ac:spMkLst>
        </pc:spChg>
        <pc:spChg chg="mod">
          <ac:chgData name="MOHD SARTAJ" userId="0be50391adb133e1" providerId="LiveId" clId="{849D2220-9185-4955-8F14-CE40930C4662}" dt="2026-06-17T06:30:48.144" v="1619"/>
          <ac:spMkLst>
            <pc:docMk/>
            <pc:sldMk cId="3304736951" sldId="387"/>
            <ac:spMk id="5" creationId="{4097530B-3F21-DBFA-7A79-54A7A98F0EB3}"/>
          </ac:spMkLst>
        </pc:spChg>
      </pc:sldChg>
      <pc:sldChg chg="del">
        <pc:chgData name="MOHD SARTAJ" userId="0be50391adb133e1" providerId="LiveId" clId="{849D2220-9185-4955-8F14-CE40930C4662}" dt="2026-06-08T11:47:13.898" v="16" actId="47"/>
        <pc:sldMkLst>
          <pc:docMk/>
          <pc:sldMk cId="928345769" sldId="389"/>
        </pc:sldMkLst>
      </pc:sldChg>
      <pc:sldChg chg="add">
        <pc:chgData name="MOHD SARTAJ" userId="0be50391adb133e1" providerId="LiveId" clId="{849D2220-9185-4955-8F14-CE40930C4662}" dt="2026-06-17T05:00:57.527" v="1214"/>
        <pc:sldMkLst>
          <pc:docMk/>
          <pc:sldMk cId="3429158645" sldId="391"/>
        </pc:sldMkLst>
      </pc:sldChg>
      <pc:sldChg chg="modSp mod">
        <pc:chgData name="MOHD SARTAJ" userId="0be50391adb133e1" providerId="LiveId" clId="{849D2220-9185-4955-8F14-CE40930C4662}" dt="2026-06-10T01:54:55.340" v="430" actId="207"/>
        <pc:sldMkLst>
          <pc:docMk/>
          <pc:sldMk cId="3309513176" sldId="392"/>
        </pc:sldMkLst>
        <pc:spChg chg="mod">
          <ac:chgData name="MOHD SARTAJ" userId="0be50391adb133e1" providerId="LiveId" clId="{849D2220-9185-4955-8F14-CE40930C4662}" dt="2026-06-10T01:54:55.340" v="430" actId="207"/>
          <ac:spMkLst>
            <pc:docMk/>
            <pc:sldMk cId="3309513176" sldId="392"/>
            <ac:spMk id="4" creationId="{00000000-0000-0000-0000-000000000000}"/>
          </ac:spMkLst>
        </pc:spChg>
      </pc:sldChg>
      <pc:sldChg chg="addSp delSp modSp mod">
        <pc:chgData name="MOHD SARTAJ" userId="0be50391adb133e1" providerId="LiveId" clId="{849D2220-9185-4955-8F14-CE40930C4662}" dt="2026-06-17T06:17:35.930" v="1335" actId="14100"/>
        <pc:sldMkLst>
          <pc:docMk/>
          <pc:sldMk cId="419276167" sldId="393"/>
        </pc:sldMkLst>
        <pc:spChg chg="mod">
          <ac:chgData name="MOHD SARTAJ" userId="0be50391adb133e1" providerId="LiveId" clId="{849D2220-9185-4955-8F14-CE40930C4662}" dt="2026-06-17T06:16:39.134" v="1323" actId="20577"/>
          <ac:spMkLst>
            <pc:docMk/>
            <pc:sldMk cId="419276167" sldId="393"/>
            <ac:spMk id="2" creationId="{00000000-0000-0000-0000-000000000000}"/>
          </ac:spMkLst>
        </pc:spChg>
        <pc:spChg chg="add mod">
          <ac:chgData name="MOHD SARTAJ" userId="0be50391adb133e1" providerId="LiveId" clId="{849D2220-9185-4955-8F14-CE40930C4662}" dt="2026-06-17T06:17:35.930" v="1335" actId="14100"/>
          <ac:spMkLst>
            <pc:docMk/>
            <pc:sldMk cId="419276167" sldId="393"/>
            <ac:spMk id="8" creationId="{20542E44-DBEB-6328-A1DA-90743F5497E3}"/>
          </ac:spMkLst>
        </pc:spChg>
      </pc:sldChg>
      <pc:sldChg chg="addSp delSp modSp del mod">
        <pc:chgData name="MOHD SARTAJ" userId="0be50391adb133e1" providerId="LiveId" clId="{849D2220-9185-4955-8F14-CE40930C4662}" dt="2026-06-11T11:25:41.942" v="786" actId="47"/>
        <pc:sldMkLst>
          <pc:docMk/>
          <pc:sldMk cId="1134222639" sldId="394"/>
        </pc:sldMkLst>
      </pc:sldChg>
      <pc:sldChg chg="addSp delSp modSp mod">
        <pc:chgData name="MOHD SARTAJ" userId="0be50391adb133e1" providerId="LiveId" clId="{849D2220-9185-4955-8F14-CE40930C4662}" dt="2026-06-11T11:27:59.828" v="862" actId="20577"/>
        <pc:sldMkLst>
          <pc:docMk/>
          <pc:sldMk cId="1130458306" sldId="395"/>
        </pc:sldMkLst>
      </pc:sldChg>
      <pc:sldChg chg="addSp delSp modSp del mod">
        <pc:chgData name="MOHD SARTAJ" userId="0be50391adb133e1" providerId="LiveId" clId="{849D2220-9185-4955-8F14-CE40930C4662}" dt="2026-06-17T05:00:59.694" v="1215" actId="47"/>
        <pc:sldMkLst>
          <pc:docMk/>
          <pc:sldMk cId="3625892683" sldId="396"/>
        </pc:sldMkLst>
      </pc:sldChg>
      <pc:sldChg chg="add">
        <pc:chgData name="MOHD SARTAJ" userId="0be50391adb133e1" providerId="LiveId" clId="{849D2220-9185-4955-8F14-CE40930C4662}" dt="2026-06-17T05:00:41.347" v="1212"/>
        <pc:sldMkLst>
          <pc:docMk/>
          <pc:sldMk cId="0" sldId="397"/>
        </pc:sldMkLst>
      </pc:sldChg>
      <pc:sldChg chg="addSp delSp modSp mod modAnim">
        <pc:chgData name="MOHD SARTAJ" userId="0be50391adb133e1" providerId="LiveId" clId="{849D2220-9185-4955-8F14-CE40930C4662}" dt="2026-06-11T11:31:39.386" v="896" actId="20577"/>
        <pc:sldMkLst>
          <pc:docMk/>
          <pc:sldMk cId="3097046386" sldId="397"/>
        </pc:sldMkLst>
      </pc:sldChg>
      <pc:sldChg chg="delSp modSp mod">
        <pc:chgData name="MOHD SARTAJ" userId="0be50391adb133e1" providerId="LiveId" clId="{849D2220-9185-4955-8F14-CE40930C4662}" dt="2026-06-17T06:16:24.508" v="1302" actId="20577"/>
        <pc:sldMkLst>
          <pc:docMk/>
          <pc:sldMk cId="2379522457" sldId="398"/>
        </pc:sldMkLst>
        <pc:spChg chg="mod">
          <ac:chgData name="MOHD SARTAJ" userId="0be50391adb133e1" providerId="LiveId" clId="{849D2220-9185-4955-8F14-CE40930C4662}" dt="2026-06-10T01:51:35.459" v="179" actId="1038"/>
          <ac:spMkLst>
            <pc:docMk/>
            <pc:sldMk cId="2379522457" sldId="398"/>
            <ac:spMk id="3" creationId="{00000000-0000-0000-0000-000000000000}"/>
          </ac:spMkLst>
        </pc:spChg>
        <pc:spChg chg="mod">
          <ac:chgData name="MOHD SARTAJ" userId="0be50391adb133e1" providerId="LiveId" clId="{849D2220-9185-4955-8F14-CE40930C4662}" dt="2026-06-17T06:16:24.508" v="1302" actId="20577"/>
          <ac:spMkLst>
            <pc:docMk/>
            <pc:sldMk cId="2379522457" sldId="398"/>
            <ac:spMk id="5" creationId="{B3F64BE0-B5FE-416B-C8AC-E482358E482D}"/>
          </ac:spMkLst>
        </pc:spChg>
      </pc:sldChg>
      <pc:sldChg chg="delSp modSp mod">
        <pc:chgData name="MOHD SARTAJ" userId="0be50391adb133e1" providerId="LiveId" clId="{849D2220-9185-4955-8F14-CE40930C4662}" dt="2026-06-17T06:30:40.517" v="1618" actId="20577"/>
        <pc:sldMkLst>
          <pc:docMk/>
          <pc:sldMk cId="2143550743" sldId="399"/>
        </pc:sldMkLst>
        <pc:spChg chg="mod">
          <ac:chgData name="MOHD SARTAJ" userId="0be50391adb133e1" providerId="LiveId" clId="{849D2220-9185-4955-8F14-CE40930C4662}" dt="2026-06-10T01:54:09.515" v="418" actId="207"/>
          <ac:spMkLst>
            <pc:docMk/>
            <pc:sldMk cId="2143550743" sldId="399"/>
            <ac:spMk id="2" creationId="{84E858C6-1A6F-72D5-43AB-955168B146AB}"/>
          </ac:spMkLst>
        </pc:spChg>
        <pc:spChg chg="mod">
          <ac:chgData name="MOHD SARTAJ" userId="0be50391adb133e1" providerId="LiveId" clId="{849D2220-9185-4955-8F14-CE40930C4662}" dt="2026-06-17T06:30:40.517" v="1618" actId="20577"/>
          <ac:spMkLst>
            <pc:docMk/>
            <pc:sldMk cId="2143550743" sldId="399"/>
            <ac:spMk id="4" creationId="{08FC3131-36E1-1909-EA4D-0C67969A3173}"/>
          </ac:spMkLst>
        </pc:spChg>
      </pc:sldChg>
      <pc:sldChg chg="delSp modSp del mod">
        <pc:chgData name="MOHD SARTAJ" userId="0be50391adb133e1" providerId="LiveId" clId="{849D2220-9185-4955-8F14-CE40930C4662}" dt="2026-06-11T11:31:51.449" v="898" actId="47"/>
        <pc:sldMkLst>
          <pc:docMk/>
          <pc:sldMk cId="3995813745" sldId="400"/>
        </pc:sldMkLst>
      </pc:sldChg>
      <pc:sldChg chg="delSp modSp del mod">
        <pc:chgData name="MOHD SARTAJ" userId="0be50391adb133e1" providerId="LiveId" clId="{849D2220-9185-4955-8F14-CE40930C4662}" dt="2026-06-11T11:31:52.588" v="899" actId="47"/>
        <pc:sldMkLst>
          <pc:docMk/>
          <pc:sldMk cId="3798520047" sldId="401"/>
        </pc:sldMkLst>
      </pc:sldChg>
      <pc:sldChg chg="addSp delSp modSp add mod modAnim">
        <pc:chgData name="MOHD SARTAJ" userId="0be50391adb133e1" providerId="LiveId" clId="{849D2220-9185-4955-8F14-CE40930C4662}" dt="2026-06-17T06:19:07.437" v="1365" actId="20577"/>
        <pc:sldMkLst>
          <pc:docMk/>
          <pc:sldMk cId="837744556" sldId="402"/>
        </pc:sldMkLst>
        <pc:spChg chg="mod">
          <ac:chgData name="MOHD SARTAJ" userId="0be50391adb133e1" providerId="LiveId" clId="{849D2220-9185-4955-8F14-CE40930C4662}" dt="2026-06-17T06:17:58.553" v="1351" actId="20577"/>
          <ac:spMkLst>
            <pc:docMk/>
            <pc:sldMk cId="837744556" sldId="402"/>
            <ac:spMk id="2" creationId="{0F1D10E1-4BC6-71B9-C6B2-2D13ACAEC36B}"/>
          </ac:spMkLst>
        </pc:spChg>
        <pc:spChg chg="mod">
          <ac:chgData name="MOHD SARTAJ" userId="0be50391adb133e1" providerId="LiveId" clId="{849D2220-9185-4955-8F14-CE40930C4662}" dt="2026-06-17T06:19:07.437" v="1365" actId="20577"/>
          <ac:spMkLst>
            <pc:docMk/>
            <pc:sldMk cId="837744556" sldId="402"/>
            <ac:spMk id="5" creationId="{D0832E23-BF1B-6F51-0A4D-27D201F5FC28}"/>
          </ac:spMkLst>
        </pc:spChg>
      </pc:sldChg>
      <pc:sldChg chg="addSp delSp modSp add mod delAnim modAnim">
        <pc:chgData name="MOHD SARTAJ" userId="0be50391adb133e1" providerId="LiveId" clId="{849D2220-9185-4955-8F14-CE40930C4662}" dt="2026-06-11T11:22:13.622" v="605" actId="14100"/>
        <pc:sldMkLst>
          <pc:docMk/>
          <pc:sldMk cId="2964406146" sldId="403"/>
        </pc:sldMkLst>
      </pc:sldChg>
      <pc:sldChg chg="addSp delSp modSp add mod delAnim">
        <pc:chgData name="MOHD SARTAJ" userId="0be50391adb133e1" providerId="LiveId" clId="{849D2220-9185-4955-8F14-CE40930C4662}" dt="2026-06-11T11:23:56.624" v="748" actId="1037"/>
        <pc:sldMkLst>
          <pc:docMk/>
          <pc:sldMk cId="2339274281" sldId="404"/>
        </pc:sldMkLst>
      </pc:sldChg>
      <pc:sldChg chg="delSp modSp add mod">
        <pc:chgData name="MOHD SARTAJ" userId="0be50391adb133e1" providerId="LiveId" clId="{849D2220-9185-4955-8F14-CE40930C4662}" dt="2026-06-17T06:29:27.321" v="1594"/>
        <pc:sldMkLst>
          <pc:docMk/>
          <pc:sldMk cId="2810276905" sldId="405"/>
        </pc:sldMkLst>
        <pc:spChg chg="mod">
          <ac:chgData name="MOHD SARTAJ" userId="0be50391adb133e1" providerId="LiveId" clId="{849D2220-9185-4955-8F14-CE40930C4662}" dt="2026-06-11T11:24:54.730" v="782" actId="14100"/>
          <ac:spMkLst>
            <pc:docMk/>
            <pc:sldMk cId="2810276905" sldId="405"/>
            <ac:spMk id="2" creationId="{908935DF-E927-8A08-93B0-91CB054F269F}"/>
          </ac:spMkLst>
        </pc:spChg>
        <pc:spChg chg="mod">
          <ac:chgData name="MOHD SARTAJ" userId="0be50391adb133e1" providerId="LiveId" clId="{849D2220-9185-4955-8F14-CE40930C4662}" dt="2026-06-17T06:29:27.321" v="1594"/>
          <ac:spMkLst>
            <pc:docMk/>
            <pc:sldMk cId="2810276905" sldId="405"/>
            <ac:spMk id="3" creationId="{506BC349-B576-68C3-601B-17201CFFF8B2}"/>
          </ac:spMkLst>
        </pc:spChg>
      </pc:sldChg>
      <pc:sldChg chg="addSp modSp add mod modAnim">
        <pc:chgData name="MOHD SARTAJ" userId="0be50391adb133e1" providerId="LiveId" clId="{849D2220-9185-4955-8F14-CE40930C4662}" dt="2026-06-11T11:34:11.869" v="976" actId="1036"/>
        <pc:sldMkLst>
          <pc:docMk/>
          <pc:sldMk cId="1172226471" sldId="406"/>
        </pc:sldMkLst>
      </pc:sldChg>
      <pc:sldChg chg="delSp modSp add mod modAnim">
        <pc:chgData name="MOHD SARTAJ" userId="0be50391adb133e1" providerId="LiveId" clId="{849D2220-9185-4955-8F14-CE40930C4662}" dt="2026-06-11T11:37:19.262" v="1076" actId="20577"/>
        <pc:sldMkLst>
          <pc:docMk/>
          <pc:sldMk cId="2349531866" sldId="407"/>
        </pc:sldMkLst>
      </pc:sldChg>
      <pc:sldChg chg="addSp delSp modSp add mod">
        <pc:chgData name="MOHD SARTAJ" userId="0be50391adb133e1" providerId="LiveId" clId="{849D2220-9185-4955-8F14-CE40930C4662}" dt="2026-06-11T11:38:23.712" v="1121" actId="1036"/>
        <pc:sldMkLst>
          <pc:docMk/>
          <pc:sldMk cId="1394712533" sldId="408"/>
        </pc:sldMkLst>
      </pc:sldChg>
      <pc:sldChg chg="addSp delSp modSp add mod">
        <pc:chgData name="MOHD SARTAJ" userId="0be50391adb133e1" providerId="LiveId" clId="{849D2220-9185-4955-8F14-CE40930C4662}" dt="2026-06-11T11:39:15.660" v="1138" actId="20577"/>
        <pc:sldMkLst>
          <pc:docMk/>
          <pc:sldMk cId="2585716689" sldId="409"/>
        </pc:sldMkLst>
      </pc:sldChg>
      <pc:sldChg chg="del">
        <pc:chgData name="MOHD SARTAJ" userId="0be50391adb133e1" providerId="LiveId" clId="{849D2220-9185-4955-8F14-CE40930C4662}" dt="2026-06-17T06:24:20.943" v="1434" actId="47"/>
        <pc:sldMkLst>
          <pc:docMk/>
          <pc:sldMk cId="2701227050" sldId="410"/>
        </pc:sldMkLst>
      </pc:sldChg>
      <pc:sldChg chg="addSp delSp modSp add del mod">
        <pc:chgData name="MOHD SARTAJ" userId="0be50391adb133e1" providerId="LiveId" clId="{849D2220-9185-4955-8F14-CE40930C4662}" dt="2026-06-17T05:28:57.524" v="1249" actId="47"/>
        <pc:sldMkLst>
          <pc:docMk/>
          <pc:sldMk cId="540878259" sldId="411"/>
        </pc:sldMkLst>
        <pc:graphicFrameChg chg="del">
          <ac:chgData name="MOHD SARTAJ" userId="0be50391adb133e1" providerId="LiveId" clId="{849D2220-9185-4955-8F14-CE40930C4662}" dt="2026-06-17T05:27:38.027" v="1217" actId="478"/>
          <ac:graphicFrameMkLst>
            <pc:docMk/>
            <pc:sldMk cId="540878259" sldId="411"/>
            <ac:graphicFrameMk id="307" creationId="{617A103B-5D1E-1097-912A-3E373653E8EA}"/>
          </ac:graphicFrameMkLst>
        </pc:graphicFrameChg>
        <pc:picChg chg="add mod">
          <ac:chgData name="MOHD SARTAJ" userId="0be50391adb133e1" providerId="LiveId" clId="{849D2220-9185-4955-8F14-CE40930C4662}" dt="2026-06-17T05:28:20.607" v="1248" actId="1035"/>
          <ac:picMkLst>
            <pc:docMk/>
            <pc:sldMk cId="540878259" sldId="411"/>
            <ac:picMk id="3" creationId="{D7A67983-907A-B21C-892F-8FF76E70279C}"/>
          </ac:picMkLst>
        </pc:picChg>
      </pc:sldChg>
      <pc:sldChg chg="del">
        <pc:chgData name="MOHD SARTAJ" userId="0be50391adb133e1" providerId="LiveId" clId="{849D2220-9185-4955-8F14-CE40930C4662}" dt="2026-06-17T06:24:17.782" v="1433" actId="47"/>
        <pc:sldMkLst>
          <pc:docMk/>
          <pc:sldMk cId="3454582916" sldId="411"/>
        </pc:sldMkLst>
      </pc:sldChg>
      <pc:sldChg chg="del">
        <pc:chgData name="MOHD SARTAJ" userId="0be50391adb133e1" providerId="LiveId" clId="{849D2220-9185-4955-8F14-CE40930C4662}" dt="2026-06-17T06:24:22.921" v="1435" actId="47"/>
        <pc:sldMkLst>
          <pc:docMk/>
          <pc:sldMk cId="3726211185" sldId="412"/>
        </pc:sldMkLst>
      </pc:sldChg>
      <pc:sldChg chg="del">
        <pc:chgData name="MOHD SARTAJ" userId="0be50391adb133e1" providerId="LiveId" clId="{849D2220-9185-4955-8F14-CE40930C4662}" dt="2026-06-17T06:24:25.323" v="1436" actId="47"/>
        <pc:sldMkLst>
          <pc:docMk/>
          <pc:sldMk cId="3215047677" sldId="413"/>
        </pc:sldMkLst>
      </pc:sldChg>
      <pc:sldChg chg="modSp add mod">
        <pc:chgData name="MOHD SARTAJ" userId="0be50391adb133e1" providerId="LiveId" clId="{849D2220-9185-4955-8F14-CE40930C4662}" dt="2026-06-17T06:20:01.203" v="1369" actId="255"/>
        <pc:sldMkLst>
          <pc:docMk/>
          <pc:sldMk cId="3328982561" sldId="414"/>
        </pc:sldMkLst>
        <pc:spChg chg="mod">
          <ac:chgData name="MOHD SARTAJ" userId="0be50391adb133e1" providerId="LiveId" clId="{849D2220-9185-4955-8F14-CE40930C4662}" dt="2026-06-17T06:20:01.203" v="1369" actId="255"/>
          <ac:spMkLst>
            <pc:docMk/>
            <pc:sldMk cId="3328982561" sldId="414"/>
            <ac:spMk id="5" creationId="{74BEA4C5-DE95-6CA2-BE4D-E58969B75581}"/>
          </ac:spMkLst>
        </pc:spChg>
      </pc:sldChg>
      <pc:sldChg chg="addSp delSp modSp add mod">
        <pc:chgData name="MOHD SARTAJ" userId="0be50391adb133e1" providerId="LiveId" clId="{849D2220-9185-4955-8F14-CE40930C4662}" dt="2026-06-17T06:24:06.482" v="1432" actId="1038"/>
        <pc:sldMkLst>
          <pc:docMk/>
          <pc:sldMk cId="3238150405" sldId="415"/>
        </pc:sldMkLst>
        <pc:spChg chg="del">
          <ac:chgData name="MOHD SARTAJ" userId="0be50391adb133e1" providerId="LiveId" clId="{849D2220-9185-4955-8F14-CE40930C4662}" dt="2026-06-17T06:21:43.841" v="1372" actId="478"/>
          <ac:spMkLst>
            <pc:docMk/>
            <pc:sldMk cId="3238150405" sldId="415"/>
            <ac:spMk id="5" creationId="{C6993FB0-B430-CB84-DAE4-BB36143635A5}"/>
          </ac:spMkLst>
        </pc:spChg>
        <pc:spChg chg="add mod">
          <ac:chgData name="MOHD SARTAJ" userId="0be50391adb133e1" providerId="LiveId" clId="{849D2220-9185-4955-8F14-CE40930C4662}" dt="2026-06-17T06:24:06.482" v="1432" actId="1038"/>
          <ac:spMkLst>
            <pc:docMk/>
            <pc:sldMk cId="3238150405" sldId="415"/>
            <ac:spMk id="7" creationId="{5E859988-E309-6CFE-D7B5-60D94A7D54D8}"/>
          </ac:spMkLst>
        </pc:spChg>
        <pc:picChg chg="add mod">
          <ac:chgData name="MOHD SARTAJ" userId="0be50391adb133e1" providerId="LiveId" clId="{849D2220-9185-4955-8F14-CE40930C4662}" dt="2026-06-17T06:23:50.173" v="1428" actId="1035"/>
          <ac:picMkLst>
            <pc:docMk/>
            <pc:sldMk cId="3238150405" sldId="415"/>
            <ac:picMk id="4" creationId="{33385F6E-3226-0093-9791-DA024C8013EC}"/>
          </ac:picMkLst>
        </pc:picChg>
      </pc:sldChg>
      <pc:sldChg chg="delSp modSp add mod">
        <pc:chgData name="MOHD SARTAJ" userId="0be50391adb133e1" providerId="LiveId" clId="{849D2220-9185-4955-8F14-CE40930C4662}" dt="2026-06-17T06:26:30.098" v="1509" actId="255"/>
        <pc:sldMkLst>
          <pc:docMk/>
          <pc:sldMk cId="2278875002" sldId="416"/>
        </pc:sldMkLst>
        <pc:spChg chg="mod">
          <ac:chgData name="MOHD SARTAJ" userId="0be50391adb133e1" providerId="LiveId" clId="{849D2220-9185-4955-8F14-CE40930C4662}" dt="2026-06-17T06:26:30.098" v="1509" actId="255"/>
          <ac:spMkLst>
            <pc:docMk/>
            <pc:sldMk cId="2278875002" sldId="416"/>
            <ac:spMk id="7" creationId="{CB05C499-A247-3A60-D50C-EF143BE527FD}"/>
          </ac:spMkLst>
        </pc:spChg>
        <pc:picChg chg="del">
          <ac:chgData name="MOHD SARTAJ" userId="0be50391adb133e1" providerId="LiveId" clId="{849D2220-9185-4955-8F14-CE40930C4662}" dt="2026-06-17T06:24:53.149" v="1438" actId="478"/>
          <ac:picMkLst>
            <pc:docMk/>
            <pc:sldMk cId="2278875002" sldId="416"/>
            <ac:picMk id="4" creationId="{D2AE685A-2D10-D7FB-73FD-B8CDCAF8A3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6/17/2026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hyperlink" Target="https://youtu.be/5Hn8vUE3cBQ" TargetMode="External"/><Relationship Id="rId7" Type="http://schemas.openxmlformats.org/officeDocument/2006/relationships/hyperlink" Target="https://youtu.be/x4dr53P1Fm0?si=Xh6mSos07OhSBRCS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tutorialspoint.com/discrete_mathematics/discrete_mathematical_induction.htm" TargetMode="External"/><Relationship Id="rId5" Type="http://schemas.openxmlformats.org/officeDocument/2006/relationships/hyperlink" Target="https://youtu.be/0UgID8C9RvE" TargetMode="External"/><Relationship Id="rId4" Type="http://schemas.openxmlformats.org/officeDocument/2006/relationships/hyperlink" Target="https://youtu.be/wblW_M_HVQ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353293"/>
            <a:ext cx="7551419" cy="487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4000" b="1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4000" dirty="0">
              <a:solidFill>
                <a:srgbClr val="FF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Semester-3</a:t>
            </a:r>
            <a:endParaRPr lang="en-US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800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sz="2000" b="1" kern="0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1.3.2</a:t>
            </a:r>
            <a:endParaRPr lang="en-US" sz="28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Dr. SARTAJ</a:t>
            </a: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CO mappings</a:t>
            </a:r>
            <a:endParaRPr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6" y="1676400"/>
            <a:ext cx="8805044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686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413" y="228600"/>
            <a:ext cx="5651387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pc="-69" dirty="0">
                <a:solidFill>
                  <a:srgbClr val="FF0000"/>
                </a:solidFill>
              </a:rPr>
              <a:t>Topics Covered</a:t>
            </a:r>
            <a:endParaRPr spc="-20" dirty="0">
              <a:solidFill>
                <a:srgbClr val="FF0000"/>
              </a:solidFill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642100"/>
            <a:ext cx="3052763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kern="0" dirty="0">
                <a:solidFill>
                  <a:prstClr val="white"/>
                </a:solidFill>
              </a:rPr>
              <a:t>Dr.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Shyam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S.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Das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(School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of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20" dirty="0">
                <a:solidFill>
                  <a:prstClr val="white"/>
                </a:solidFill>
              </a:rPr>
              <a:t>Basic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Sciences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4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838200" y="1873589"/>
            <a:ext cx="7010400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Introduction to Induction method</a:t>
            </a:r>
            <a:endParaRPr lang="en-US" sz="24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Proof by Induction method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Conclusions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Video links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References 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79522457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1388524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Introduction to Induction method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5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542E44-DBEB-6328-A1DA-90743F5497E3}"/>
              </a:ext>
            </a:extLst>
          </p:cNvPr>
          <p:cNvSpPr txBox="1"/>
          <p:nvPr/>
        </p:nvSpPr>
        <p:spPr>
          <a:xfrm>
            <a:off x="533400" y="2187476"/>
            <a:ext cx="792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b="1" dirty="0">
                <a:latin typeface="+mj-lt"/>
                <a:cs typeface="Times New Roman" panose="02020603050405020304" pitchFamily="18" charset="0"/>
              </a:rPr>
              <a:t>Opening Question:</a:t>
            </a:r>
          </a:p>
          <a:p>
            <a:pPr algn="just"/>
            <a:endParaRPr lang="en-US" sz="2400" b="1" dirty="0">
              <a:latin typeface="+mj-lt"/>
              <a:cs typeface="Arial" panose="020B0604020202020204" pitchFamily="34" charset="0"/>
            </a:endParaRPr>
          </a:p>
          <a:p>
            <a:r>
              <a:rPr lang="en-US" sz="2400" dirty="0">
                <a:latin typeface="+mj-lt"/>
              </a:rPr>
              <a:t>"Imagine you have an infinite staircase. If you can step onto the first stair, and if every time you’re on a stair, you can always step up to the next one.</a:t>
            </a:r>
          </a:p>
          <a:p>
            <a:r>
              <a:rPr lang="en-US" sz="2400" dirty="0">
                <a:latin typeface="+mj-lt"/>
              </a:rPr>
              <a:t>can you reach every stair? Why or why not?"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27616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3361-E541-ACB8-C943-5267DCD4A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F1D10E1-4BC6-71B9-C6B2-2D13ACAEC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Induction Method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A08C153-FC36-B14D-54B8-7D622CCD099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6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75F93E8-0B3F-E0B3-6E4C-1E19E2E2869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832E23-BF1B-6F51-0A4D-27D201F5FC28}"/>
              </a:ext>
            </a:extLst>
          </p:cNvPr>
          <p:cNvSpPr txBox="1"/>
          <p:nvPr/>
        </p:nvSpPr>
        <p:spPr>
          <a:xfrm>
            <a:off x="533400" y="1676400"/>
            <a:ext cx="8001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latin typeface="+mj-lt"/>
              </a:rPr>
              <a:t>Principle of Mathematical Induction: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To prove that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 is true for all positive integers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, we complete these steps:</a:t>
            </a:r>
          </a:p>
          <a:p>
            <a:pPr>
              <a:buNone/>
            </a:pPr>
            <a:endParaRPr lang="en-US" sz="2400" dirty="0">
              <a:latin typeface="+mj-lt"/>
            </a:endParaRPr>
          </a:p>
          <a:p>
            <a:pPr lvl="1"/>
            <a:r>
              <a:rPr lang="en-US" sz="2400" i="1" dirty="0">
                <a:solidFill>
                  <a:srgbClr val="FF0000"/>
                </a:solidFill>
                <a:latin typeface="+mj-lt"/>
              </a:rPr>
              <a:t>Basis Step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: Show that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+mj-lt"/>
                <a:ea typeface="Cambria Math" pitchFamily="18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) is true.</a:t>
            </a:r>
          </a:p>
          <a:p>
            <a:pPr lvl="1"/>
            <a:r>
              <a:rPr lang="en-US" sz="2400" i="1" dirty="0">
                <a:solidFill>
                  <a:srgbClr val="FF0000"/>
                </a:solidFill>
                <a:latin typeface="+mj-lt"/>
              </a:rPr>
              <a:t>Assume Step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: Assume that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+mj-lt"/>
                <a:ea typeface="Cambria Math" pitchFamily="18" charset="0"/>
              </a:rPr>
              <a:t>k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) is true.</a:t>
            </a:r>
          </a:p>
          <a:p>
            <a:pPr lvl="1"/>
            <a:r>
              <a:rPr lang="en-US" sz="2400" i="1" dirty="0">
                <a:solidFill>
                  <a:srgbClr val="FF0000"/>
                </a:solidFill>
                <a:latin typeface="+mj-lt"/>
              </a:rPr>
              <a:t>Inductive Step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: Show that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)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+mj-lt"/>
                <a:ea typeface="Cambria Math"/>
                <a:sym typeface="Wingdings" pitchFamily="2" charset="2"/>
              </a:rPr>
              <a:t>→</a:t>
            </a:r>
            <a:r>
              <a:rPr lang="en-US" sz="2400" i="1" dirty="0">
                <a:solidFill>
                  <a:srgbClr val="FF0000"/>
                </a:solidFill>
                <a:latin typeface="+mj-lt"/>
                <a:sym typeface="Wingdings" pitchFamily="2" charset="2"/>
              </a:rPr>
              <a:t> P</a:t>
            </a:r>
            <a:r>
              <a:rPr lang="en-US" sz="2400" dirty="0">
                <a:solidFill>
                  <a:srgbClr val="FF0000"/>
                </a:solidFill>
                <a:latin typeface="+mj-lt"/>
                <a:sym typeface="Wingdings" pitchFamily="2" charset="2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+mj-lt"/>
                <a:sym typeface="Wingdings" pitchFamily="2" charset="2"/>
              </a:rPr>
              <a:t>k + </a:t>
            </a:r>
            <a:r>
              <a:rPr lang="en-US" sz="2400" dirty="0">
                <a:solidFill>
                  <a:srgbClr val="FF0000"/>
                </a:solidFill>
                <a:latin typeface="+mj-lt"/>
                <a:ea typeface="Cambria Math" pitchFamily="18" charset="0"/>
                <a:sym typeface="Wingdings" pitchFamily="2" charset="2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+mj-lt"/>
                <a:sym typeface="Wingdings" pitchFamily="2" charset="2"/>
              </a:rPr>
              <a:t>) </a:t>
            </a:r>
            <a:r>
              <a:rPr lang="en-US" sz="2400" i="1" dirty="0">
                <a:solidFill>
                  <a:srgbClr val="FF0000"/>
                </a:solidFill>
                <a:latin typeface="+mj-lt"/>
                <a:sym typeface="Wingdings" pitchFamily="2" charset="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  <a:sym typeface="Wingdings" pitchFamily="2" charset="2"/>
              </a:rPr>
              <a:t>is true for all positive integers </a:t>
            </a:r>
            <a:r>
              <a:rPr lang="en-US" sz="2400" i="1" dirty="0">
                <a:solidFill>
                  <a:srgbClr val="FF0000"/>
                </a:solidFill>
                <a:latin typeface="+mj-lt"/>
                <a:sym typeface="Wingdings" pitchFamily="2" charset="2"/>
              </a:rPr>
              <a:t>k</a:t>
            </a:r>
            <a:r>
              <a:rPr lang="en-US" sz="2400" dirty="0">
                <a:solidFill>
                  <a:srgbClr val="FF0000"/>
                </a:solidFill>
                <a:latin typeface="+mj-lt"/>
                <a:sym typeface="Wingdings" pitchFamily="2" charset="2"/>
              </a:rPr>
              <a:t>.</a:t>
            </a:r>
          </a:p>
          <a:p>
            <a:pPr lvl="1"/>
            <a:endParaRPr lang="en-US" sz="2400" dirty="0">
              <a:solidFill>
                <a:srgbClr val="FF0000"/>
              </a:solidFill>
              <a:latin typeface="+mj-lt"/>
              <a:sym typeface="Wingdings" pitchFamily="2" charset="2"/>
            </a:endParaRPr>
          </a:p>
          <a:p>
            <a:pPr>
              <a:buNone/>
            </a:pPr>
            <a:r>
              <a:rPr lang="en-US" sz="2400" dirty="0">
                <a:latin typeface="+mj-lt"/>
              </a:rPr>
              <a:t> To complete the inductive step, assuming the </a:t>
            </a:r>
            <a:r>
              <a:rPr lang="en-US" sz="2400" i="1" dirty="0">
                <a:latin typeface="+mj-lt"/>
              </a:rPr>
              <a:t>inductive hypothesis </a:t>
            </a:r>
            <a:r>
              <a:rPr lang="en-US" sz="2400" dirty="0">
                <a:latin typeface="+mj-lt"/>
              </a:rPr>
              <a:t>that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holds for an arbitrary integer 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, show that </a:t>
            </a:r>
            <a:r>
              <a:rPr lang="en-US" sz="2400" i="1" dirty="0">
                <a:latin typeface="+mj-lt"/>
                <a:sym typeface="Wingdings" pitchFamily="2" charset="2"/>
              </a:rPr>
              <a:t>P</a:t>
            </a:r>
            <a:r>
              <a:rPr lang="en-US" sz="2400" dirty="0">
                <a:latin typeface="+mj-lt"/>
                <a:sym typeface="Wingdings" pitchFamily="2" charset="2"/>
              </a:rPr>
              <a:t>(</a:t>
            </a:r>
            <a:r>
              <a:rPr lang="en-US" sz="2400" i="1" dirty="0">
                <a:latin typeface="+mj-lt"/>
                <a:sym typeface="Wingdings" pitchFamily="2" charset="2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1</a:t>
            </a:r>
            <a:r>
              <a:rPr lang="en-US" sz="2400" dirty="0">
                <a:latin typeface="+mj-lt"/>
                <a:sym typeface="Wingdings" pitchFamily="2" charset="2"/>
              </a:rPr>
              <a:t>)</a:t>
            </a:r>
            <a:r>
              <a:rPr lang="en-US" sz="2400" dirty="0">
                <a:latin typeface="+mj-lt"/>
              </a:rPr>
              <a:t> must be true.</a:t>
            </a:r>
          </a:p>
        </p:txBody>
      </p:sp>
    </p:spTree>
    <p:extLst>
      <p:ext uri="{BB962C8B-B14F-4D97-AF65-F5344CB8AC3E}">
        <p14:creationId xmlns:p14="http://schemas.microsoft.com/office/powerpoint/2010/main" val="837744556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AA59C-A540-0FA8-7481-DDD049754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510CC3-2E60-5390-704E-A84EF79608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Induction Method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230F6E9B-5639-D189-BCB6-77A511FDE6E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7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D660284-83FC-020E-6F25-5BF01942635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BEA4C5-DE95-6CA2-BE4D-E58969B75581}"/>
              </a:ext>
            </a:extLst>
          </p:cNvPr>
          <p:cNvSpPr txBox="1"/>
          <p:nvPr/>
        </p:nvSpPr>
        <p:spPr>
          <a:xfrm>
            <a:off x="533400" y="1676400"/>
            <a:ext cx="8001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+mj-lt"/>
              </a:rPr>
              <a:t>Important Points:</a:t>
            </a:r>
          </a:p>
          <a:p>
            <a:r>
              <a:rPr lang="en-US" sz="2400" dirty="0">
                <a:latin typeface="+mj-lt"/>
              </a:rPr>
              <a:t>Mathematical induction can be expressed  as the rule of inference-</a:t>
            </a:r>
          </a:p>
          <a:p>
            <a:pPr algn="ctr"/>
            <a:r>
              <a:rPr lang="en-US" sz="2400" dirty="0">
                <a:latin typeface="+mj-lt"/>
              </a:rPr>
              <a:t> (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dirty="0">
                <a:latin typeface="+mj-lt"/>
                <a:ea typeface="Cambria Math" pitchFamily="18" charset="0"/>
              </a:rPr>
              <a:t>1</a:t>
            </a:r>
            <a:r>
              <a:rPr lang="en-US" sz="2400" dirty="0">
                <a:latin typeface="+mj-lt"/>
              </a:rPr>
              <a:t>) </a:t>
            </a:r>
            <a:r>
              <a:rPr lang="en-US" sz="2400" dirty="0">
                <a:latin typeface="+mj-lt"/>
                <a:ea typeface="Cambria Math"/>
              </a:rPr>
              <a:t> ∧ ∀</a:t>
            </a:r>
            <a:r>
              <a:rPr lang="en-US" sz="2400" i="1" dirty="0">
                <a:latin typeface="+mj-lt"/>
                <a:ea typeface="Cambria Math"/>
              </a:rPr>
              <a:t>k 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  <a:ea typeface="Cambria Math"/>
                <a:sym typeface="Wingdings" pitchFamily="2" charset="2"/>
              </a:rPr>
              <a:t>→</a:t>
            </a:r>
            <a:r>
              <a:rPr lang="en-US" sz="2400" i="1" dirty="0">
                <a:latin typeface="+mj-lt"/>
                <a:sym typeface="Wingdings" pitchFamily="2" charset="2"/>
              </a:rPr>
              <a:t> P</a:t>
            </a:r>
            <a:r>
              <a:rPr lang="en-US" sz="2400" dirty="0">
                <a:latin typeface="+mj-lt"/>
                <a:sym typeface="Wingdings" pitchFamily="2" charset="2"/>
              </a:rPr>
              <a:t>(</a:t>
            </a:r>
            <a:r>
              <a:rPr lang="en-US" sz="2400" i="1" dirty="0">
                <a:latin typeface="+mj-lt"/>
                <a:sym typeface="Wingdings" pitchFamily="2" charset="2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1</a:t>
            </a:r>
            <a:r>
              <a:rPr lang="en-US" sz="2400" dirty="0">
                <a:latin typeface="+mj-lt"/>
                <a:sym typeface="Wingdings" pitchFamily="2" charset="2"/>
              </a:rPr>
              <a:t>)))</a:t>
            </a:r>
            <a:r>
              <a:rPr lang="en-US" sz="2400" dirty="0">
                <a:latin typeface="+mj-lt"/>
                <a:ea typeface="Cambria Math"/>
                <a:sym typeface="Wingdings" pitchFamily="2" charset="2"/>
              </a:rPr>
              <a:t> → </a:t>
            </a:r>
            <a:r>
              <a:rPr lang="en-US" sz="2400" dirty="0">
                <a:latin typeface="+mj-lt"/>
                <a:ea typeface="Cambria Math"/>
              </a:rPr>
              <a:t> ∀</a:t>
            </a:r>
            <a:r>
              <a:rPr lang="en-US" sz="2400" i="1" dirty="0">
                <a:latin typeface="+mj-lt"/>
                <a:ea typeface="Cambria Math"/>
              </a:rPr>
              <a:t>n P</a:t>
            </a:r>
            <a:r>
              <a:rPr lang="en-US" sz="2400" dirty="0">
                <a:latin typeface="+mj-lt"/>
                <a:ea typeface="Cambria Math"/>
              </a:rPr>
              <a:t>(</a:t>
            </a:r>
            <a:r>
              <a:rPr lang="en-US" sz="2400" i="1" dirty="0">
                <a:latin typeface="+mj-lt"/>
                <a:ea typeface="Cambria Math"/>
              </a:rPr>
              <a:t>n</a:t>
            </a:r>
            <a:r>
              <a:rPr lang="en-US" sz="2400" dirty="0">
                <a:latin typeface="+mj-lt"/>
                <a:ea typeface="Cambria Math"/>
              </a:rPr>
              <a:t>)</a:t>
            </a:r>
            <a:endParaRPr lang="en-US" sz="2400" dirty="0">
              <a:latin typeface="+mj-lt"/>
            </a:endParaRPr>
          </a:p>
          <a:p>
            <a:pPr>
              <a:buNone/>
            </a:pPr>
            <a:r>
              <a:rPr lang="en-US" sz="2400" dirty="0">
                <a:latin typeface="+mj-lt"/>
              </a:rPr>
              <a:t>    where the domain is the set of positive integers.</a:t>
            </a:r>
          </a:p>
          <a:p>
            <a:r>
              <a:rPr lang="en-US" sz="2400" dirty="0">
                <a:latin typeface="+mj-lt"/>
              </a:rPr>
              <a:t>In a proof by mathematical induction,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we don’t assume that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k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) is true for all positive integers! </a:t>
            </a:r>
            <a:r>
              <a:rPr lang="en-US" sz="2400" dirty="0">
                <a:latin typeface="+mj-lt"/>
              </a:rPr>
              <a:t>We show that if we assume that for arbitrary k,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 is true, then </a:t>
            </a:r>
            <a:r>
              <a:rPr lang="en-US" sz="2400" i="1" dirty="0">
                <a:latin typeface="+mj-lt"/>
                <a:sym typeface="Wingdings" pitchFamily="2" charset="2"/>
              </a:rPr>
              <a:t>P</a:t>
            </a:r>
            <a:r>
              <a:rPr lang="en-US" sz="2400" dirty="0">
                <a:latin typeface="+mj-lt"/>
                <a:sym typeface="Wingdings" pitchFamily="2" charset="2"/>
              </a:rPr>
              <a:t>(</a:t>
            </a:r>
            <a:r>
              <a:rPr lang="en-US" sz="2400" i="1" dirty="0">
                <a:latin typeface="+mj-lt"/>
                <a:sym typeface="Wingdings" pitchFamily="2" charset="2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1) must also  be true. </a:t>
            </a:r>
          </a:p>
          <a:p>
            <a:r>
              <a:rPr lang="en-US" sz="2400" dirty="0">
                <a:solidFill>
                  <a:srgbClr val="FF0000"/>
                </a:solidFill>
                <a:latin typeface="+mj-lt"/>
                <a:ea typeface="Cambria Math" pitchFamily="18" charset="0"/>
                <a:sym typeface="Wingdings" pitchFamily="2" charset="2"/>
              </a:rPr>
              <a:t>Proofs by mathematical induction do not always start at the integer 1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. In such a case, the basis step begins at a starting point </a:t>
            </a:r>
            <a:r>
              <a:rPr lang="en-US" sz="2400" i="1" dirty="0">
                <a:latin typeface="+mj-lt"/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 where </a:t>
            </a:r>
            <a:r>
              <a:rPr lang="en-US" sz="2400" i="1" dirty="0">
                <a:latin typeface="+mj-lt"/>
                <a:ea typeface="Cambria Math" pitchFamily="18" charset="0"/>
                <a:sym typeface="Wingdings" pitchFamily="2" charset="2"/>
              </a:rPr>
              <a:t>b</a:t>
            </a:r>
            <a:r>
              <a:rPr lang="en-US" sz="2400" dirty="0">
                <a:latin typeface="+mj-lt"/>
                <a:ea typeface="Cambria Math" pitchFamily="18" charset="0"/>
                <a:sym typeface="Wingdings" pitchFamily="2" charset="2"/>
              </a:rPr>
              <a:t> is an integer. </a:t>
            </a:r>
          </a:p>
        </p:txBody>
      </p:sp>
    </p:spTree>
    <p:extLst>
      <p:ext uri="{BB962C8B-B14F-4D97-AF65-F5344CB8AC3E}">
        <p14:creationId xmlns:p14="http://schemas.microsoft.com/office/powerpoint/2010/main" val="3328982561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DA5B-DECA-4A17-FAC0-162650EF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614DCA-DA49-7A6D-F746-C34274904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Induction Method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C498E2A-C175-B4ED-BDF1-D9B8B19D62E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8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7753A01-50E2-6554-0AFE-13A7073E3CB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385F6E-3226-0093-9791-DA024C80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47800"/>
            <a:ext cx="7467600" cy="43176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859988-E309-6CFE-D7B5-60D94A7D54D8}"/>
              </a:ext>
            </a:extLst>
          </p:cNvPr>
          <p:cNvSpPr txBox="1"/>
          <p:nvPr/>
        </p:nvSpPr>
        <p:spPr>
          <a:xfrm>
            <a:off x="838200" y="5715000"/>
            <a:ext cx="7772400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sz="2300" dirty="0">
                <a:latin typeface="+mj-lt"/>
                <a:cs typeface="Arial" panose="020B0604020202020204" pitchFamily="34" charset="0"/>
                <a:sym typeface="Wingdings" panose="05000000000000000000" pitchFamily="2" charset="2"/>
              </a:rPr>
              <a:t>This shows that by induction method that P(n) is true for all values of n=1,2,3,…..</a:t>
            </a:r>
            <a:endParaRPr lang="en-US" sz="2300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150405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7D80C-7622-D657-B250-B5E33A85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0E02DD7-FB75-A2F3-57D2-E65F663075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279185"/>
            <a:ext cx="57912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Induction Method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012616B-2B0F-7DA8-A179-707173116DB0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9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1A16FD-26E5-9940-82A0-24660ECDF20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05C499-A247-3A60-D50C-EF143BE527FD}"/>
              </a:ext>
            </a:extLst>
          </p:cNvPr>
          <p:cNvSpPr txBox="1"/>
          <p:nvPr/>
        </p:nvSpPr>
        <p:spPr>
          <a:xfrm>
            <a:off x="685800" y="1524000"/>
            <a:ext cx="7772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latin typeface="+mj-lt"/>
                <a:cs typeface="Arial" panose="020B0604020202020204" pitchFamily="34" charset="0"/>
              </a:rPr>
              <a:t>Example: 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Use mathematical induction to prove that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baseline="30000" dirty="0">
                <a:latin typeface="+mj-lt"/>
              </a:rPr>
              <a:t>n </a:t>
            </a:r>
            <a:r>
              <a:rPr lang="en-US" sz="2400" i="1" dirty="0">
                <a:latin typeface="+mj-lt"/>
              </a:rPr>
              <a:t>&lt; n</a:t>
            </a:r>
            <a:r>
              <a:rPr lang="en-US" sz="2400" dirty="0">
                <a:latin typeface="+mj-lt"/>
              </a:rPr>
              <a:t>!</a:t>
            </a:r>
            <a:r>
              <a:rPr lang="en-US" sz="2400" i="1" dirty="0">
                <a:latin typeface="+mj-lt"/>
              </a:rPr>
              <a:t>, </a:t>
            </a:r>
            <a:r>
              <a:rPr lang="en-US" sz="2400" dirty="0">
                <a:latin typeface="+mj-lt"/>
              </a:rPr>
              <a:t>for every integer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≥ </a:t>
            </a:r>
            <a:r>
              <a:rPr lang="en-US" sz="2400" dirty="0">
                <a:latin typeface="+mj-lt"/>
                <a:ea typeface="Cambria Math" pitchFamily="18" charset="0"/>
              </a:rPr>
              <a:t>4</a:t>
            </a:r>
            <a:r>
              <a:rPr lang="en-US" sz="2400" dirty="0">
                <a:latin typeface="+mj-lt"/>
              </a:rPr>
              <a:t>.</a:t>
            </a:r>
          </a:p>
          <a:p>
            <a:pPr>
              <a:buNone/>
            </a:pPr>
            <a:r>
              <a:rPr lang="en-US" sz="2400" b="1" dirty="0">
                <a:latin typeface="+mj-lt"/>
              </a:rPr>
              <a:t> Solution</a:t>
            </a:r>
            <a:r>
              <a:rPr lang="en-US" sz="2400" dirty="0">
                <a:latin typeface="+mj-lt"/>
              </a:rPr>
              <a:t>: Let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) be the proposition that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baseline="30000" dirty="0">
                <a:latin typeface="+mj-lt"/>
              </a:rPr>
              <a:t>n </a:t>
            </a:r>
            <a:r>
              <a:rPr lang="en-US" sz="2400" i="1" dirty="0">
                <a:latin typeface="+mj-lt"/>
              </a:rPr>
              <a:t> &lt; n</a:t>
            </a:r>
            <a:r>
              <a:rPr lang="en-US" sz="2400" dirty="0">
                <a:latin typeface="+mj-lt"/>
              </a:rPr>
              <a:t>!</a:t>
            </a:r>
            <a:r>
              <a:rPr lang="en-US" sz="2400" i="1" dirty="0">
                <a:latin typeface="+mj-lt"/>
              </a:rPr>
              <a:t>.</a:t>
            </a:r>
            <a:r>
              <a:rPr lang="en-US" sz="2400" baseline="30000" dirty="0">
                <a:latin typeface="+mj-lt"/>
              </a:rPr>
              <a:t> </a:t>
            </a:r>
          </a:p>
          <a:p>
            <a:pPr lvl="1"/>
            <a:r>
              <a:rPr lang="en-US" sz="2400" dirty="0">
                <a:latin typeface="+mj-lt"/>
              </a:rPr>
              <a:t>BASIS STEP: </a:t>
            </a:r>
            <a:r>
              <a:rPr lang="en-US" sz="2400" i="1" dirty="0">
                <a:latin typeface="+mj-lt"/>
              </a:rPr>
              <a:t>P(</a:t>
            </a:r>
            <a:r>
              <a:rPr lang="en-US" sz="2400" dirty="0">
                <a:latin typeface="+mj-lt"/>
                <a:ea typeface="Cambria Math" pitchFamily="18" charset="0"/>
              </a:rPr>
              <a:t>4</a:t>
            </a:r>
            <a:r>
              <a:rPr lang="en-US" sz="2400" dirty="0">
                <a:latin typeface="+mj-lt"/>
              </a:rPr>
              <a:t>) is true since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baseline="30000" dirty="0">
                <a:latin typeface="+mj-lt"/>
                <a:ea typeface="Cambria Math" pitchFamily="18" charset="0"/>
              </a:rPr>
              <a:t>4</a:t>
            </a:r>
            <a:r>
              <a:rPr lang="en-US" sz="2400" i="1" dirty="0">
                <a:latin typeface="+mj-lt"/>
              </a:rPr>
              <a:t>  = </a:t>
            </a:r>
            <a:r>
              <a:rPr lang="en-US" sz="2400" dirty="0">
                <a:latin typeface="+mj-lt"/>
                <a:ea typeface="Cambria Math" pitchFamily="18" charset="0"/>
              </a:rPr>
              <a:t>16  &lt; 4! = 24</a:t>
            </a:r>
            <a:r>
              <a:rPr lang="en-US" sz="2400" i="1" dirty="0">
                <a:latin typeface="+mj-lt"/>
              </a:rPr>
              <a:t>.</a:t>
            </a:r>
          </a:p>
          <a:p>
            <a:pPr lvl="1"/>
            <a:r>
              <a:rPr lang="en-US" sz="2400" dirty="0">
                <a:latin typeface="+mj-lt"/>
              </a:rPr>
              <a:t>INDUCTIVE STEP: Assume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) holds, i.e.,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baseline="30000" dirty="0">
                <a:latin typeface="+mj-lt"/>
              </a:rPr>
              <a:t>k </a:t>
            </a:r>
            <a:r>
              <a:rPr lang="en-US" sz="2400" i="1" dirty="0">
                <a:latin typeface="+mj-lt"/>
              </a:rPr>
              <a:t> &lt; k</a:t>
            </a:r>
            <a:r>
              <a:rPr lang="en-US" sz="2400" dirty="0">
                <a:latin typeface="+mj-lt"/>
              </a:rPr>
              <a:t>! 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for an arbitrary integer 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 ≥ </a:t>
            </a:r>
            <a:r>
              <a:rPr lang="en-US" sz="2400" dirty="0">
                <a:latin typeface="+mj-lt"/>
                <a:ea typeface="Cambria Math" pitchFamily="18" charset="0"/>
              </a:rPr>
              <a:t>4</a:t>
            </a:r>
            <a:r>
              <a:rPr lang="en-US" sz="2400" dirty="0">
                <a:latin typeface="+mj-lt"/>
              </a:rPr>
              <a:t>. To show that </a:t>
            </a:r>
            <a:r>
              <a:rPr lang="en-US" sz="2400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</a:rPr>
              <a:t>1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holds: </a:t>
            </a:r>
          </a:p>
          <a:p>
            <a:pPr lvl="1">
              <a:buNone/>
            </a:pPr>
            <a:r>
              <a:rPr lang="en-US" sz="2400" i="1" dirty="0">
                <a:latin typeface="+mj-lt"/>
              </a:rPr>
              <a:t>               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baseline="30000" dirty="0">
                <a:latin typeface="+mj-lt"/>
              </a:rPr>
              <a:t>k+</a:t>
            </a:r>
            <a:r>
              <a:rPr lang="en-US" sz="2400" baseline="30000" dirty="0">
                <a:latin typeface="+mj-lt"/>
                <a:ea typeface="Cambria Math" pitchFamily="18" charset="0"/>
              </a:rPr>
              <a:t>1</a:t>
            </a:r>
            <a:r>
              <a:rPr lang="en-US" sz="2400" i="1" dirty="0">
                <a:latin typeface="+mj-lt"/>
              </a:rPr>
              <a:t> = </a:t>
            </a:r>
            <a:r>
              <a:rPr lang="en-US" sz="2400" dirty="0">
                <a:latin typeface="+mj-lt"/>
                <a:ea typeface="Cambria Math" pitchFamily="18" charset="0"/>
              </a:rPr>
              <a:t>2∙2</a:t>
            </a:r>
            <a:r>
              <a:rPr lang="en-US" sz="2400" i="1" baseline="30000" dirty="0">
                <a:latin typeface="+mj-lt"/>
              </a:rPr>
              <a:t>k  </a:t>
            </a:r>
          </a:p>
          <a:p>
            <a:pPr lvl="1">
              <a:buNone/>
            </a:pPr>
            <a:r>
              <a:rPr lang="en-US" sz="2400" i="1" baseline="30000" dirty="0">
                <a:latin typeface="+mj-lt"/>
              </a:rPr>
              <a:t>                                    </a:t>
            </a:r>
            <a:r>
              <a:rPr lang="en-US" sz="2400" i="1" dirty="0">
                <a:latin typeface="+mj-lt"/>
              </a:rPr>
              <a:t>&lt;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dirty="0">
                <a:latin typeface="+mj-lt"/>
              </a:rPr>
              <a:t>∙ k</a:t>
            </a:r>
            <a:r>
              <a:rPr lang="en-US" sz="2400" dirty="0">
                <a:latin typeface="+mj-lt"/>
              </a:rPr>
              <a:t>!</a:t>
            </a:r>
            <a:r>
              <a:rPr lang="en-US" sz="2400" i="1" dirty="0">
                <a:latin typeface="+mj-lt"/>
              </a:rPr>
              <a:t>          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by the inductive hypothesis)</a:t>
            </a:r>
          </a:p>
          <a:p>
            <a:pPr lvl="1">
              <a:buNone/>
            </a:pPr>
            <a:r>
              <a:rPr lang="en-US" sz="2400" i="1" baseline="30000" dirty="0">
                <a:latin typeface="+mj-lt"/>
              </a:rPr>
              <a:t>                                    </a:t>
            </a:r>
            <a:r>
              <a:rPr lang="en-US" sz="2400" dirty="0">
                <a:latin typeface="+mj-lt"/>
              </a:rPr>
              <a:t>&lt; (</a:t>
            </a:r>
            <a:r>
              <a:rPr lang="en-US" sz="2400" i="1" dirty="0">
                <a:latin typeface="+mj-lt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</a:rPr>
              <a:t>1</a:t>
            </a:r>
            <a:r>
              <a:rPr lang="en-US" sz="2400" dirty="0">
                <a:latin typeface="+mj-lt"/>
              </a:rPr>
              <a:t>)</a:t>
            </a:r>
            <a:r>
              <a:rPr lang="en-US" sz="2400" i="1" dirty="0">
                <a:latin typeface="+mj-lt"/>
              </a:rPr>
              <a:t>k</a:t>
            </a:r>
            <a:r>
              <a:rPr lang="en-US" sz="2400" dirty="0">
                <a:latin typeface="+mj-lt"/>
              </a:rPr>
              <a:t>!</a:t>
            </a:r>
          </a:p>
          <a:p>
            <a:pPr lvl="1">
              <a:buNone/>
            </a:pPr>
            <a:r>
              <a:rPr lang="en-US" sz="2400" i="1" dirty="0">
                <a:latin typeface="+mj-lt"/>
              </a:rPr>
              <a:t>                        = </a:t>
            </a:r>
            <a:r>
              <a:rPr lang="en-US" sz="2400" dirty="0">
                <a:latin typeface="+mj-lt"/>
              </a:rPr>
              <a:t>(</a:t>
            </a:r>
            <a:r>
              <a:rPr lang="en-US" sz="2400" i="1" dirty="0">
                <a:latin typeface="+mj-lt"/>
              </a:rPr>
              <a:t>k + </a:t>
            </a:r>
            <a:r>
              <a:rPr lang="en-US" sz="2400" dirty="0">
                <a:latin typeface="+mj-lt"/>
                <a:ea typeface="Cambria Math" pitchFamily="18" charset="0"/>
              </a:rPr>
              <a:t>1</a:t>
            </a:r>
            <a:r>
              <a:rPr lang="en-US" sz="2400" dirty="0">
                <a:latin typeface="+mj-lt"/>
              </a:rPr>
              <a:t>).</a:t>
            </a:r>
          </a:p>
          <a:p>
            <a:pPr>
              <a:buNone/>
            </a:pPr>
            <a:r>
              <a:rPr lang="en-US" sz="2400" dirty="0">
                <a:latin typeface="+mj-lt"/>
              </a:rPr>
              <a:t>Therefore, </a:t>
            </a:r>
            <a:r>
              <a:rPr lang="en-US" sz="2400" dirty="0">
                <a:latin typeface="+mj-lt"/>
                <a:ea typeface="Cambria Math" pitchFamily="18" charset="0"/>
              </a:rPr>
              <a:t>2</a:t>
            </a:r>
            <a:r>
              <a:rPr lang="en-US" sz="2400" i="1" baseline="30000" dirty="0">
                <a:latin typeface="+mj-lt"/>
              </a:rPr>
              <a:t>n </a:t>
            </a:r>
            <a:r>
              <a:rPr lang="en-US" sz="2400" i="1" dirty="0">
                <a:latin typeface="+mj-lt"/>
              </a:rPr>
              <a:t> &lt; n</a:t>
            </a:r>
            <a:r>
              <a:rPr lang="en-US" sz="2400" dirty="0">
                <a:latin typeface="+mj-lt"/>
              </a:rPr>
              <a:t>!</a:t>
            </a:r>
            <a:r>
              <a:rPr lang="en-US" sz="2400" i="1" dirty="0">
                <a:latin typeface="+mj-lt"/>
              </a:rPr>
              <a:t>  </a:t>
            </a:r>
            <a:r>
              <a:rPr lang="en-US" sz="2400" dirty="0">
                <a:latin typeface="+mj-lt"/>
              </a:rPr>
              <a:t>holds</a:t>
            </a:r>
            <a:r>
              <a:rPr lang="en-US" sz="2400" i="1" dirty="0">
                <a:latin typeface="+mj-lt"/>
              </a:rPr>
              <a:t>, </a:t>
            </a:r>
            <a:r>
              <a:rPr lang="en-US" sz="2400" dirty="0">
                <a:latin typeface="+mj-lt"/>
              </a:rPr>
              <a:t>for every integer </a:t>
            </a:r>
            <a:r>
              <a:rPr lang="en-US" sz="2400" i="1" dirty="0">
                <a:latin typeface="+mj-lt"/>
              </a:rPr>
              <a:t>n</a:t>
            </a:r>
            <a:r>
              <a:rPr lang="en-US" sz="2400" dirty="0">
                <a:latin typeface="+mj-lt"/>
              </a:rPr>
              <a:t> ≥ </a:t>
            </a:r>
            <a:r>
              <a:rPr lang="en-US" sz="2400" dirty="0">
                <a:latin typeface="+mj-lt"/>
                <a:ea typeface="Cambria Math" pitchFamily="18" charset="0"/>
              </a:rPr>
              <a:t>4</a:t>
            </a:r>
            <a:r>
              <a:rPr lang="en-US" sz="2400" dirty="0">
                <a:latin typeface="+mj-lt"/>
              </a:rPr>
              <a:t>. </a:t>
            </a:r>
          </a:p>
          <a:p>
            <a:pPr>
              <a:buNone/>
            </a:pPr>
            <a:r>
              <a:rPr lang="en-US" sz="2400" dirty="0"/>
              <a:t> </a:t>
            </a:r>
            <a:r>
              <a:rPr lang="en-US" b="1" dirty="0"/>
              <a:t>Note that here the basis step is P(</a:t>
            </a:r>
            <a:r>
              <a:rPr lang="en-US" b="1" dirty="0">
                <a:ea typeface="Cambria Math" pitchFamily="18" charset="0"/>
              </a:rPr>
              <a:t>4</a:t>
            </a:r>
            <a:r>
              <a:rPr lang="en-US" b="1" dirty="0"/>
              <a:t>), since P(</a:t>
            </a:r>
            <a:r>
              <a:rPr lang="en-US" b="1" dirty="0">
                <a:ea typeface="Cambria Math" pitchFamily="18" charset="0"/>
              </a:rPr>
              <a:t>0</a:t>
            </a:r>
            <a:r>
              <a:rPr lang="en-US" b="1" dirty="0"/>
              <a:t>), P(</a:t>
            </a:r>
            <a:r>
              <a:rPr lang="en-US" b="1" dirty="0">
                <a:ea typeface="Cambria Math" pitchFamily="18" charset="0"/>
              </a:rPr>
              <a:t>1</a:t>
            </a:r>
            <a:r>
              <a:rPr lang="en-US" b="1" dirty="0"/>
              <a:t>), P(</a:t>
            </a:r>
            <a:r>
              <a:rPr lang="en-US" b="1" dirty="0">
                <a:ea typeface="Cambria Math" pitchFamily="18" charset="0"/>
              </a:rPr>
              <a:t>2</a:t>
            </a:r>
            <a:r>
              <a:rPr lang="en-US" b="1" dirty="0"/>
              <a:t>),  and P(</a:t>
            </a:r>
            <a:r>
              <a:rPr lang="en-US" b="1" dirty="0">
                <a:ea typeface="Cambria Math" pitchFamily="18" charset="0"/>
              </a:rPr>
              <a:t>3</a:t>
            </a:r>
            <a:r>
              <a:rPr lang="en-US" b="1" dirty="0"/>
              <a:t>) are all false.</a:t>
            </a:r>
            <a:endParaRPr lang="en-US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875002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73B47-6A3A-D269-B5A1-4B1D04575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8935DF-E927-8A08-93B0-91CB054F26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279185"/>
            <a:ext cx="53340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20" dirty="0">
                <a:solidFill>
                  <a:srgbClr val="FF0000"/>
                </a:solidFill>
                <a:latin typeface="+mj-lt"/>
              </a:rPr>
              <a:t>Learning Activity</a:t>
            </a:r>
            <a:endParaRPr spc="-8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81C91DE-B3E7-4992-3BA5-420485466AC8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143875" y="13161963"/>
            <a:ext cx="1000125" cy="1666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4445" defTabSz="1812066">
              <a:lnSpc>
                <a:spcPts val="1338"/>
              </a:lnSpc>
            </a:pPr>
            <a:fld id="{81D60167-4931-47E6-BA6A-407CBD079E47}" type="slidenum">
              <a:rPr kern="0" spc="-20" dirty="0"/>
              <a:pPr marL="104445" defTabSz="1812066">
                <a:lnSpc>
                  <a:spcPts val="1338"/>
                </a:lnSpc>
              </a:pPr>
              <a:t>10</a:t>
            </a:fld>
            <a:r>
              <a:rPr kern="0" spc="-168" dirty="0"/>
              <a:t> </a:t>
            </a:r>
            <a:r>
              <a:rPr kern="0" spc="178" dirty="0"/>
              <a:t>/</a:t>
            </a:r>
            <a:r>
              <a:rPr kern="0" spc="-168" dirty="0"/>
              <a:t> </a:t>
            </a:r>
            <a:r>
              <a:rPr kern="0" spc="-50" dirty="0"/>
              <a:t>10</a:t>
            </a:r>
          </a:p>
        </p:txBody>
      </p:sp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B6201D8-2FDA-576B-B53A-4E7A11F4CE53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12">
                <a:extLst>
                  <a:ext uri="{FF2B5EF4-FFF2-40B4-BE49-F238E27FC236}">
                    <a16:creationId xmlns:a16="http://schemas.microsoft.com/office/drawing/2014/main" id="{506BC349-B576-68C3-601B-17201CFFF8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7766" y="1524000"/>
                <a:ext cx="8139034" cy="435133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Cambria" pitchFamily="18" charset="0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sz="2400" dirty="0">
                    <a:latin typeface="+mj-lt"/>
                  </a:rPr>
                  <a:t>Q1. Can we prove </a:t>
                </a:r>
                <a:r>
                  <a:rPr lang="en-US" sz="2400" dirty="0">
                    <a:latin typeface="+mj-lt"/>
                    <a:cs typeface="Arial" panose="020B0604020202020204" pitchFamily="34" charset="0"/>
                  </a:rPr>
                  <a:t>that </a:t>
                </a:r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a:rPr lang="en-US" sz="2400" i="1" dirty="0">
                            <a:solidFill>
                              <a:srgbClr val="FF0000"/>
                            </a:solidFill>
                            <a:latin typeface="+mj-lt"/>
                            <a:cs typeface="Arial" panose="020B0604020202020204" pitchFamily="34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+mj-lt"/>
                    <a:cs typeface="Arial" panose="020B0604020202020204" pitchFamily="34" charset="0"/>
                  </a:rPr>
                  <a:t> is irrational” by induction method? </a:t>
                </a:r>
                <a:endParaRPr lang="en-US" sz="2400" dirty="0">
                  <a:latin typeface="+mj-lt"/>
                </a:endParaRPr>
              </a:p>
              <a:p>
                <a:pPr>
                  <a:buNone/>
                </a:pPr>
                <a:r>
                  <a:rPr lang="en-US" sz="2400" dirty="0">
                    <a:latin typeface="+mj-lt"/>
                  </a:rPr>
                  <a:t>Q2. Use mathematical induction to prove that </a:t>
                </a:r>
                <a:r>
                  <a:rPr lang="en-US" sz="2400" i="1" dirty="0">
                    <a:latin typeface="+mj-lt"/>
                  </a:rPr>
                  <a:t>n &lt; </a:t>
                </a:r>
                <a:r>
                  <a:rPr lang="en-US" sz="2400" dirty="0">
                    <a:latin typeface="+mj-lt"/>
                    <a:ea typeface="Cambria Math" pitchFamily="18" charset="0"/>
                  </a:rPr>
                  <a:t>2</a:t>
                </a:r>
                <a:r>
                  <a:rPr lang="en-US" sz="2400" i="1" baseline="30000" dirty="0">
                    <a:latin typeface="+mj-lt"/>
                  </a:rPr>
                  <a:t>n </a:t>
                </a:r>
                <a:r>
                  <a:rPr lang="en-US" sz="2400" i="1" dirty="0">
                    <a:latin typeface="+mj-lt"/>
                  </a:rPr>
                  <a:t> </a:t>
                </a:r>
                <a:r>
                  <a:rPr lang="en-US" sz="2400" dirty="0">
                    <a:latin typeface="+mj-lt"/>
                  </a:rPr>
                  <a:t>for all positive integers </a:t>
                </a:r>
                <a:r>
                  <a:rPr lang="en-US" sz="2400" i="1" dirty="0">
                    <a:latin typeface="+mj-lt"/>
                  </a:rPr>
                  <a:t>n</a:t>
                </a:r>
                <a:r>
                  <a:rPr lang="en-US" sz="2400" dirty="0">
                    <a:latin typeface="+mj-lt"/>
                  </a:rPr>
                  <a:t>.</a:t>
                </a:r>
              </a:p>
              <a:p>
                <a:pPr>
                  <a:buNone/>
                </a:pPr>
                <a:r>
                  <a:rPr lang="en-US" sz="2400" dirty="0">
                    <a:latin typeface="+mj-lt"/>
                  </a:rPr>
                  <a:t>Q3. The Fibonacci numbers are defined as follows:</a:t>
                </a:r>
              </a:p>
              <a:p>
                <a:pPr marL="971550" lvl="1" indent="-514350">
                  <a:buNone/>
                </a:pPr>
                <a:r>
                  <a:rPr lang="en-US" i="1" dirty="0">
                    <a:latin typeface="+mj-lt"/>
                  </a:rPr>
                  <a:t>f</a:t>
                </a:r>
                <a:r>
                  <a:rPr lang="en-US" baseline="-25000" dirty="0">
                    <a:latin typeface="+mj-lt"/>
                    <a:ea typeface="Cambria Math" pitchFamily="18" charset="0"/>
                  </a:rPr>
                  <a:t>0 </a:t>
                </a:r>
                <a:r>
                  <a:rPr lang="en-US" i="1" dirty="0">
                    <a:latin typeface="+mj-lt"/>
                  </a:rPr>
                  <a:t> = </a:t>
                </a:r>
                <a:r>
                  <a:rPr lang="en-US" dirty="0">
                    <a:latin typeface="+mj-lt"/>
                    <a:ea typeface="Cambria Math" pitchFamily="18" charset="0"/>
                  </a:rPr>
                  <a:t>0</a:t>
                </a:r>
              </a:p>
              <a:p>
                <a:pPr marL="971550" lvl="1" indent="-514350">
                  <a:buNone/>
                </a:pPr>
                <a:r>
                  <a:rPr lang="en-US" i="1" dirty="0">
                    <a:latin typeface="+mj-lt"/>
                  </a:rPr>
                  <a:t>f</a:t>
                </a:r>
                <a:r>
                  <a:rPr lang="en-US" baseline="-25000" dirty="0">
                    <a:latin typeface="+mj-lt"/>
                    <a:ea typeface="Cambria Math" pitchFamily="18" charset="0"/>
                  </a:rPr>
                  <a:t>1</a:t>
                </a:r>
                <a:r>
                  <a:rPr lang="en-US" i="1" dirty="0">
                    <a:latin typeface="+mj-lt"/>
                  </a:rPr>
                  <a:t> = </a:t>
                </a:r>
                <a:r>
                  <a:rPr lang="en-US" dirty="0">
                    <a:latin typeface="+mj-lt"/>
                    <a:ea typeface="Cambria Math" pitchFamily="18" charset="0"/>
                  </a:rPr>
                  <a:t>1</a:t>
                </a:r>
              </a:p>
              <a:p>
                <a:pPr marL="971550" lvl="1" indent="-514350">
                  <a:buNone/>
                </a:pPr>
                <a:r>
                  <a:rPr lang="en-US" i="1" dirty="0" err="1">
                    <a:latin typeface="+mj-lt"/>
                  </a:rPr>
                  <a:t>f</a:t>
                </a:r>
                <a:r>
                  <a:rPr lang="en-US" i="1" baseline="-25000" dirty="0" err="1">
                    <a:latin typeface="+mj-lt"/>
                    <a:ea typeface="Cambria Math" pitchFamily="18" charset="0"/>
                  </a:rPr>
                  <a:t>n</a:t>
                </a:r>
                <a:r>
                  <a:rPr lang="en-US" i="1" dirty="0">
                    <a:latin typeface="+mj-lt"/>
                  </a:rPr>
                  <a:t> = f</a:t>
                </a:r>
                <a:r>
                  <a:rPr lang="en-US" i="1" baseline="-25000" dirty="0">
                    <a:latin typeface="+mj-lt"/>
                  </a:rPr>
                  <a:t>n</a:t>
                </a:r>
                <a:r>
                  <a:rPr lang="en-US" i="1" baseline="-25000" dirty="0">
                    <a:latin typeface="+mj-lt"/>
                    <a:ea typeface="Cambria Math"/>
                  </a:rPr>
                  <a:t>−</a:t>
                </a:r>
                <a:r>
                  <a:rPr lang="en-US" baseline="-25000" dirty="0">
                    <a:latin typeface="+mj-lt"/>
                    <a:ea typeface="Cambria Math" pitchFamily="18" charset="0"/>
                  </a:rPr>
                  <a:t>1</a:t>
                </a:r>
                <a:r>
                  <a:rPr lang="en-US" i="1" dirty="0">
                    <a:latin typeface="+mj-lt"/>
                  </a:rPr>
                  <a:t>  + f</a:t>
                </a:r>
                <a:r>
                  <a:rPr lang="en-US" i="1" baseline="-25000" dirty="0">
                    <a:latin typeface="+mj-lt"/>
                  </a:rPr>
                  <a:t>n</a:t>
                </a:r>
                <a:r>
                  <a:rPr lang="en-US" i="1" baseline="-25000" dirty="0">
                    <a:latin typeface="+mj-lt"/>
                    <a:ea typeface="Cambria Math"/>
                  </a:rPr>
                  <a:t>−</a:t>
                </a:r>
                <a:r>
                  <a:rPr lang="en-US" baseline="-25000" dirty="0">
                    <a:latin typeface="+mj-lt"/>
                    <a:ea typeface="Cambria Math" pitchFamily="18" charset="0"/>
                  </a:rPr>
                  <a:t>2</a:t>
                </a:r>
                <a:endParaRPr lang="en-US" baseline="-25000" dirty="0">
                  <a:latin typeface="+mj-lt"/>
                </a:endParaRPr>
              </a:p>
              <a:p>
                <a:pPr marL="571500" indent="-514350">
                  <a:buNone/>
                </a:pPr>
                <a:r>
                  <a:rPr lang="en-US" sz="2400" dirty="0">
                    <a:latin typeface="+mj-lt"/>
                  </a:rPr>
                  <a:t>    Find</a:t>
                </a:r>
                <a:r>
                  <a:rPr lang="en-US" sz="2400" i="1" dirty="0">
                    <a:latin typeface="+mj-lt"/>
                  </a:rPr>
                  <a:t> f</a:t>
                </a:r>
                <a:r>
                  <a:rPr lang="en-US" sz="2400" baseline="-25000" dirty="0">
                    <a:latin typeface="+mj-lt"/>
                    <a:ea typeface="Cambria Math" pitchFamily="18" charset="0"/>
                  </a:rPr>
                  <a:t>2</a:t>
                </a:r>
                <a:r>
                  <a:rPr lang="en-US" sz="2400" i="1" dirty="0">
                    <a:latin typeface="+mj-lt"/>
                  </a:rPr>
                  <a:t>, f</a:t>
                </a:r>
                <a:r>
                  <a:rPr lang="en-US" sz="2400" baseline="-25000" dirty="0">
                    <a:latin typeface="+mj-lt"/>
                    <a:ea typeface="Cambria Math" pitchFamily="18" charset="0"/>
                  </a:rPr>
                  <a:t>3 </a:t>
                </a:r>
                <a:r>
                  <a:rPr lang="en-US" sz="2400" i="1" dirty="0">
                    <a:latin typeface="+mj-lt"/>
                  </a:rPr>
                  <a:t>, f</a:t>
                </a:r>
                <a:r>
                  <a:rPr lang="en-US" sz="2400" baseline="-25000" dirty="0">
                    <a:latin typeface="+mj-lt"/>
                    <a:ea typeface="Cambria Math" pitchFamily="18" charset="0"/>
                  </a:rPr>
                  <a:t>4 </a:t>
                </a:r>
                <a:r>
                  <a:rPr lang="en-US" sz="2400" i="1" dirty="0">
                    <a:latin typeface="+mj-lt"/>
                  </a:rPr>
                  <a:t>, f</a:t>
                </a:r>
                <a:r>
                  <a:rPr lang="en-US" sz="2400" baseline="-25000" dirty="0">
                    <a:latin typeface="+mj-lt"/>
                    <a:ea typeface="Cambria Math" pitchFamily="18" charset="0"/>
                  </a:rPr>
                  <a:t>5 </a:t>
                </a:r>
                <a:r>
                  <a:rPr lang="en-US" sz="2400" dirty="0">
                    <a:latin typeface="+mj-lt"/>
                  </a:rPr>
                  <a:t>.</a:t>
                </a:r>
              </a:p>
              <a:p>
                <a:pPr marL="571500" indent="-51435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12">
                <a:extLst>
                  <a:ext uri="{FF2B5EF4-FFF2-40B4-BE49-F238E27FC236}">
                    <a16:creationId xmlns:a16="http://schemas.microsoft.com/office/drawing/2014/main" id="{506BC349-B576-68C3-601B-17201CFFF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766" y="1524000"/>
                <a:ext cx="8139034" cy="4351338"/>
              </a:xfrm>
              <a:prstGeom prst="rect">
                <a:avLst/>
              </a:prstGeom>
              <a:blipFill>
                <a:blip r:embed="rId3"/>
                <a:stretch>
                  <a:fillRect l="-1199" t="-2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027690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0740-E796-9314-DA84-BDEFF731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E858C6-1A6F-72D5-43AB-955168B14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149860-0B8D-0011-8D03-B86A77BFB5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11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FC3131-36E1-1909-EA4D-0C67969A3173}"/>
              </a:ext>
            </a:extLst>
          </p:cNvPr>
          <p:cNvSpPr txBox="1"/>
          <p:nvPr/>
        </p:nvSpPr>
        <p:spPr>
          <a:xfrm>
            <a:off x="802666" y="2548705"/>
            <a:ext cx="7332397" cy="1600182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We discussed induction techniques of proof.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solidFill>
                  <a:sysClr val="windowText" lastClr="000000"/>
                </a:solidFill>
                <a:latin typeface="+mj-lt"/>
                <a:cs typeface="Tahoma"/>
              </a:rPr>
              <a:t>Related applications and problems are discussed. </a:t>
            </a:r>
          </a:p>
          <a:p>
            <a:pPr marL="368068" indent="-342900" defTabSz="1812066">
              <a:spcBef>
                <a:spcPts val="860"/>
              </a:spcBef>
              <a:buFont typeface="Arial" panose="020B0604020202020204" pitchFamily="34" charset="0"/>
              <a:buChar char="•"/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5B9D715-014E-D508-F395-0693D151CA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438776-3DBB-583A-B897-56E0F7B9D45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143550743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199" y="304800"/>
            <a:ext cx="54103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dirty="0">
                <a:hlinkClick r:id="rId3" tooltip="Share link"/>
              </a:rPr>
              <a:t>https://youtu.be/5Hn8vUE3cBQ</a:t>
            </a: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dirty="0">
                <a:hlinkClick r:id="rId4" tooltip="Share link"/>
              </a:rPr>
              <a:t>https://youtu.be/wblW_M_HVQ8</a:t>
            </a: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dirty="0">
                <a:hlinkClick r:id="rId5" tooltip="Share link"/>
              </a:rPr>
              <a:t>https://youtu.be/0UgID8C9RvE</a:t>
            </a: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IN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hlinkClick r:id="rId6"/>
              </a:rPr>
              <a:t>https://www.tutorialspoint.com/discrete_mathematics/discrete_mathematical_induction.htm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81001"/>
            <a:ext cx="53340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835461178"/>
              </p:ext>
            </p:extLst>
          </p:nvPr>
        </p:nvGraphicFramePr>
        <p:xfrm>
          <a:off x="609600" y="1560813"/>
          <a:ext cx="7848600" cy="45208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8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3069</TotalTime>
  <Words>848</Words>
  <Application>Microsoft Office PowerPoint</Application>
  <PresentationFormat>On-screen Show (4:3)</PresentationFormat>
  <Paragraphs>139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Casper</vt:lpstr>
      <vt:lpstr>Times New 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Introduction to Induction method</vt:lpstr>
      <vt:lpstr>Induction Method</vt:lpstr>
      <vt:lpstr>Induction Method</vt:lpstr>
      <vt:lpstr>Induction Method</vt:lpstr>
      <vt:lpstr>Induction Method</vt:lpstr>
      <vt:lpstr>Learning 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271</cp:revision>
  <dcterms:created xsi:type="dcterms:W3CDTF">2006-08-16T00:00:00Z</dcterms:created>
  <dcterms:modified xsi:type="dcterms:W3CDTF">2026-06-17T06:32:01Z</dcterms:modified>
</cp:coreProperties>
</file>