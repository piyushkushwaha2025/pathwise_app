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2" r:id="rId2"/>
  </p:sldMasterIdLst>
  <p:notesMasterIdLst>
    <p:notesMasterId r:id="rId20"/>
  </p:notesMasterIdLst>
  <p:sldIdLst>
    <p:sldId id="328" r:id="rId3"/>
    <p:sldId id="397" r:id="rId4"/>
    <p:sldId id="391" r:id="rId5"/>
    <p:sldId id="259" r:id="rId6"/>
    <p:sldId id="260" r:id="rId7"/>
    <p:sldId id="399" r:id="rId8"/>
    <p:sldId id="400" r:id="rId9"/>
    <p:sldId id="401" r:id="rId10"/>
    <p:sldId id="402" r:id="rId11"/>
    <p:sldId id="403" r:id="rId12"/>
    <p:sldId id="404" r:id="rId13"/>
    <p:sldId id="270" r:id="rId14"/>
    <p:sldId id="405" r:id="rId15"/>
    <p:sldId id="264" r:id="rId16"/>
    <p:sldId id="265" r:id="rId17"/>
    <p:sldId id="398" r:id="rId18"/>
    <p:sldId id="267" r:id="rId19"/>
  </p:sldIdLst>
  <p:sldSz cx="9144000" cy="6858000" type="screen4x3"/>
  <p:notesSz cx="6858000" cy="9144000"/>
  <p:embeddedFontLst>
    <p:embeddedFont>
      <p:font typeface="Arial Black" panose="020B0A04020102020204" pitchFamily="34" charset="0"/>
      <p:bold r:id="rId21"/>
    </p:embeddedFont>
    <p:embeddedFont>
      <p:font typeface="Cambria" panose="02040503050406030204" pitchFamily="18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imWijdQvAww6p7eNUJu3Yae610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797B51E-67A7-48B0-8163-EF944A2DCF13}">
  <a:tblStyle styleId="{E797B51E-67A7-48B0-8163-EF944A2DCF1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lastCol>
    <a:firstCol>
      <a:tcTxStyle b="on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firstCol>
    <a:lastRow>
      <a:tcTxStyle b="on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DCCB45-BCA2-4A20-9253-B1EC0BCC3B41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817C9F9-206F-4F6D-9684-DFC10DB734AA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tcBdr/>
        <a:fill>
          <a:solidFill>
            <a:srgbClr val="CACA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ACA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E6E6E6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/>
        <a:fill>
          <a:solidFill>
            <a:srgbClr val="E6E6E6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font" Target="fonts/font1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5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4.fntdata"/><Relationship Id="rId32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3.fntdata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2.fntdata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D SARTAJ" userId="0be50391adb133e1" providerId="LiveId" clId="{849D2220-9185-4955-8F14-CE40930C4662}"/>
    <pc:docChg chg="undo custSel addSld delSld modSld">
      <pc:chgData name="MOHD SARTAJ" userId="0be50391adb133e1" providerId="LiveId" clId="{849D2220-9185-4955-8F14-CE40930C4662}" dt="2026-07-08T07:40:32.614" v="1400" actId="255"/>
      <pc:docMkLst>
        <pc:docMk/>
      </pc:docMkLst>
      <pc:sldChg chg="addSp modSp del mod">
        <pc:chgData name="MOHD SARTAJ" userId="0be50391adb133e1" providerId="LiveId" clId="{849D2220-9185-4955-8F14-CE40930C4662}" dt="2026-06-22T08:43:51.056" v="120" actId="47"/>
        <pc:sldMkLst>
          <pc:docMk/>
          <pc:sldMk cId="0" sldId="256"/>
        </pc:sldMkLst>
      </pc:sldChg>
      <pc:sldChg chg="addSp delSp modSp del mod">
        <pc:chgData name="MOHD SARTAJ" userId="0be50391adb133e1" providerId="LiveId" clId="{849D2220-9185-4955-8F14-CE40930C4662}" dt="2026-06-22T08:44:48.522" v="136" actId="47"/>
        <pc:sldMkLst>
          <pc:docMk/>
          <pc:sldMk cId="0" sldId="257"/>
        </pc:sldMkLst>
      </pc:sldChg>
      <pc:sldChg chg="modSp del mod">
        <pc:chgData name="MOHD SARTAJ" userId="0be50391adb133e1" providerId="LiveId" clId="{849D2220-9185-4955-8F14-CE40930C4662}" dt="2026-06-22T08:45:08.593" v="138" actId="47"/>
        <pc:sldMkLst>
          <pc:docMk/>
          <pc:sldMk cId="0" sldId="258"/>
        </pc:sldMkLst>
      </pc:sldChg>
      <pc:sldChg chg="delSp modSp mod">
        <pc:chgData name="MOHD SARTAJ" userId="0be50391adb133e1" providerId="LiveId" clId="{849D2220-9185-4955-8F14-CE40930C4662}" dt="2026-07-08T07:22:58.961" v="800" actId="20577"/>
        <pc:sldMkLst>
          <pc:docMk/>
          <pc:sldMk cId="0" sldId="259"/>
        </pc:sldMkLst>
        <pc:spChg chg="mod">
          <ac:chgData name="MOHD SARTAJ" userId="0be50391adb133e1" providerId="LiveId" clId="{849D2220-9185-4955-8F14-CE40930C4662}" dt="2026-07-01T04:52:27.544" v="597" actId="255"/>
          <ac:spMkLst>
            <pc:docMk/>
            <pc:sldMk cId="0" sldId="259"/>
            <ac:spMk id="190" creationId="{00000000-0000-0000-0000-000000000000}"/>
          </ac:spMkLst>
        </pc:spChg>
        <pc:spChg chg="mod">
          <ac:chgData name="MOHD SARTAJ" userId="0be50391adb133e1" providerId="LiveId" clId="{849D2220-9185-4955-8F14-CE40930C4662}" dt="2026-07-08T07:22:58.961" v="800" actId="20577"/>
          <ac:spMkLst>
            <pc:docMk/>
            <pc:sldMk cId="0" sldId="259"/>
            <ac:spMk id="198" creationId="{00000000-0000-0000-0000-000000000000}"/>
          </ac:spMkLst>
        </pc:spChg>
      </pc:sldChg>
      <pc:sldChg chg="addSp delSp modSp mod">
        <pc:chgData name="MOHD SARTAJ" userId="0be50391adb133e1" providerId="LiveId" clId="{849D2220-9185-4955-8F14-CE40930C4662}" dt="2026-07-08T07:26:18.240" v="1019" actId="20577"/>
        <pc:sldMkLst>
          <pc:docMk/>
          <pc:sldMk cId="0" sldId="260"/>
        </pc:sldMkLst>
        <pc:spChg chg="del">
          <ac:chgData name="MOHD SARTAJ" userId="0be50391adb133e1" providerId="LiveId" clId="{849D2220-9185-4955-8F14-CE40930C4662}" dt="2026-07-08T07:23:38.848" v="818" actId="478"/>
          <ac:spMkLst>
            <pc:docMk/>
            <pc:sldMk cId="0" sldId="260"/>
            <ac:spMk id="3" creationId="{CBA4C4AB-0C4C-4275-179A-2481B83F6A21}"/>
          </ac:spMkLst>
        </pc:spChg>
        <pc:spChg chg="add mod">
          <ac:chgData name="MOHD SARTAJ" userId="0be50391adb133e1" providerId="LiveId" clId="{849D2220-9185-4955-8F14-CE40930C4662}" dt="2026-07-08T07:26:18.240" v="1019" actId="20577"/>
          <ac:spMkLst>
            <pc:docMk/>
            <pc:sldMk cId="0" sldId="260"/>
            <ac:spMk id="4" creationId="{757A9C22-CFD7-BD0C-F3FD-24F5DCE6A4C6}"/>
          </ac:spMkLst>
        </pc:spChg>
        <pc:spChg chg="mod">
          <ac:chgData name="MOHD SARTAJ" userId="0be50391adb133e1" providerId="LiveId" clId="{849D2220-9185-4955-8F14-CE40930C4662}" dt="2026-07-08T07:23:30.802" v="816" actId="20577"/>
          <ac:spMkLst>
            <pc:docMk/>
            <pc:sldMk cId="0" sldId="260"/>
            <ac:spMk id="204" creationId="{00000000-0000-0000-0000-000000000000}"/>
          </ac:spMkLst>
        </pc:spChg>
        <pc:spChg chg="del">
          <ac:chgData name="MOHD SARTAJ" userId="0be50391adb133e1" providerId="LiveId" clId="{849D2220-9185-4955-8F14-CE40930C4662}" dt="2026-07-08T07:23:42.630" v="819" actId="478"/>
          <ac:spMkLst>
            <pc:docMk/>
            <pc:sldMk cId="0" sldId="260"/>
            <ac:spMk id="220" creationId="{00000000-0000-0000-0000-000000000000}"/>
          </ac:spMkLst>
        </pc:spChg>
        <pc:picChg chg="add mod">
          <ac:chgData name="MOHD SARTAJ" userId="0be50391adb133e1" providerId="LiveId" clId="{849D2220-9185-4955-8F14-CE40930C4662}" dt="2026-07-08T07:26:10.959" v="1018" actId="1037"/>
          <ac:picMkLst>
            <pc:docMk/>
            <pc:sldMk cId="0" sldId="260"/>
            <ac:picMk id="5" creationId="{867010AB-3ACE-E3FC-330F-92455BEE9510}"/>
          </ac:picMkLst>
        </pc:picChg>
        <pc:picChg chg="del">
          <ac:chgData name="MOHD SARTAJ" userId="0be50391adb133e1" providerId="LiveId" clId="{849D2220-9185-4955-8F14-CE40930C4662}" dt="2026-07-08T07:23:35.612" v="817" actId="478"/>
          <ac:picMkLst>
            <pc:docMk/>
            <pc:sldMk cId="0" sldId="260"/>
            <ac:picMk id="219" creationId="{00000000-0000-0000-0000-000000000000}"/>
          </ac:picMkLst>
        </pc:picChg>
      </pc:sldChg>
      <pc:sldChg chg="delSp modSp del mod">
        <pc:chgData name="MOHD SARTAJ" userId="0be50391adb133e1" providerId="LiveId" clId="{849D2220-9185-4955-8F14-CE40930C4662}" dt="2026-07-08T07:26:50.070" v="1021" actId="47"/>
        <pc:sldMkLst>
          <pc:docMk/>
          <pc:sldMk cId="0" sldId="261"/>
        </pc:sldMkLst>
        <pc:spChg chg="mod">
          <ac:chgData name="MOHD SARTAJ" userId="0be50391adb133e1" providerId="LiveId" clId="{849D2220-9185-4955-8F14-CE40930C4662}" dt="2026-07-08T07:26:45.830" v="1020" actId="6549"/>
          <ac:spMkLst>
            <pc:docMk/>
            <pc:sldMk cId="0" sldId="261"/>
            <ac:spMk id="227" creationId="{00000000-0000-0000-0000-000000000000}"/>
          </ac:spMkLst>
        </pc:spChg>
      </pc:sldChg>
      <pc:sldChg chg="delSp modSp del mod">
        <pc:chgData name="MOHD SARTAJ" userId="0be50391adb133e1" providerId="LiveId" clId="{849D2220-9185-4955-8F14-CE40930C4662}" dt="2026-07-08T07:26:50.840" v="1022" actId="47"/>
        <pc:sldMkLst>
          <pc:docMk/>
          <pc:sldMk cId="0" sldId="262"/>
        </pc:sldMkLst>
      </pc:sldChg>
      <pc:sldChg chg="delSp modSp del mod">
        <pc:chgData name="MOHD SARTAJ" userId="0be50391adb133e1" providerId="LiveId" clId="{849D2220-9185-4955-8F14-CE40930C4662}" dt="2026-07-01T04:48:44.690" v="478" actId="47"/>
        <pc:sldMkLst>
          <pc:docMk/>
          <pc:sldMk cId="0" sldId="263"/>
        </pc:sldMkLst>
      </pc:sldChg>
      <pc:sldChg chg="delSp modSp mod">
        <pc:chgData name="MOHD SARTAJ" userId="0be50391adb133e1" providerId="LiveId" clId="{849D2220-9185-4955-8F14-CE40930C4662}" dt="2026-07-08T07:39:40.687" v="1395" actId="20577"/>
        <pc:sldMkLst>
          <pc:docMk/>
          <pc:sldMk cId="0" sldId="264"/>
        </pc:sldMkLst>
        <pc:spChg chg="mod">
          <ac:chgData name="MOHD SARTAJ" userId="0be50391adb133e1" providerId="LiveId" clId="{849D2220-9185-4955-8F14-CE40930C4662}" dt="2026-07-01T04:53:24.897" v="611" actId="255"/>
          <ac:spMkLst>
            <pc:docMk/>
            <pc:sldMk cId="0" sldId="264"/>
            <ac:spMk id="280" creationId="{00000000-0000-0000-0000-000000000000}"/>
          </ac:spMkLst>
        </pc:spChg>
        <pc:spChg chg="mod">
          <ac:chgData name="MOHD SARTAJ" userId="0be50391adb133e1" providerId="LiveId" clId="{849D2220-9185-4955-8F14-CE40930C4662}" dt="2026-07-08T07:39:40.687" v="1395" actId="20577"/>
          <ac:spMkLst>
            <pc:docMk/>
            <pc:sldMk cId="0" sldId="264"/>
            <ac:spMk id="283" creationId="{00000000-0000-0000-0000-000000000000}"/>
          </ac:spMkLst>
        </pc:spChg>
      </pc:sldChg>
      <pc:sldChg chg="addSp modSp mod">
        <pc:chgData name="MOHD SARTAJ" userId="0be50391adb133e1" providerId="LiveId" clId="{849D2220-9185-4955-8F14-CE40930C4662}" dt="2026-07-08T07:40:32.614" v="1400" actId="255"/>
        <pc:sldMkLst>
          <pc:docMk/>
          <pc:sldMk cId="0" sldId="265"/>
        </pc:sldMkLst>
        <pc:spChg chg="mod">
          <ac:chgData name="MOHD SARTAJ" userId="0be50391adb133e1" providerId="LiveId" clId="{849D2220-9185-4955-8F14-CE40930C4662}" dt="2026-07-01T04:53:32.565" v="612" actId="255"/>
          <ac:spMkLst>
            <pc:docMk/>
            <pc:sldMk cId="0" sldId="265"/>
            <ac:spMk id="298" creationId="{00000000-0000-0000-0000-000000000000}"/>
          </ac:spMkLst>
        </pc:spChg>
        <pc:spChg chg="mod">
          <ac:chgData name="MOHD SARTAJ" userId="0be50391adb133e1" providerId="LiveId" clId="{849D2220-9185-4955-8F14-CE40930C4662}" dt="2026-07-08T07:40:32.614" v="1400" actId="255"/>
          <ac:spMkLst>
            <pc:docMk/>
            <pc:sldMk cId="0" sldId="265"/>
            <ac:spMk id="300" creationId="{00000000-0000-0000-0000-000000000000}"/>
          </ac:spMkLst>
        </pc:spChg>
        <pc:graphicFrameChg chg="add mod">
          <ac:chgData name="MOHD SARTAJ" userId="0be50391adb133e1" providerId="LiveId" clId="{849D2220-9185-4955-8F14-CE40930C4662}" dt="2026-07-08T07:39:58.983" v="1396"/>
          <ac:graphicFrameMkLst>
            <pc:docMk/>
            <pc:sldMk cId="0" sldId="265"/>
            <ac:graphicFrameMk id="2" creationId="{2134D8EC-56D0-AD9C-D116-8A7D69C74C17}"/>
          </ac:graphicFrameMkLst>
        </pc:graphicFrameChg>
      </pc:sldChg>
      <pc:sldChg chg="delSp modSp del mod">
        <pc:chgData name="MOHD SARTAJ" userId="0be50391adb133e1" providerId="LiveId" clId="{849D2220-9185-4955-8F14-CE40930C4662}" dt="2026-06-22T08:51:25.270" v="386" actId="47"/>
        <pc:sldMkLst>
          <pc:docMk/>
          <pc:sldMk cId="0" sldId="266"/>
        </pc:sldMkLst>
      </pc:sldChg>
      <pc:sldChg chg="addSp modSp mod">
        <pc:chgData name="MOHD SARTAJ" userId="0be50391adb133e1" providerId="LiveId" clId="{849D2220-9185-4955-8F14-CE40930C4662}" dt="2026-07-01T06:57:32.121" v="771" actId="1037"/>
        <pc:sldMkLst>
          <pc:docMk/>
          <pc:sldMk cId="0" sldId="267"/>
        </pc:sldMkLst>
        <pc:spChg chg="mod">
          <ac:chgData name="MOHD SARTAJ" userId="0be50391adb133e1" providerId="LiveId" clId="{849D2220-9185-4955-8F14-CE40930C4662}" dt="2026-06-22T08:52:03.101" v="390" actId="207"/>
          <ac:spMkLst>
            <pc:docMk/>
            <pc:sldMk cId="0" sldId="267"/>
            <ac:spMk id="313" creationId="{00000000-0000-0000-0000-000000000000}"/>
          </ac:spMkLst>
        </pc:spChg>
        <pc:picChg chg="add mod">
          <ac:chgData name="MOHD SARTAJ" userId="0be50391adb133e1" providerId="LiveId" clId="{849D2220-9185-4955-8F14-CE40930C4662}" dt="2026-07-01T06:57:32.121" v="771" actId="1037"/>
          <ac:picMkLst>
            <pc:docMk/>
            <pc:sldMk cId="0" sldId="267"/>
            <ac:picMk id="2" creationId="{EF12274F-8CA5-4CF7-1919-5D9EF0FEFA71}"/>
          </ac:picMkLst>
        </pc:picChg>
      </pc:sldChg>
      <pc:sldChg chg="modSp del mod">
        <pc:chgData name="MOHD SARTAJ" userId="0be50391adb133e1" providerId="LiveId" clId="{849D2220-9185-4955-8F14-CE40930C4662}" dt="2026-07-08T07:26:51.583" v="1023" actId="47"/>
        <pc:sldMkLst>
          <pc:docMk/>
          <pc:sldMk cId="3128174871" sldId="268"/>
        </pc:sldMkLst>
      </pc:sldChg>
      <pc:sldChg chg="modSp del mod">
        <pc:chgData name="MOHD SARTAJ" userId="0be50391adb133e1" providerId="LiveId" clId="{849D2220-9185-4955-8F14-CE40930C4662}" dt="2026-07-01T04:47:54.060" v="477" actId="47"/>
        <pc:sldMkLst>
          <pc:docMk/>
          <pc:sldMk cId="1473610980" sldId="269"/>
        </pc:sldMkLst>
      </pc:sldChg>
      <pc:sldChg chg="modSp mod">
        <pc:chgData name="MOHD SARTAJ" userId="0be50391adb133e1" providerId="LiveId" clId="{849D2220-9185-4955-8F14-CE40930C4662}" dt="2026-07-08T07:30:54.322" v="1145" actId="1036"/>
        <pc:sldMkLst>
          <pc:docMk/>
          <pc:sldMk cId="3037065987" sldId="270"/>
        </pc:sldMkLst>
        <pc:spChg chg="mod">
          <ac:chgData name="MOHD SARTAJ" userId="0be50391adb133e1" providerId="LiveId" clId="{849D2220-9185-4955-8F14-CE40930C4662}" dt="2026-07-08T07:30:54.322" v="1145" actId="1036"/>
          <ac:spMkLst>
            <pc:docMk/>
            <pc:sldMk cId="3037065987" sldId="270"/>
            <ac:spMk id="3" creationId="{B2827547-09A0-F6A0-F8B5-8E5E280A9157}"/>
          </ac:spMkLst>
        </pc:spChg>
        <pc:spChg chg="mod">
          <ac:chgData name="MOHD SARTAJ" userId="0be50391adb133e1" providerId="LiveId" clId="{849D2220-9185-4955-8F14-CE40930C4662}" dt="2026-07-01T04:53:17.464" v="610" actId="255"/>
          <ac:spMkLst>
            <pc:docMk/>
            <pc:sldMk cId="3037065987" sldId="270"/>
            <ac:spMk id="261" creationId="{7C4AB5FE-6FED-F373-32CF-3439840E061D}"/>
          </ac:spMkLst>
        </pc:spChg>
      </pc:sldChg>
      <pc:sldChg chg="modSp add mod">
        <pc:chgData name="MOHD SARTAJ" userId="0be50391adb133e1" providerId="LiveId" clId="{849D2220-9185-4955-8F14-CE40930C4662}" dt="2026-07-08T07:22:33.512" v="775" actId="20577"/>
        <pc:sldMkLst>
          <pc:docMk/>
          <pc:sldMk cId="138525569" sldId="328"/>
        </pc:sldMkLst>
        <pc:spChg chg="mod">
          <ac:chgData name="MOHD SARTAJ" userId="0be50391adb133e1" providerId="LiveId" clId="{849D2220-9185-4955-8F14-CE40930C4662}" dt="2026-07-08T07:22:33.512" v="775" actId="20577"/>
          <ac:spMkLst>
            <pc:docMk/>
            <pc:sldMk cId="138525569" sldId="328"/>
            <ac:spMk id="26" creationId="{00000000-0000-0000-0000-000000000000}"/>
          </ac:spMkLst>
        </pc:spChg>
      </pc:sldChg>
      <pc:sldChg chg="modSp add mod">
        <pc:chgData name="MOHD SARTAJ" userId="0be50391adb133e1" providerId="LiveId" clId="{849D2220-9185-4955-8F14-CE40930C4662}" dt="2026-07-01T04:52:04.651" v="590" actId="2711"/>
        <pc:sldMkLst>
          <pc:docMk/>
          <pc:sldMk cId="3429158645" sldId="391"/>
        </pc:sldMkLst>
        <pc:spChg chg="mod">
          <ac:chgData name="MOHD SARTAJ" userId="0be50391adb133e1" providerId="LiveId" clId="{849D2220-9185-4955-8F14-CE40930C4662}" dt="2026-07-01T04:52:04.651" v="590" actId="2711"/>
          <ac:spMkLst>
            <pc:docMk/>
            <pc:sldMk cId="3429158645" sldId="391"/>
            <ac:spMk id="5" creationId="{7AA2250C-970C-8B81-CD6B-892C1690A55D}"/>
          </ac:spMkLst>
        </pc:spChg>
        <pc:picChg chg="mod">
          <ac:chgData name="MOHD SARTAJ" userId="0be50391adb133e1" providerId="LiveId" clId="{849D2220-9185-4955-8F14-CE40930C4662}" dt="2026-06-30T10:38:48.815" v="409" actId="1037"/>
          <ac:picMkLst>
            <pc:docMk/>
            <pc:sldMk cId="3429158645" sldId="391"/>
            <ac:picMk id="3" creationId="{E7136AD0-68B4-9895-2CB4-1669BB7A58D6}"/>
          </ac:picMkLst>
        </pc:picChg>
      </pc:sldChg>
      <pc:sldChg chg="modSp add mod">
        <pc:chgData name="MOHD SARTAJ" userId="0be50391adb133e1" providerId="LiveId" clId="{849D2220-9185-4955-8F14-CE40930C4662}" dt="2026-07-01T04:51:53.940" v="588" actId="2711"/>
        <pc:sldMkLst>
          <pc:docMk/>
          <pc:sldMk cId="0" sldId="397"/>
        </pc:sldMkLst>
        <pc:spChg chg="mod">
          <ac:chgData name="MOHD SARTAJ" userId="0be50391adb133e1" providerId="LiveId" clId="{849D2220-9185-4955-8F14-CE40930C4662}" dt="2026-07-01T04:51:53.940" v="588" actId="2711"/>
          <ac:spMkLst>
            <pc:docMk/>
            <pc:sldMk cId="0" sldId="397"/>
            <ac:spMk id="175" creationId="{00000000-0000-0000-0000-000000000000}"/>
          </ac:spMkLst>
        </pc:spChg>
        <pc:picChg chg="mod">
          <ac:chgData name="MOHD SARTAJ" userId="0be50391adb133e1" providerId="LiveId" clId="{849D2220-9185-4955-8F14-CE40930C4662}" dt="2026-06-30T10:38:36.612" v="397" actId="1038"/>
          <ac:picMkLst>
            <pc:docMk/>
            <pc:sldMk cId="0" sldId="397"/>
            <ac:picMk id="4" creationId="{240CDDA6-98BC-7AF9-E703-0C24F6935072}"/>
          </ac:picMkLst>
        </pc:picChg>
      </pc:sldChg>
      <pc:sldChg chg="modSp add mod">
        <pc:chgData name="MOHD SARTAJ" userId="0be50391adb133e1" providerId="LiveId" clId="{849D2220-9185-4955-8F14-CE40930C4662}" dt="2026-07-01T04:53:44.331" v="614" actId="2711"/>
        <pc:sldMkLst>
          <pc:docMk/>
          <pc:sldMk cId="0" sldId="398"/>
        </pc:sldMkLst>
        <pc:spChg chg="mod">
          <ac:chgData name="MOHD SARTAJ" userId="0be50391adb133e1" providerId="LiveId" clId="{849D2220-9185-4955-8F14-CE40930C4662}" dt="2026-07-01T04:53:44.331" v="614" actId="2711"/>
          <ac:spMkLst>
            <pc:docMk/>
            <pc:sldMk cId="0" sldId="398"/>
            <ac:spMk id="306" creationId="{00000000-0000-0000-0000-000000000000}"/>
          </ac:spMkLst>
        </pc:spChg>
        <pc:graphicFrameChg chg="mod modGraphic">
          <ac:chgData name="MOHD SARTAJ" userId="0be50391adb133e1" providerId="LiveId" clId="{849D2220-9185-4955-8F14-CE40930C4662}" dt="2026-06-22T08:51:49.521" v="389" actId="14734"/>
          <ac:graphicFrameMkLst>
            <pc:docMk/>
            <pc:sldMk cId="0" sldId="398"/>
            <ac:graphicFrameMk id="307" creationId="{00000000-0000-0000-0000-000000000000}"/>
          </ac:graphicFrameMkLst>
        </pc:graphicFrameChg>
      </pc:sldChg>
      <pc:sldChg chg="delSp modSp add mod">
        <pc:chgData name="MOHD SARTAJ" userId="0be50391adb133e1" providerId="LiveId" clId="{849D2220-9185-4955-8F14-CE40930C4662}" dt="2026-07-08T07:27:41.823" v="1038" actId="14100"/>
        <pc:sldMkLst>
          <pc:docMk/>
          <pc:sldMk cId="4176827358" sldId="399"/>
        </pc:sldMkLst>
        <pc:spChg chg="mod">
          <ac:chgData name="MOHD SARTAJ" userId="0be50391adb133e1" providerId="LiveId" clId="{849D2220-9185-4955-8F14-CE40930C4662}" dt="2026-07-08T07:27:41.823" v="1038" actId="14100"/>
          <ac:spMkLst>
            <pc:docMk/>
            <pc:sldMk cId="4176827358" sldId="399"/>
            <ac:spMk id="4" creationId="{8E1056C8-7379-D416-C342-941022C3A0C2}"/>
          </ac:spMkLst>
        </pc:spChg>
        <pc:picChg chg="del">
          <ac:chgData name="MOHD SARTAJ" userId="0be50391adb133e1" providerId="LiveId" clId="{849D2220-9185-4955-8F14-CE40930C4662}" dt="2026-07-08T07:26:59.999" v="1025" actId="478"/>
          <ac:picMkLst>
            <pc:docMk/>
            <pc:sldMk cId="4176827358" sldId="399"/>
            <ac:picMk id="5" creationId="{16DD6608-1598-B0D2-66AE-BA3B677FF9D4}"/>
          </ac:picMkLst>
        </pc:picChg>
      </pc:sldChg>
      <pc:sldChg chg="modSp add mod">
        <pc:chgData name="MOHD SARTAJ" userId="0be50391adb133e1" providerId="LiveId" clId="{849D2220-9185-4955-8F14-CE40930C4662}" dt="2026-07-08T07:28:59.156" v="1054" actId="123"/>
        <pc:sldMkLst>
          <pc:docMk/>
          <pc:sldMk cId="2049540307" sldId="400"/>
        </pc:sldMkLst>
        <pc:spChg chg="mod">
          <ac:chgData name="MOHD SARTAJ" userId="0be50391adb133e1" providerId="LiveId" clId="{849D2220-9185-4955-8F14-CE40930C4662}" dt="2026-07-08T07:28:59.156" v="1054" actId="123"/>
          <ac:spMkLst>
            <pc:docMk/>
            <pc:sldMk cId="2049540307" sldId="400"/>
            <ac:spMk id="4" creationId="{B3E0B15F-7A6E-D7A2-ADA6-192F5E93FFF9}"/>
          </ac:spMkLst>
        </pc:spChg>
      </pc:sldChg>
      <pc:sldChg chg="modSp add mod">
        <pc:chgData name="MOHD SARTAJ" userId="0be50391adb133e1" providerId="LiveId" clId="{849D2220-9185-4955-8F14-CE40930C4662}" dt="2026-07-08T07:33:41.938" v="1207" actId="1036"/>
        <pc:sldMkLst>
          <pc:docMk/>
          <pc:sldMk cId="1832979428" sldId="401"/>
        </pc:sldMkLst>
        <pc:spChg chg="mod">
          <ac:chgData name="MOHD SARTAJ" userId="0be50391adb133e1" providerId="LiveId" clId="{849D2220-9185-4955-8F14-CE40930C4662}" dt="2026-07-08T07:33:41.938" v="1207" actId="1036"/>
          <ac:spMkLst>
            <pc:docMk/>
            <pc:sldMk cId="1832979428" sldId="401"/>
            <ac:spMk id="4" creationId="{479B4803-C877-8B0D-B2AB-2A2D8765D3A3}"/>
          </ac:spMkLst>
        </pc:spChg>
        <pc:spChg chg="mod">
          <ac:chgData name="MOHD SARTAJ" userId="0be50391adb133e1" providerId="LiveId" clId="{849D2220-9185-4955-8F14-CE40930C4662}" dt="2026-07-08T07:33:36.767" v="1201" actId="20577"/>
          <ac:spMkLst>
            <pc:docMk/>
            <pc:sldMk cId="1832979428" sldId="401"/>
            <ac:spMk id="204" creationId="{C72136CC-964B-BB34-2FCC-7ED9121543E9}"/>
          </ac:spMkLst>
        </pc:spChg>
      </pc:sldChg>
      <pc:sldChg chg="modSp add mod">
        <pc:chgData name="MOHD SARTAJ" userId="0be50391adb133e1" providerId="LiveId" clId="{849D2220-9185-4955-8F14-CE40930C4662}" dt="2026-07-08T07:34:52.748" v="1241" actId="20577"/>
        <pc:sldMkLst>
          <pc:docMk/>
          <pc:sldMk cId="3549991003" sldId="402"/>
        </pc:sldMkLst>
        <pc:spChg chg="mod">
          <ac:chgData name="MOHD SARTAJ" userId="0be50391adb133e1" providerId="LiveId" clId="{849D2220-9185-4955-8F14-CE40930C4662}" dt="2026-07-08T07:34:41.273" v="1221" actId="20577"/>
          <ac:spMkLst>
            <pc:docMk/>
            <pc:sldMk cId="3549991003" sldId="402"/>
            <ac:spMk id="4" creationId="{51889157-F12E-F1A4-5AFB-2ABE07F5E38A}"/>
          </ac:spMkLst>
        </pc:spChg>
        <pc:spChg chg="mod">
          <ac:chgData name="MOHD SARTAJ" userId="0be50391adb133e1" providerId="LiveId" clId="{849D2220-9185-4955-8F14-CE40930C4662}" dt="2026-07-08T07:34:52.748" v="1241" actId="20577"/>
          <ac:spMkLst>
            <pc:docMk/>
            <pc:sldMk cId="3549991003" sldId="402"/>
            <ac:spMk id="204" creationId="{CA3D06BD-2590-603E-F8D7-934CED43C9CD}"/>
          </ac:spMkLst>
        </pc:spChg>
      </pc:sldChg>
      <pc:sldChg chg="modSp add mod">
        <pc:chgData name="MOHD SARTAJ" userId="0be50391adb133e1" providerId="LiveId" clId="{849D2220-9185-4955-8F14-CE40930C4662}" dt="2026-07-08T07:36:08.925" v="1271" actId="20577"/>
        <pc:sldMkLst>
          <pc:docMk/>
          <pc:sldMk cId="666128571" sldId="403"/>
        </pc:sldMkLst>
        <pc:spChg chg="mod">
          <ac:chgData name="MOHD SARTAJ" userId="0be50391adb133e1" providerId="LiveId" clId="{849D2220-9185-4955-8F14-CE40930C4662}" dt="2026-07-08T07:35:56.595" v="1264" actId="20577"/>
          <ac:spMkLst>
            <pc:docMk/>
            <pc:sldMk cId="666128571" sldId="403"/>
            <ac:spMk id="4" creationId="{077C1AE6-732E-B18B-47ED-F113CFBC008F}"/>
          </ac:spMkLst>
        </pc:spChg>
        <pc:spChg chg="mod">
          <ac:chgData name="MOHD SARTAJ" userId="0be50391adb133e1" providerId="LiveId" clId="{849D2220-9185-4955-8F14-CE40930C4662}" dt="2026-07-08T07:36:08.925" v="1271" actId="20577"/>
          <ac:spMkLst>
            <pc:docMk/>
            <pc:sldMk cId="666128571" sldId="403"/>
            <ac:spMk id="204" creationId="{53CEE3DE-7FC2-84C4-B5BA-BAD74E4B5500}"/>
          </ac:spMkLst>
        </pc:spChg>
      </pc:sldChg>
      <pc:sldChg chg="modSp add mod">
        <pc:chgData name="MOHD SARTAJ" userId="0be50391adb133e1" providerId="LiveId" clId="{849D2220-9185-4955-8F14-CE40930C4662}" dt="2026-07-08T07:37:16.898" v="1295" actId="20577"/>
        <pc:sldMkLst>
          <pc:docMk/>
          <pc:sldMk cId="3184155701" sldId="404"/>
        </pc:sldMkLst>
        <pc:spChg chg="mod">
          <ac:chgData name="MOHD SARTAJ" userId="0be50391adb133e1" providerId="LiveId" clId="{849D2220-9185-4955-8F14-CE40930C4662}" dt="2026-07-08T07:37:16.898" v="1295" actId="20577"/>
          <ac:spMkLst>
            <pc:docMk/>
            <pc:sldMk cId="3184155701" sldId="404"/>
            <ac:spMk id="4" creationId="{61D2ACDC-284C-0EF5-E6CA-448FB1C8CCC2}"/>
          </ac:spMkLst>
        </pc:spChg>
        <pc:spChg chg="mod">
          <ac:chgData name="MOHD SARTAJ" userId="0be50391adb133e1" providerId="LiveId" clId="{849D2220-9185-4955-8F14-CE40930C4662}" dt="2026-07-08T07:36:58.752" v="1286" actId="20577"/>
          <ac:spMkLst>
            <pc:docMk/>
            <pc:sldMk cId="3184155701" sldId="404"/>
            <ac:spMk id="204" creationId="{E76BF180-D19D-601A-E974-D070EF83B05E}"/>
          </ac:spMkLst>
        </pc:spChg>
      </pc:sldChg>
      <pc:sldChg chg="addSp delSp modSp add mod">
        <pc:chgData name="MOHD SARTAJ" userId="0be50391adb133e1" providerId="LiveId" clId="{849D2220-9185-4955-8F14-CE40930C4662}" dt="2026-07-08T07:38:45.716" v="1337" actId="14100"/>
        <pc:sldMkLst>
          <pc:docMk/>
          <pc:sldMk cId="128946749" sldId="405"/>
        </pc:sldMkLst>
        <pc:spChg chg="del">
          <ac:chgData name="MOHD SARTAJ" userId="0be50391adb133e1" providerId="LiveId" clId="{849D2220-9185-4955-8F14-CE40930C4662}" dt="2026-07-08T07:38:06.801" v="1300" actId="478"/>
          <ac:spMkLst>
            <pc:docMk/>
            <pc:sldMk cId="128946749" sldId="405"/>
            <ac:spMk id="3" creationId="{1B272D84-9D16-2861-838A-FF60E8E32569}"/>
          </ac:spMkLst>
        </pc:spChg>
        <pc:spChg chg="mod">
          <ac:chgData name="MOHD SARTAJ" userId="0be50391adb133e1" providerId="LiveId" clId="{849D2220-9185-4955-8F14-CE40930C4662}" dt="2026-07-08T07:37:39.306" v="1298" actId="20577"/>
          <ac:spMkLst>
            <pc:docMk/>
            <pc:sldMk cId="128946749" sldId="405"/>
            <ac:spMk id="261" creationId="{F4627CD8-9D76-C8D6-8814-CEAC96BB414B}"/>
          </ac:spMkLst>
        </pc:spChg>
        <pc:picChg chg="add mod">
          <ac:chgData name="MOHD SARTAJ" userId="0be50391adb133e1" providerId="LiveId" clId="{849D2220-9185-4955-8F14-CE40930C4662}" dt="2026-07-08T07:38:45.716" v="1337" actId="14100"/>
          <ac:picMkLst>
            <pc:docMk/>
            <pc:sldMk cId="128946749" sldId="405"/>
            <ac:picMk id="2" creationId="{18A832C6-4953-B39F-67C8-2042F10C9BD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93D2BF10-A697-6546-0818-43C4F713E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:notes">
            <a:extLst>
              <a:ext uri="{FF2B5EF4-FFF2-40B4-BE49-F238E27FC236}">
                <a16:creationId xmlns:a16="http://schemas.microsoft.com/office/drawing/2014/main" id="{419BF950-B362-315D-4E56-C88A1189E6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5:notes">
            <a:extLst>
              <a:ext uri="{FF2B5EF4-FFF2-40B4-BE49-F238E27FC236}">
                <a16:creationId xmlns:a16="http://schemas.microsoft.com/office/drawing/2014/main" id="{13DF7C3D-9108-AB20-03BC-43FBF9ADBF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470567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05D9BE19-88D7-089B-7BD2-D2987DA05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:notes">
            <a:extLst>
              <a:ext uri="{FF2B5EF4-FFF2-40B4-BE49-F238E27FC236}">
                <a16:creationId xmlns:a16="http://schemas.microsoft.com/office/drawing/2014/main" id="{3D4173AC-99B9-9487-C4CF-12CCD6569A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5:notes">
            <a:extLst>
              <a:ext uri="{FF2B5EF4-FFF2-40B4-BE49-F238E27FC236}">
                <a16:creationId xmlns:a16="http://schemas.microsoft.com/office/drawing/2014/main" id="{E04AEACB-7EF0-08D9-896E-BF9EBE53EC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531806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B9518935-C3D9-7246-9316-A72125984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:notes">
            <a:extLst>
              <a:ext uri="{FF2B5EF4-FFF2-40B4-BE49-F238E27FC236}">
                <a16:creationId xmlns:a16="http://schemas.microsoft.com/office/drawing/2014/main" id="{24B27DA4-9B89-2F4E-4295-5CCA179F4A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5:notes">
            <a:extLst>
              <a:ext uri="{FF2B5EF4-FFF2-40B4-BE49-F238E27FC236}">
                <a16:creationId xmlns:a16="http://schemas.microsoft.com/office/drawing/2014/main" id="{6A4308E7-F441-55FB-820F-C58A398829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627438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41E80280-1799-AA36-B177-7BD6FC588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:notes">
            <a:extLst>
              <a:ext uri="{FF2B5EF4-FFF2-40B4-BE49-F238E27FC236}">
                <a16:creationId xmlns:a16="http://schemas.microsoft.com/office/drawing/2014/main" id="{D3DB699A-BB45-334F-CE92-00F9A393DE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5:notes">
            <a:extLst>
              <a:ext uri="{FF2B5EF4-FFF2-40B4-BE49-F238E27FC236}">
                <a16:creationId xmlns:a16="http://schemas.microsoft.com/office/drawing/2014/main" id="{61CA7E9D-C1C2-BA03-4DC8-7937D39997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893438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4AD3032E-4B4B-79EC-4380-007B36709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:notes">
            <a:extLst>
              <a:ext uri="{FF2B5EF4-FFF2-40B4-BE49-F238E27FC236}">
                <a16:creationId xmlns:a16="http://schemas.microsoft.com/office/drawing/2014/main" id="{F1D1A67F-AB7C-1510-09BC-8E307F9419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5:notes">
            <a:extLst>
              <a:ext uri="{FF2B5EF4-FFF2-40B4-BE49-F238E27FC236}">
                <a16:creationId xmlns:a16="http://schemas.microsoft.com/office/drawing/2014/main" id="{77A22BFF-7DAC-B380-7E9E-790C614309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526037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F0185667-D3CA-359A-F979-CD2F95D56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:notes">
            <a:extLst>
              <a:ext uri="{FF2B5EF4-FFF2-40B4-BE49-F238E27FC236}">
                <a16:creationId xmlns:a16="http://schemas.microsoft.com/office/drawing/2014/main" id="{46DB4985-D43A-8FCE-66CB-7F07375A89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5:notes">
            <a:extLst>
              <a:ext uri="{FF2B5EF4-FFF2-40B4-BE49-F238E27FC236}">
                <a16:creationId xmlns:a16="http://schemas.microsoft.com/office/drawing/2014/main" id="{9A80E0F9-6328-08E8-3F17-EEDEE43050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377659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>
          <a:extLst>
            <a:ext uri="{FF2B5EF4-FFF2-40B4-BE49-F238E27FC236}">
              <a16:creationId xmlns:a16="http://schemas.microsoft.com/office/drawing/2014/main" id="{CC9A24DA-EA83-9569-2E2A-4B885D847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>
            <a:extLst>
              <a:ext uri="{FF2B5EF4-FFF2-40B4-BE49-F238E27FC236}">
                <a16:creationId xmlns:a16="http://schemas.microsoft.com/office/drawing/2014/main" id="{63A694AD-C000-C0FD-1EE2-03A80ECC94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8:notes">
            <a:extLst>
              <a:ext uri="{FF2B5EF4-FFF2-40B4-BE49-F238E27FC236}">
                <a16:creationId xmlns:a16="http://schemas.microsoft.com/office/drawing/2014/main" id="{7F890C41-1AD3-44F3-DA1D-D750372018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478196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>
          <a:extLst>
            <a:ext uri="{FF2B5EF4-FFF2-40B4-BE49-F238E27FC236}">
              <a16:creationId xmlns:a16="http://schemas.microsoft.com/office/drawing/2014/main" id="{0BC0498E-6F7B-79F2-24A3-2E615E7B1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>
            <a:extLst>
              <a:ext uri="{FF2B5EF4-FFF2-40B4-BE49-F238E27FC236}">
                <a16:creationId xmlns:a16="http://schemas.microsoft.com/office/drawing/2014/main" id="{67A9752B-1813-55B5-AFDC-746D997F85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8:notes">
            <a:extLst>
              <a:ext uri="{FF2B5EF4-FFF2-40B4-BE49-F238E27FC236}">
                <a16:creationId xmlns:a16="http://schemas.microsoft.com/office/drawing/2014/main" id="{2AB20AFF-75BC-AA6B-967E-7076DA0FD8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221475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 type="titleOnly">
  <p:cSld name="TITLE_ONL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4"/>
          <p:cNvSpPr txBox="1">
            <a:spLocks noGrp="1"/>
          </p:cNvSpPr>
          <p:nvPr>
            <p:ph type="title"/>
          </p:nvPr>
        </p:nvSpPr>
        <p:spPr>
          <a:xfrm>
            <a:off x="855663" y="762000"/>
            <a:ext cx="8288337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" name="Google Shape;17;p1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>
            <a:spLocks noGrp="1"/>
          </p:cNvSpPr>
          <p:nvPr>
            <p:ph type="ctrTitle"/>
          </p:nvPr>
        </p:nvSpPr>
        <p:spPr>
          <a:xfrm>
            <a:off x="1143000" y="3429000"/>
            <a:ext cx="7772400" cy="1066799"/>
          </a:xfrm>
          <a:prstGeom prst="rect">
            <a:avLst/>
          </a:prstGeom>
          <a:solidFill>
            <a:schemeClr val="lt1"/>
          </a:solidFill>
          <a:ln w="19050" cap="sq" cmpd="thinThick">
            <a:solidFill>
              <a:schemeClr val="dk1"/>
            </a:solidFill>
            <a:prstDash val="solid"/>
            <a:bevel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16"/>
          <p:cNvSpPr txBox="1"/>
          <p:nvPr/>
        </p:nvSpPr>
        <p:spPr>
          <a:xfrm>
            <a:off x="2804328" y="87868"/>
            <a:ext cx="63396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>
            <a:spLocks noGrp="1"/>
          </p:cNvSpPr>
          <p:nvPr>
            <p:ph type="title"/>
          </p:nvPr>
        </p:nvSpPr>
        <p:spPr>
          <a:xfrm>
            <a:off x="990600" y="1066800"/>
            <a:ext cx="7924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None/>
              <a:defRPr sz="2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9" name="Google Shape;29;p17"/>
          <p:cNvSpPr txBox="1">
            <a:spLocks noGrp="1"/>
          </p:cNvSpPr>
          <p:nvPr>
            <p:ph type="body" idx="1"/>
          </p:nvPr>
        </p:nvSpPr>
        <p:spPr>
          <a:xfrm>
            <a:off x="914400" y="1752600"/>
            <a:ext cx="80010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17"/>
          <p:cNvSpPr txBox="1"/>
          <p:nvPr/>
        </p:nvSpPr>
        <p:spPr>
          <a:xfrm>
            <a:off x="2804329" y="0"/>
            <a:ext cx="63396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8"/>
          <p:cNvSpPr txBox="1">
            <a:spLocks noGrp="1"/>
          </p:cNvSpPr>
          <p:nvPr>
            <p:ph type="body" idx="1"/>
          </p:nvPr>
        </p:nvSpPr>
        <p:spPr>
          <a:xfrm>
            <a:off x="762000" y="14478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83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" name="Google Shape;33;p18"/>
          <p:cNvSpPr txBox="1">
            <a:spLocks noGrp="1"/>
          </p:cNvSpPr>
          <p:nvPr>
            <p:ph type="body" idx="2"/>
          </p:nvPr>
        </p:nvSpPr>
        <p:spPr>
          <a:xfrm>
            <a:off x="1066800" y="609600"/>
            <a:ext cx="7924800" cy="68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 rtl="0">
              <a:spcBef>
                <a:spcPts val="64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18"/>
          <p:cNvSpPr txBox="1"/>
          <p:nvPr/>
        </p:nvSpPr>
        <p:spPr>
          <a:xfrm>
            <a:off x="2804329" y="87868"/>
            <a:ext cx="61872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and Communication Engineering (CCE)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" name="Google Shape;39;p19"/>
          <p:cNvSpPr>
            <a:spLocks noGrp="1"/>
          </p:cNvSpPr>
          <p:nvPr>
            <p:ph type="pic" idx="2"/>
          </p:nvPr>
        </p:nvSpPr>
        <p:spPr>
          <a:xfrm>
            <a:off x="2895600" y="1371600"/>
            <a:ext cx="6019800" cy="4724400"/>
          </a:xfrm>
          <a:prstGeom prst="rect">
            <a:avLst/>
          </a:prstGeom>
          <a:noFill/>
          <a:ln>
            <a:noFill/>
          </a:ln>
        </p:spPr>
      </p:sp>
      <p:sp>
        <p:nvSpPr>
          <p:cNvPr id="40" name="Google Shape;40;p19"/>
          <p:cNvSpPr txBox="1">
            <a:spLocks noGrp="1"/>
          </p:cNvSpPr>
          <p:nvPr>
            <p:ph type="body" idx="1"/>
          </p:nvPr>
        </p:nvSpPr>
        <p:spPr>
          <a:xfrm>
            <a:off x="228600" y="1371600"/>
            <a:ext cx="25908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19"/>
          <p:cNvSpPr txBox="1"/>
          <p:nvPr/>
        </p:nvSpPr>
        <p:spPr>
          <a:xfrm>
            <a:off x="2804328" y="87868"/>
            <a:ext cx="63396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0"/>
          <p:cNvSpPr txBox="1">
            <a:spLocks noGrp="1"/>
          </p:cNvSpPr>
          <p:nvPr>
            <p:ph type="body" idx="1"/>
          </p:nvPr>
        </p:nvSpPr>
        <p:spPr>
          <a:xfrm>
            <a:off x="609600" y="1524000"/>
            <a:ext cx="83058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body" idx="2"/>
          </p:nvPr>
        </p:nvSpPr>
        <p:spPr>
          <a:xfrm>
            <a:off x="1066800" y="533400"/>
            <a:ext cx="7848600" cy="68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20"/>
          <p:cNvSpPr txBox="1"/>
          <p:nvPr/>
        </p:nvSpPr>
        <p:spPr>
          <a:xfrm>
            <a:off x="3009795" y="0"/>
            <a:ext cx="6058005" cy="353943"/>
          </a:xfrm>
          <a:prstGeom prst="rect">
            <a:avLst/>
          </a:prstGeom>
          <a:solidFill>
            <a:srgbClr val="63242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Department of Computer and Communicationq Engineering (CCE)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" name="Google Shape;50;p21"/>
          <p:cNvSpPr txBox="1"/>
          <p:nvPr/>
        </p:nvSpPr>
        <p:spPr>
          <a:xfrm>
            <a:off x="2804328" y="87868"/>
            <a:ext cx="63396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2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3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0" name="Google Shape;60;p23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23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23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4"/>
          <p:cNvSpPr txBox="1">
            <a:spLocks noGrp="1"/>
          </p:cNvSpPr>
          <p:nvPr>
            <p:ph type="title"/>
          </p:nvPr>
        </p:nvSpPr>
        <p:spPr>
          <a:xfrm>
            <a:off x="304800" y="1371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body" idx="1"/>
          </p:nvPr>
        </p:nvSpPr>
        <p:spPr>
          <a:xfrm rot="5400000">
            <a:off x="2286000" y="228600"/>
            <a:ext cx="42672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5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 and Clip Art" type="txAndClipArt">
  <p:cSld name="TEXT_AND_CLIPAR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6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body" idx="1"/>
          </p:nvPr>
        </p:nvSpPr>
        <p:spPr>
          <a:xfrm>
            <a:off x="685800" y="1524000"/>
            <a:ext cx="38862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26"/>
          <p:cNvSpPr>
            <a:spLocks noGrp="1"/>
          </p:cNvSpPr>
          <p:nvPr>
            <p:ph type="clipArt" idx="2"/>
          </p:nvPr>
        </p:nvSpPr>
        <p:spPr>
          <a:xfrm>
            <a:off x="4724400" y="1524000"/>
            <a:ext cx="3886200" cy="4648200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26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2362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26"/>
          <p:cNvSpPr txBox="1">
            <a:spLocks noGrp="1"/>
          </p:cNvSpPr>
          <p:nvPr>
            <p:ph type="ftr" idx="11"/>
          </p:nvPr>
        </p:nvSpPr>
        <p:spPr>
          <a:xfrm>
            <a:off x="2743200" y="65532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26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3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3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1" name="Google Shape;111;p3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2" name="Google Shape;112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3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8" name="Google Shape;118;p3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19" name="Google Shape;119;p3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0" name="Google Shape;120;p3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21" name="Google Shape;121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3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5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35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6" name="Google Shape;136;p35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37" name="Google Shape;137;p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36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36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44" name="Google Shape;144;p3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3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3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37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3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3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8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38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3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3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3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hyperlink" Target="http://www.google.co.in/url?sa=i&amp;rct=j&amp;q=&amp;esrc=s&amp;source=images&amp;cd=&amp;cad=rja&amp;docid=Yol378O-s-lkMM&amp;tbnid=OLCbrS9PtZY4xM:&amp;ved=0CAUQjRw&amp;url=http://www.vidyavision.com/universities.asp?page=2&amp;ei=AFmwUobeKoL-iAf-44CwBQ&amp;psig=AFQjCNGRiFfOFz-wmZM6WF05bau8z5zqnw&amp;ust=1387374581297603" TargetMode="Externa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1" name="Google Shape;11;p13"/>
          <p:cNvCxnSpPr/>
          <p:nvPr/>
        </p:nvCxnSpPr>
        <p:spPr>
          <a:xfrm>
            <a:off x="0" y="6400800"/>
            <a:ext cx="9144000" cy="0"/>
          </a:xfrm>
          <a:prstGeom prst="straightConnector1">
            <a:avLst/>
          </a:prstGeom>
          <a:noFill/>
          <a:ln w="88900" cap="flat" cmpd="thickThin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2" name="Google Shape;12;p13" descr="https://encrypted-tbn3.gstatic.com/images?q=tbn:ANd9GcTyg3Gq4WoxkxO75aZWNEjYFvavmMfWdiMvs57jpDF8YRR3yCybqQ">
            <a:hlinkClick r:id="rId15"/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52400" y="152400"/>
            <a:ext cx="768000" cy="12192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9" name="Google Shape;89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PJRSu0Vf0r0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hyperlink" Target="https://youtu.be/yQ03lewFU8U?si=KIdJ3uNqZS26zN-Z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2"/>
          <p:cNvSpPr txBox="1">
            <a:spLocks/>
          </p:cNvSpPr>
          <p:nvPr/>
        </p:nvSpPr>
        <p:spPr>
          <a:xfrm>
            <a:off x="6572250" y="573881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7130143" y="5312160"/>
            <a:ext cx="968829" cy="868205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endParaRPr lang="en-ID" sz="1350" kern="0">
              <a:solidFill>
                <a:srgbClr val="FFFFFF"/>
              </a:solidFill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3695609"/>
          <a:ext cx="2685609" cy="25595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169000" imgH="2169360" progId="">
                  <p:embed/>
                </p:oleObj>
              </mc:Choice>
              <mc:Fallback>
                <p:oleObj name="CorelDRAW" r:id="rId2" imgW="2169000" imgH="2169360" progId="">
                  <p:embed/>
                  <p:pic>
                    <p:nvPicPr>
                      <p:cNvPr id="48" name="Object 47">
                        <a:extLst>
                          <a:ext uri="{FF2B5EF4-FFF2-40B4-BE49-F238E27FC236}">
                            <a16:creationId xmlns:a16="http://schemas.microsoft.com/office/drawing/2014/main" id="{CAD0D7B8-E462-453C-B296-CA0154FA54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695609"/>
                        <a:ext cx="2685609" cy="255958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Rectangle 44"/>
          <p:cNvSpPr/>
          <p:nvPr/>
        </p:nvSpPr>
        <p:spPr>
          <a:xfrm>
            <a:off x="1593056" y="2376394"/>
            <a:ext cx="5122069" cy="118550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567050" y="6037986"/>
            <a:ext cx="3696456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15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15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15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9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200" b="1" dirty="0">
              <a:latin typeface="Casper" panose="02000506000000020004" pitchFamily="2" charset="0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838200" y="1458472"/>
            <a:ext cx="7551419" cy="4815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600" b="1" dirty="0">
                <a:solidFill>
                  <a:srgbClr val="FF000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Chandigarh University 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600" b="1" dirty="0">
                <a:solidFill>
                  <a:srgbClr val="FF000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Department of Mathematics </a:t>
            </a:r>
            <a:endParaRPr lang="en-US" sz="3600" b="0" i="0" u="none" strike="noStrike" cap="none" dirty="0">
              <a:solidFill>
                <a:srgbClr val="FF0000"/>
              </a:solidFill>
              <a:latin typeface="+mj-lt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400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B.Tech. CSE (Core/DS/IT/CC)</a:t>
            </a:r>
            <a:endParaRPr lang="en-US" sz="2400" b="0" i="0" u="none" strike="noStrike" cap="none" dirty="0">
              <a:solidFill>
                <a:srgbClr val="002060"/>
              </a:solidFill>
              <a:latin typeface="+mj-lt"/>
              <a:ea typeface="Cambria" panose="02040503050406030204" pitchFamily="18" charset="0"/>
              <a:cs typeface="Calibri" panose="020F0502020204030204" pitchFamily="34" charset="0"/>
              <a:sym typeface="Times New Roman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400" b="0" i="0" u="none" strike="noStrike" cap="none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Semester-</a:t>
            </a:r>
            <a:r>
              <a:rPr lang="en-US" sz="2400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3</a:t>
            </a:r>
            <a:endParaRPr lang="en-US" sz="1000" b="0" i="0" u="none" strike="noStrike" cap="none" dirty="0">
              <a:solidFill>
                <a:srgbClr val="002060"/>
              </a:solidFill>
              <a:latin typeface="+mj-lt"/>
              <a:ea typeface="Cambria" panose="02040503050406030204" pitchFamily="18" charset="0"/>
              <a:cs typeface="Calibri" panose="020F0502020204030204" pitchFamily="34" charset="0"/>
              <a:sym typeface="Arial"/>
            </a:endParaRP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rgbClr val="000000"/>
              </a:buClr>
              <a:buSzPts val="2300"/>
            </a:pPr>
            <a:r>
              <a:rPr lang="en-US" sz="2400" b="0" i="0" u="none" strike="noStrike" cap="none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Subject Code:25MTT-202</a:t>
            </a: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rgbClr val="000000"/>
              </a:buClr>
              <a:buSzPts val="2300"/>
            </a:pPr>
            <a:r>
              <a:rPr lang="en-US" sz="2400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Discrete Mathematics</a:t>
            </a:r>
            <a:endParaRPr lang="en-US" sz="2400" dirty="0">
              <a:solidFill>
                <a:srgbClr val="002060"/>
              </a:solidFill>
              <a:latin typeface="+mj-lt"/>
              <a:ea typeface="Cambria" panose="02040503050406030204" pitchFamily="18" charset="0"/>
              <a:cs typeface="Calibri" panose="020F0502020204030204" pitchFamily="34" charset="0"/>
              <a:sym typeface="Times New Roman"/>
            </a:endParaRP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rgbClr val="000000"/>
              </a:buClr>
              <a:buSzPts val="2300"/>
            </a:pPr>
            <a:r>
              <a:rPr lang="en-US" sz="2400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Arial"/>
              </a:rPr>
              <a:t>Unit-3 (Chapter</a:t>
            </a:r>
            <a:r>
              <a:rPr lang="en-US" sz="2400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</a:rPr>
              <a:t>-</a:t>
            </a:r>
            <a:r>
              <a:rPr lang="en-US" sz="2400" b="1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Times New Roman" panose="02020603050405020304" pitchFamily="18" charset="0"/>
              </a:rPr>
              <a:t> 3.1.1)</a:t>
            </a:r>
            <a:endParaRPr lang="en-US" sz="2400" kern="100" dirty="0">
              <a:solidFill>
                <a:srgbClr val="002060"/>
              </a:solidFill>
              <a:effectLst/>
              <a:latin typeface="+mj-lt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40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Dr. SARTAJ</a:t>
            </a:r>
          </a:p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4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7E996201-B665-1C65-47F5-CF0B3A1C6A7B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7753" y="147596"/>
            <a:ext cx="3110606" cy="1313342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38525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"/>
          <p:cNvSpPr txBox="1">
            <a:spLocks noGrp="1"/>
          </p:cNvSpPr>
          <p:nvPr>
            <p:ph type="ctrTitle"/>
          </p:nvPr>
        </p:nvSpPr>
        <p:spPr>
          <a:xfrm>
            <a:off x="3581400" y="228600"/>
            <a:ext cx="4112441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mbria"/>
              <a:buNone/>
            </a:pPr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 mappings</a:t>
            </a:r>
            <a:endParaRPr sz="36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76" name="Google Shape;176;p2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40CDDA6-98BC-7AF9-E703-0C24F69350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706" y="1676400"/>
            <a:ext cx="8188505" cy="403178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2250C-970C-8B81-CD6B-892C1690A5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9959" y="381000"/>
            <a:ext cx="4775124" cy="1137008"/>
          </a:xfrm>
        </p:spPr>
        <p:txBody>
          <a:bodyPr/>
          <a:lstStyle/>
          <a:p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CO-PO mappings</a:t>
            </a:r>
          </a:p>
        </p:txBody>
      </p:sp>
      <p:pic>
        <p:nvPicPr>
          <p:cNvPr id="6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EFC81FA9-8738-F083-3048-A7683816CC3C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3C85ACC-20E4-728F-39A5-6AA21150321A}"/>
              </a:ext>
            </a:extLst>
          </p:cNvPr>
          <p:cNvSpPr txBox="1"/>
          <p:nvPr/>
        </p:nvSpPr>
        <p:spPr>
          <a:xfrm>
            <a:off x="664536" y="5456872"/>
            <a:ext cx="8098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329565">
              <a:buNone/>
            </a:pPr>
            <a:r>
              <a:rPr lang="en-IN" sz="1600" b="1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</a:rPr>
              <a:t>Note: </a:t>
            </a:r>
            <a:r>
              <a:rPr lang="en-IN" sz="16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</a:rPr>
              <a:t>Degree of relevance/correlation: 1-Low, 2-Medium, 3-High, Blank or ‘- ‘- Nil</a:t>
            </a: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136AD0-68B4-9895-2CB4-1669BB7A58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520" y="1758592"/>
            <a:ext cx="8098465" cy="3418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158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"/>
          <p:cNvSpPr txBox="1">
            <a:spLocks noGrp="1"/>
          </p:cNvSpPr>
          <p:nvPr>
            <p:ph type="title"/>
          </p:nvPr>
        </p:nvSpPr>
        <p:spPr>
          <a:xfrm>
            <a:off x="3041146" y="271186"/>
            <a:ext cx="5651387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Topics Overview </a:t>
            </a:r>
            <a:endParaRPr sz="3600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4"/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4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198" name="Google Shape;198;p4"/>
          <p:cNvSpPr txBox="1"/>
          <p:nvPr/>
        </p:nvSpPr>
        <p:spPr>
          <a:xfrm>
            <a:off x="838199" y="1873589"/>
            <a:ext cx="7802563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Relation and their Types</a:t>
            </a:r>
            <a:endParaRPr dirty="0"/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Conclusions </a:t>
            </a:r>
            <a:endParaRPr dirty="0"/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Video links </a:t>
            </a:r>
            <a:endParaRPr dirty="0"/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References 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9" name="Google Shape;199;p4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"/>
          <p:cNvSpPr txBox="1">
            <a:spLocks noGrp="1"/>
          </p:cNvSpPr>
          <p:nvPr>
            <p:ph type="title"/>
          </p:nvPr>
        </p:nvSpPr>
        <p:spPr>
          <a:xfrm>
            <a:off x="3124200" y="207780"/>
            <a:ext cx="5547736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Binary Relations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05" name="Google Shape;205;p5"/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5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17" name="Google Shape;217;p5"/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b="0" i="0" u="sng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</a:t>
            </a:r>
            <a:endParaRPr sz="118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5" descr="A red and black text on a white background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57A9C22-CFD7-BD0C-F3FD-24F5DCE6A4C6}"/>
              </a:ext>
            </a:extLst>
          </p:cNvPr>
          <p:cNvSpPr txBox="1"/>
          <p:nvPr/>
        </p:nvSpPr>
        <p:spPr>
          <a:xfrm>
            <a:off x="750012" y="1917453"/>
            <a:ext cx="778781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Definition: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relation R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from a set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a set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a subset of</a:t>
            </a:r>
          </a:p>
          <a:p>
            <a:pPr algn="ctr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  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⊆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</a:t>
            </a:r>
          </a:p>
          <a:p>
            <a:pPr>
              <a:buNone/>
            </a:pPr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lvl="1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=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{0,1,2}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 =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a, b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 </a:t>
            </a:r>
          </a:p>
          <a:p>
            <a:pPr lvl="1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 = {(0,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(0,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(1,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(2,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)} </a:t>
            </a:r>
          </a:p>
          <a:p>
            <a:pPr lvl="1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a relation from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lvl="1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can represent relations from </a:t>
            </a:r>
          </a:p>
          <a:p>
            <a:pPr lvl="1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set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a set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graphically or </a:t>
            </a:r>
          </a:p>
          <a:p>
            <a:pPr lvl="1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using the adjacent fig: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 descr="0801.jpg">
            <a:extLst>
              <a:ext uri="{FF2B5EF4-FFF2-40B4-BE49-F238E27FC236}">
                <a16:creationId xmlns:a16="http://schemas.microsoft.com/office/drawing/2014/main" id="{867010AB-3ACE-E3FC-330F-92455BEE9510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229548" y="4063825"/>
            <a:ext cx="3138274" cy="1754916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25385FE6-7C2E-CDF1-5183-D050283C6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">
            <a:extLst>
              <a:ext uri="{FF2B5EF4-FFF2-40B4-BE49-F238E27FC236}">
                <a16:creationId xmlns:a16="http://schemas.microsoft.com/office/drawing/2014/main" id="{38C3B637-04AE-FF7D-1FA4-E908144C11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24200" y="207780"/>
            <a:ext cx="5547736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Binary Relations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05" name="Google Shape;205;p5">
            <a:extLst>
              <a:ext uri="{FF2B5EF4-FFF2-40B4-BE49-F238E27FC236}">
                <a16:creationId xmlns:a16="http://schemas.microsoft.com/office/drawing/2014/main" id="{B83A730E-CCB2-8674-80E1-BA54DB4964D6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6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17" name="Google Shape;217;p5">
            <a:extLst>
              <a:ext uri="{FF2B5EF4-FFF2-40B4-BE49-F238E27FC236}">
                <a16:creationId xmlns:a16="http://schemas.microsoft.com/office/drawing/2014/main" id="{43A943FB-04B4-8590-9AA0-548520E7ABBB}"/>
              </a:ext>
            </a:extLst>
          </p:cNvPr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b="0" i="0" u="sng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</a:t>
            </a:r>
            <a:endParaRPr sz="118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5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A534AB4B-C59B-0410-9C6D-A9802B41FEB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E1056C8-7379-D416-C342-941022C3A0C2}"/>
              </a:ext>
            </a:extLst>
          </p:cNvPr>
          <p:cNvSpPr txBox="1"/>
          <p:nvPr/>
        </p:nvSpPr>
        <p:spPr>
          <a:xfrm>
            <a:off x="750013" y="1917453"/>
            <a:ext cx="771589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Definition: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binary relation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 a set 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a subset of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×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 a relation from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buNone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lvl="1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Suppose that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A =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a, b, c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}. Then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 =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{(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a, 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a, b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a, c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)} is a relation on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lvl="1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 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=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{1, 2, 3, 4}. </a:t>
            </a:r>
          </a:p>
          <a:p>
            <a:pPr lvl="1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ordered pairs in the relation R </a:t>
            </a:r>
            <a:r>
              <a:rPr lang="en-US" sz="24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 {(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|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divides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 are</a:t>
            </a:r>
          </a:p>
          <a:p>
            <a:pPr lvl="1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(1,1), (1, 2), (1,3), (1, 4), (2, 2), (2, 4), (3, 3), and  (4, 4).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6827358"/>
      </p:ext>
    </p:extLst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591E7257-2208-623E-3AD3-80343E51F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">
            <a:extLst>
              <a:ext uri="{FF2B5EF4-FFF2-40B4-BE49-F238E27FC236}">
                <a16:creationId xmlns:a16="http://schemas.microsoft.com/office/drawing/2014/main" id="{3C949D63-6900-D701-43D6-0E5AD67D46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24200" y="207780"/>
            <a:ext cx="5547736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Binary Relations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05" name="Google Shape;205;p5">
            <a:extLst>
              <a:ext uri="{FF2B5EF4-FFF2-40B4-BE49-F238E27FC236}">
                <a16:creationId xmlns:a16="http://schemas.microsoft.com/office/drawing/2014/main" id="{0D07938E-2CD5-86D9-58C3-D0F73AC0916E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7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17" name="Google Shape;217;p5">
            <a:extLst>
              <a:ext uri="{FF2B5EF4-FFF2-40B4-BE49-F238E27FC236}">
                <a16:creationId xmlns:a16="http://schemas.microsoft.com/office/drawing/2014/main" id="{C4EAEE4E-CF02-B3B2-E1A1-34BC23D7F08F}"/>
              </a:ext>
            </a:extLst>
          </p:cNvPr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b="0" i="0" u="sng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</a:t>
            </a:r>
            <a:endParaRPr sz="118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5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05685862-08E1-DF65-50DA-28EBDA409C0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3E0B15F-7A6E-D7A2-ADA6-192F5E93FFF9}"/>
              </a:ext>
            </a:extLst>
          </p:cNvPr>
          <p:cNvSpPr txBox="1"/>
          <p:nvPr/>
        </p:nvSpPr>
        <p:spPr>
          <a:xfrm>
            <a:off x="750013" y="1917453"/>
            <a:ext cx="755150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2" indent="-342900">
              <a:buClr>
                <a:schemeClr val="accent3"/>
              </a:buClr>
              <a:buSzPct val="95000"/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Question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How many relations are there on a set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?</a:t>
            </a:r>
          </a:p>
          <a:p>
            <a:pPr marL="342900" lvl="2" indent="-342900">
              <a:buClr>
                <a:schemeClr val="accent3"/>
              </a:buClr>
              <a:buSzPct val="95000"/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2" indent="-342900" algn="just">
              <a:buClr>
                <a:schemeClr val="accent3"/>
              </a:buClr>
              <a:buSzPct val="95000"/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Solution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 Because a relation on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the same thing as a subset of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⨉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we count the subsets of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×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Since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×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has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en-US" sz="2400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elements when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has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elements, and a set with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elements has 2</a:t>
            </a:r>
            <a:r>
              <a:rPr lang="en-US" sz="2400" i="1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subsets, there are         subsets of 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×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Therefore,  there are        relations on a set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49540307"/>
      </p:ext>
    </p:extLst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8F513351-5CEB-16F5-5CA9-A338D23C2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">
            <a:extLst>
              <a:ext uri="{FF2B5EF4-FFF2-40B4-BE49-F238E27FC236}">
                <a16:creationId xmlns:a16="http://schemas.microsoft.com/office/drawing/2014/main" id="{C72136CC-964B-BB34-2FCC-7ED9121543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24200" y="207780"/>
            <a:ext cx="5547736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Reflexive Relation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05" name="Google Shape;205;p5">
            <a:extLst>
              <a:ext uri="{FF2B5EF4-FFF2-40B4-BE49-F238E27FC236}">
                <a16:creationId xmlns:a16="http://schemas.microsoft.com/office/drawing/2014/main" id="{9EF0B68F-77C8-F4ED-D762-B80BE8DF437B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8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17" name="Google Shape;217;p5">
            <a:extLst>
              <a:ext uri="{FF2B5EF4-FFF2-40B4-BE49-F238E27FC236}">
                <a16:creationId xmlns:a16="http://schemas.microsoft.com/office/drawing/2014/main" id="{D6ED97BC-B960-7046-0DB0-2A8CFC7ADF80}"/>
              </a:ext>
            </a:extLst>
          </p:cNvPr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b="0" i="0" u="sng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</a:t>
            </a:r>
            <a:endParaRPr sz="118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5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9D792D60-C23D-FF83-F7ED-902380347C9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79B4803-C877-8B0D-B2AB-2A2D8765D3A3}"/>
              </a:ext>
            </a:extLst>
          </p:cNvPr>
          <p:cNvSpPr txBox="1"/>
          <p:nvPr/>
        </p:nvSpPr>
        <p:spPr>
          <a:xfrm>
            <a:off x="750013" y="1568137"/>
            <a:ext cx="755150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Definition: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reflexive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iff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a, 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∊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every element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∊ A. Written symbolically, R is reflexive if and only if </a:t>
            </a:r>
          </a:p>
          <a:p>
            <a:pPr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∀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 x∊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⟶ (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∊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]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∅  then the empty relation is reflexive vacuously. That is the empty relation on an empty set is reflexive!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The following relations  on the integers are reflexive:</a:t>
            </a:r>
          </a:p>
          <a:p>
            <a:pPr lvl="1">
              <a:buNone/>
            </a:pP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sz="24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 {(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|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≤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},</a:t>
            </a:r>
          </a:p>
          <a:p>
            <a:pPr lvl="1">
              <a:buNone/>
            </a:pP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sz="2400" i="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24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 {(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|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 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−b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pPr lvl="1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following relations are not reflexive:</a:t>
            </a:r>
          </a:p>
          <a:p>
            <a:pPr lvl="1">
              <a:buNone/>
            </a:pP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sz="24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 {(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|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&gt;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  (note that  3 ≯ 3),</a:t>
            </a:r>
          </a:p>
          <a:p>
            <a:pPr lvl="1">
              <a:buNone/>
            </a:pP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sz="24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 {(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|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+ 1} (note that  3 ≠3 + 1)</a:t>
            </a:r>
          </a:p>
        </p:txBody>
      </p:sp>
    </p:spTree>
    <p:extLst>
      <p:ext uri="{BB962C8B-B14F-4D97-AF65-F5344CB8AC3E}">
        <p14:creationId xmlns:p14="http://schemas.microsoft.com/office/powerpoint/2010/main" val="1832979428"/>
      </p:ext>
    </p:extLst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EC49208A-F15A-3462-1C48-2B1E892FB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">
            <a:extLst>
              <a:ext uri="{FF2B5EF4-FFF2-40B4-BE49-F238E27FC236}">
                <a16:creationId xmlns:a16="http://schemas.microsoft.com/office/drawing/2014/main" id="{CA3D06BD-2590-603E-F8D7-934CED43C9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24200" y="207780"/>
            <a:ext cx="5547736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Symmetric Relation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05" name="Google Shape;205;p5">
            <a:extLst>
              <a:ext uri="{FF2B5EF4-FFF2-40B4-BE49-F238E27FC236}">
                <a16:creationId xmlns:a16="http://schemas.microsoft.com/office/drawing/2014/main" id="{815C1778-8468-AA21-D746-267506C85598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9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17" name="Google Shape;217;p5">
            <a:extLst>
              <a:ext uri="{FF2B5EF4-FFF2-40B4-BE49-F238E27FC236}">
                <a16:creationId xmlns:a16="http://schemas.microsoft.com/office/drawing/2014/main" id="{1A68DEEA-8FB0-BF8D-4EB5-FC97DB161910}"/>
              </a:ext>
            </a:extLst>
          </p:cNvPr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b="0" i="0" u="sng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</a:t>
            </a:r>
            <a:endParaRPr sz="118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5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6ACE2DC1-30BA-AF11-8175-697755AAADA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1889157-F12E-F1A4-5AFB-2ABE07F5E38A}"/>
              </a:ext>
            </a:extLst>
          </p:cNvPr>
          <p:cNvSpPr txBox="1"/>
          <p:nvPr/>
        </p:nvSpPr>
        <p:spPr>
          <a:xfrm>
            <a:off x="750013" y="1568137"/>
            <a:ext cx="755150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Definition: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symmetric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iff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24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b,a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∊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whenever (</a:t>
            </a:r>
            <a:r>
              <a:rPr lang="en-US" sz="24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a,b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∊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all </a:t>
            </a:r>
            <a:r>
              <a:rPr lang="en-US" sz="24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a,b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∊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A.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Written symbolically,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symmetric if and only if </a:t>
            </a:r>
            <a:endParaRPr lang="en-US" sz="24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∀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∀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[(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∊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⟶ (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∊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]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The following relations  on the integers are symmetric:</a:t>
            </a:r>
          </a:p>
          <a:p>
            <a:pPr lvl="1">
              <a:buNone/>
            </a:pP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sz="2400" i="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24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 {(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|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 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−b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},</a:t>
            </a:r>
          </a:p>
          <a:p>
            <a:pPr lvl="1">
              <a:buNone/>
            </a:pP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sz="24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 {(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|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≤ 3}</a:t>
            </a:r>
          </a:p>
          <a:p>
            <a:pPr lvl="1">
              <a:buNone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following are not symmetric:</a:t>
            </a:r>
          </a:p>
          <a:p>
            <a:pPr lvl="1">
              <a:buNone/>
            </a:pP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sz="24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 {(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|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≤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 (note that 3 ≤ 4, but 4 ≰ 3),</a:t>
            </a:r>
          </a:p>
          <a:p>
            <a:pPr lvl="1">
              <a:buNone/>
            </a:pP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sz="24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 {(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|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+ 1} (note that 4 = 3 + 1, but 3 ≠4 + 1)</a:t>
            </a:r>
          </a:p>
        </p:txBody>
      </p:sp>
    </p:spTree>
    <p:extLst>
      <p:ext uri="{BB962C8B-B14F-4D97-AF65-F5344CB8AC3E}">
        <p14:creationId xmlns:p14="http://schemas.microsoft.com/office/powerpoint/2010/main" val="3549991003"/>
      </p:ext>
    </p:extLst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1B575F35-A55C-8331-51B0-7A097E810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">
            <a:extLst>
              <a:ext uri="{FF2B5EF4-FFF2-40B4-BE49-F238E27FC236}">
                <a16:creationId xmlns:a16="http://schemas.microsoft.com/office/drawing/2014/main" id="{53CEE3DE-7FC2-84C4-B5BA-BAD74E4B55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24200" y="207780"/>
            <a:ext cx="5547736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Anti - Symmetric Relation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05" name="Google Shape;205;p5">
            <a:extLst>
              <a:ext uri="{FF2B5EF4-FFF2-40B4-BE49-F238E27FC236}">
                <a16:creationId xmlns:a16="http://schemas.microsoft.com/office/drawing/2014/main" id="{C63640B8-1EB4-FC86-7D6D-11CFE163BE61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10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17" name="Google Shape;217;p5">
            <a:extLst>
              <a:ext uri="{FF2B5EF4-FFF2-40B4-BE49-F238E27FC236}">
                <a16:creationId xmlns:a16="http://schemas.microsoft.com/office/drawing/2014/main" id="{C69EC3D0-7E15-151F-D690-DFE1E1A0AE53}"/>
              </a:ext>
            </a:extLst>
          </p:cNvPr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b="0" i="0" u="sng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</a:t>
            </a:r>
            <a:endParaRPr sz="118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5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9F4CDCD7-B955-36C3-A8BA-C16059A6E28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77C1AE6-732E-B18B-47ED-F113CFBC008F}"/>
              </a:ext>
            </a:extLst>
          </p:cNvPr>
          <p:cNvSpPr txBox="1"/>
          <p:nvPr/>
        </p:nvSpPr>
        <p:spPr>
          <a:xfrm>
            <a:off x="750013" y="1568137"/>
            <a:ext cx="7551506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Definition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 relation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on a set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such that for all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a, b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∊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</a:t>
            </a:r>
            <a:r>
              <a:rPr lang="en-US" sz="24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(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∊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</a:t>
            </a:r>
            <a:r>
              <a:rPr lang="en-US" sz="24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(</a:t>
            </a:r>
            <a:r>
              <a:rPr lang="en-US" sz="24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US" sz="24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∊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sz="24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then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= b 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called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antisymmetric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Written symbolically,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antisymmetric if and only if  ∀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∀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[(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∊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∧ (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∊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⟶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]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The following relations  on the integers are antisymmetric:</a:t>
            </a:r>
          </a:p>
          <a:p>
            <a:pPr lvl="1">
              <a:buNone/>
            </a:pP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sz="24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 {(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|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≤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},</a:t>
            </a:r>
          </a:p>
          <a:p>
            <a:pPr lvl="1">
              <a:buNone/>
            </a:pP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sz="2400" i="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24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 {(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|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+ 1}</a:t>
            </a:r>
          </a:p>
          <a:p>
            <a:pPr lvl="1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following relations are not antisymmetric:</a:t>
            </a:r>
          </a:p>
          <a:p>
            <a:pPr lvl="1">
              <a:buNone/>
            </a:pP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sz="24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 {(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|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 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−b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 </a:t>
            </a:r>
          </a:p>
          <a:p>
            <a:pPr lvl="1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(note that both (1,−1) and (−1,1) belong to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sz="24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),</a:t>
            </a:r>
          </a:p>
          <a:p>
            <a:pPr lvl="1">
              <a:buNone/>
            </a:pP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sz="24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 {(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|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≤ 3} (note that both (1,2) and (2,1) belong to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sz="24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666128571"/>
      </p:ext>
    </p:extLst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BD43CC7D-4AC2-56CC-0E45-464EA6B07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">
            <a:extLst>
              <a:ext uri="{FF2B5EF4-FFF2-40B4-BE49-F238E27FC236}">
                <a16:creationId xmlns:a16="http://schemas.microsoft.com/office/drawing/2014/main" id="{E76BF180-D19D-601A-E974-D070EF83B0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24200" y="207780"/>
            <a:ext cx="5547736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Transitive Relation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05" name="Google Shape;205;p5">
            <a:extLst>
              <a:ext uri="{FF2B5EF4-FFF2-40B4-BE49-F238E27FC236}">
                <a16:creationId xmlns:a16="http://schemas.microsoft.com/office/drawing/2014/main" id="{19BB15BF-0E6F-4CC4-E460-D68CBE3FA282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11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17" name="Google Shape;217;p5">
            <a:extLst>
              <a:ext uri="{FF2B5EF4-FFF2-40B4-BE49-F238E27FC236}">
                <a16:creationId xmlns:a16="http://schemas.microsoft.com/office/drawing/2014/main" id="{21B07C8D-4F9F-9312-31D0-6E0E0917C01F}"/>
              </a:ext>
            </a:extLst>
          </p:cNvPr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b="0" i="0" u="sng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</a:t>
            </a:r>
            <a:endParaRPr sz="118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5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97DFC358-F592-4350-6EAE-3BEB8F54AE8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1D2ACDC-284C-0EF5-E6CA-448FB1C8CCC2}"/>
              </a:ext>
            </a:extLst>
          </p:cNvPr>
          <p:cNvSpPr txBox="1"/>
          <p:nvPr/>
        </p:nvSpPr>
        <p:spPr>
          <a:xfrm>
            <a:off x="750013" y="1568137"/>
            <a:ext cx="7551506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Definition: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relation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on a set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called transitive if whenever (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∊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</a:t>
            </a:r>
            <a:r>
              <a:rPr lang="en-US" sz="24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(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∊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then (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∊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for all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∊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Written symbolically,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transitive if and only if  ∀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∀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∀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[(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∊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∧ (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∊ R ⟶ (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∊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]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The following relations  on the integers are transitive:</a:t>
            </a:r>
          </a:p>
          <a:p>
            <a:pPr lvl="1">
              <a:buNone/>
            </a:pP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sz="24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 {(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|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&gt;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},</a:t>
            </a:r>
          </a:p>
          <a:p>
            <a:pPr lvl="1">
              <a:buNone/>
            </a:pP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sz="24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 {(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|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 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−b}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following are not transitive:</a:t>
            </a:r>
          </a:p>
          <a:p>
            <a:pPr lvl="1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sz="24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 {(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|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+ 1} (note that both (3,2) and (4,3) belong to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sz="24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but not (3,3)),</a:t>
            </a:r>
          </a:p>
          <a:p>
            <a:pPr lvl="1">
              <a:buNone/>
            </a:pP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</a:t>
            </a:r>
            <a:r>
              <a:rPr lang="en-US" sz="24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 {(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|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≤ 3} (note that both (2,1) and (1,2) belong to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sz="24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but not (2,2)).</a:t>
            </a:r>
          </a:p>
        </p:txBody>
      </p:sp>
    </p:spTree>
    <p:extLst>
      <p:ext uri="{BB962C8B-B14F-4D97-AF65-F5344CB8AC3E}">
        <p14:creationId xmlns:p14="http://schemas.microsoft.com/office/powerpoint/2010/main" val="3184155701"/>
      </p:ext>
    </p:extLst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>
          <a:extLst>
            <a:ext uri="{FF2B5EF4-FFF2-40B4-BE49-F238E27FC236}">
              <a16:creationId xmlns:a16="http://schemas.microsoft.com/office/drawing/2014/main" id="{2DFF486F-02F3-9C63-8A60-A494E98B4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">
            <a:extLst>
              <a:ext uri="{FF2B5EF4-FFF2-40B4-BE49-F238E27FC236}">
                <a16:creationId xmlns:a16="http://schemas.microsoft.com/office/drawing/2014/main" id="{7C4AB5FE-6FED-F373-32CF-3439840E06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3264" y="370665"/>
            <a:ext cx="5296267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Activity-1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62" name="Google Shape;262;p8">
            <a:extLst>
              <a:ext uri="{FF2B5EF4-FFF2-40B4-BE49-F238E27FC236}">
                <a16:creationId xmlns:a16="http://schemas.microsoft.com/office/drawing/2014/main" id="{D68B5F12-4CDD-53ED-9F4F-A24545600BC0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12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pic>
        <p:nvPicPr>
          <p:cNvPr id="275" name="Google Shape;275;p8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FAC2B25E-F895-20CA-D610-7BEA709A3CE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2827547-09A0-F6A0-F8B5-8E5E280A9157}"/>
              </a:ext>
            </a:extLst>
          </p:cNvPr>
          <p:cNvSpPr txBox="1"/>
          <p:nvPr/>
        </p:nvSpPr>
        <p:spPr>
          <a:xfrm>
            <a:off x="821933" y="1528917"/>
            <a:ext cx="7207642" cy="4642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Given a set S = {1, 2}, list all its subsets. Also find all relations on S.</a:t>
            </a:r>
          </a:p>
          <a:p>
            <a:pPr>
              <a:buNone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Consider these relations on the set of integers:</a:t>
            </a:r>
          </a:p>
          <a:p>
            <a:pPr lvl="1">
              <a:buNone/>
            </a:pP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sz="24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 {(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|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≤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},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</a:t>
            </a:r>
          </a:p>
          <a:p>
            <a:pPr lvl="1">
              <a:buNone/>
            </a:pP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sz="24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 {(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|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},</a:t>
            </a:r>
          </a:p>
          <a:p>
            <a:pPr lvl="1">
              <a:buNone/>
            </a:pP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sz="24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 {(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|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&gt;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},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</a:t>
            </a:r>
          </a:p>
          <a:p>
            <a:pPr lvl="1">
              <a:buNone/>
            </a:pP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sz="24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 {(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|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+ 1},</a:t>
            </a:r>
          </a:p>
          <a:p>
            <a:pPr lvl="1">
              <a:buNone/>
            </a:pP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sz="24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 {(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|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 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−b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},       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1">
              <a:buNone/>
            </a:pP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sz="24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 {(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|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≤ 4}.</a:t>
            </a:r>
          </a:p>
          <a:p>
            <a:pPr lvl="1">
              <a:lnSpc>
                <a:spcPct val="120000"/>
              </a:lnSpc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Which of these relations contain each of the pairs</a:t>
            </a:r>
          </a:p>
          <a:p>
            <a:pPr lvl="1">
              <a:lnSpc>
                <a:spcPct val="120000"/>
              </a:lnSpc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(1,1), (1, 2), (2, 1), (1, −1), and (2, 2)?</a:t>
            </a:r>
          </a:p>
        </p:txBody>
      </p:sp>
    </p:spTree>
    <p:extLst>
      <p:ext uri="{BB962C8B-B14F-4D97-AF65-F5344CB8AC3E}">
        <p14:creationId xmlns:p14="http://schemas.microsoft.com/office/powerpoint/2010/main" val="3037065987"/>
      </p:ext>
    </p:extLst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>
          <a:extLst>
            <a:ext uri="{FF2B5EF4-FFF2-40B4-BE49-F238E27FC236}">
              <a16:creationId xmlns:a16="http://schemas.microsoft.com/office/drawing/2014/main" id="{752F5E18-2B9B-B32C-D55D-415B9DCD8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">
            <a:extLst>
              <a:ext uri="{FF2B5EF4-FFF2-40B4-BE49-F238E27FC236}">
                <a16:creationId xmlns:a16="http://schemas.microsoft.com/office/drawing/2014/main" id="{F4627CD8-9D76-C8D6-8814-CEAC96BB41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3264" y="370665"/>
            <a:ext cx="5296267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Activity-2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62" name="Google Shape;262;p8">
            <a:extLst>
              <a:ext uri="{FF2B5EF4-FFF2-40B4-BE49-F238E27FC236}">
                <a16:creationId xmlns:a16="http://schemas.microsoft.com/office/drawing/2014/main" id="{33945DC8-DCCB-00E0-EDD4-6F5A5FBB7754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13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pic>
        <p:nvPicPr>
          <p:cNvPr id="275" name="Google Shape;275;p8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3DA6598E-BFB5-F0DE-16D5-CDDDD400B5C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8A832C6-4953-B39F-67C8-2042F10C9B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319" y="1908215"/>
            <a:ext cx="6801492" cy="4076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46749"/>
      </p:ext>
    </p:extLst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9"/>
          <p:cNvSpPr txBox="1">
            <a:spLocks noGrp="1"/>
          </p:cNvSpPr>
          <p:nvPr>
            <p:ph type="title"/>
          </p:nvPr>
        </p:nvSpPr>
        <p:spPr>
          <a:xfrm>
            <a:off x="3095946" y="327916"/>
            <a:ext cx="5267218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81" name="Google Shape;281;p9"/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14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83" name="Google Shape;283;p9"/>
          <p:cNvSpPr txBox="1"/>
          <p:nvPr/>
        </p:nvSpPr>
        <p:spPr>
          <a:xfrm>
            <a:off x="802666" y="1827183"/>
            <a:ext cx="7332397" cy="1033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9450" rIns="0" bIns="0" anchor="t" anchorCtr="0">
            <a:spAutoFit/>
          </a:bodyPr>
          <a:lstStyle/>
          <a:p>
            <a:pPr marL="368068" marR="10067" lvl="0" indent="-342900" algn="just" rtl="0">
              <a:lnSpc>
                <a:spcPct val="125299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Relations and their types are discussed.</a:t>
            </a:r>
          </a:p>
          <a:p>
            <a:pPr marL="368068" marR="10067" lvl="0" indent="-342900" algn="just" rtl="0">
              <a:lnSpc>
                <a:spcPct val="125299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Related examples are given.</a:t>
            </a:r>
            <a:endParaRPr lang="en-US" sz="2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</p:txBody>
      </p:sp>
      <p:sp>
        <p:nvSpPr>
          <p:cNvPr id="290" name="Google Shape;290;p9"/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u="sng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</a:t>
            </a:r>
            <a:endParaRPr sz="118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2" name="Google Shape;292;p9" descr="A red and black text on a white background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9" descr="A red and black text on a white background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42513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0"/>
          <p:cNvSpPr txBox="1">
            <a:spLocks noGrp="1"/>
          </p:cNvSpPr>
          <p:nvPr>
            <p:ph type="ctrTitle"/>
          </p:nvPr>
        </p:nvSpPr>
        <p:spPr>
          <a:xfrm>
            <a:off x="3071813" y="303934"/>
            <a:ext cx="5332448" cy="805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mbria"/>
              <a:buNone/>
            </a:pPr>
            <a:r>
              <a:rPr lang="en-US" sz="3600" dirty="0">
                <a:solidFill>
                  <a:srgbClr val="FF0000"/>
                </a:solidFill>
              </a:rPr>
              <a:t>Video Links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4876931" y="761137"/>
            <a:ext cx="6096000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300" name="Google Shape;300;p10"/>
          <p:cNvSpPr txBox="1"/>
          <p:nvPr/>
        </p:nvSpPr>
        <p:spPr>
          <a:xfrm>
            <a:off x="1219331" y="1902083"/>
            <a:ext cx="5790939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https://youtu.be/yQ03lewFU8U?si=KIdJ3uNqZS26zN-Z</a:t>
            </a:r>
            <a:endParaRPr sz="24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01" name="Google Shape;301;p10" descr="A red and black text on a white background&#10;&#10;AI-generated content may be incorrec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1"/>
          <p:cNvSpPr txBox="1">
            <a:spLocks noGrp="1"/>
          </p:cNvSpPr>
          <p:nvPr>
            <p:ph type="ctrTitle"/>
          </p:nvPr>
        </p:nvSpPr>
        <p:spPr>
          <a:xfrm>
            <a:off x="3200400" y="152400"/>
            <a:ext cx="5257800" cy="1066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mbria"/>
              <a:buNone/>
            </a:pPr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References</a:t>
            </a:r>
            <a:endParaRPr sz="36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07" name="Google Shape;307;p11"/>
          <p:cNvGraphicFramePr/>
          <p:nvPr>
            <p:extLst>
              <p:ext uri="{D42A27DB-BD31-4B8C-83A1-F6EECF244321}">
                <p14:modId xmlns:p14="http://schemas.microsoft.com/office/powerpoint/2010/main" val="2875100747"/>
              </p:ext>
            </p:extLst>
          </p:nvPr>
        </p:nvGraphicFramePr>
        <p:xfrm>
          <a:off x="685800" y="1560813"/>
          <a:ext cx="7872574" cy="43787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555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17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50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75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26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1170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Sr. No.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Author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 dirty="0"/>
                        <a:t>Name of the Book</a:t>
                      </a:r>
                      <a:endParaRPr sz="1600" b="1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Publisher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Year of Publication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1876"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4445" algn="ctr"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Kenneth</a:t>
                      </a:r>
                      <a:r>
                        <a:rPr lang="en-IN" sz="1600" spc="-1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H.</a:t>
                      </a: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Rosen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Discrete Mathematics and Its</a:t>
                      </a:r>
                    </a:p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Applications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McGraw-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Hill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35" algn="ctr">
                        <a:buNone/>
                      </a:pP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2019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702">
                <a:tc>
                  <a:txBody>
                    <a:bodyPr/>
                    <a:lstStyle/>
                    <a:p>
                      <a:pPr marL="4445" algn="ctr">
                        <a:spcBef>
                          <a:spcPts val="815"/>
                        </a:spcBef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>
                        <a:spcBef>
                          <a:spcPts val="81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C.</a:t>
                      </a:r>
                      <a:r>
                        <a:rPr lang="en-IN" sz="1600" spc="-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L. </a:t>
                      </a:r>
                      <a:r>
                        <a:rPr lang="en-IN" sz="1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Liu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Elements of Discrete Mathematics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>
                        <a:spcBef>
                          <a:spcPts val="815"/>
                        </a:spcBef>
                        <a:buNone/>
                      </a:pP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McGraw-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Hill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35" algn="ctr">
                        <a:spcBef>
                          <a:spcPts val="815"/>
                        </a:spcBef>
                        <a:buNone/>
                      </a:pP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1996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17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   3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80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J.</a:t>
                      </a:r>
                      <a:r>
                        <a:rPr lang="en-IN" sz="1600" spc="-1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P.</a:t>
                      </a: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Tremblay,</a:t>
                      </a:r>
                      <a:r>
                        <a:rPr lang="en-IN" sz="1600" spc="-1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R.</a:t>
                      </a: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Manohar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Discrete Mathematical Structures with Applications to Computer Science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R="171450">
                        <a:lnSpc>
                          <a:spcPct val="115000"/>
                        </a:lnSpc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  <a:p>
                      <a:pPr marR="171450" algn="ctr">
                        <a:lnSpc>
                          <a:spcPct val="115000"/>
                        </a:lnSpc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Tata</a:t>
                      </a:r>
                      <a:r>
                        <a:rPr lang="en-IN" sz="1600" spc="-7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McGraw 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Hill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>
                        <a:spcBef>
                          <a:spcPts val="480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35" algn="ctr">
                        <a:buNone/>
                      </a:pP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2001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1702"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4445" algn="ctr"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Kolman,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Busby,</a:t>
                      </a: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Ross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Discrete</a:t>
                      </a:r>
                    </a:p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Mathematical Structures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PHI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35" algn="ctr">
                        <a:buNone/>
                      </a:pP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2001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1702"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4445" algn="ctr"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Narsingh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Deo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Graph Theory with Applications to</a:t>
                      </a:r>
                    </a:p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Engineering and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PHI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35" algn="ctr">
                        <a:buNone/>
                      </a:pPr>
                      <a:r>
                        <a:rPr lang="en-IN" sz="1600" spc="-2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2017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308" name="Google Shape;308;p11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2"/>
          <p:cNvSpPr txBox="1"/>
          <p:nvPr/>
        </p:nvSpPr>
        <p:spPr>
          <a:xfrm>
            <a:off x="2514600" y="2438400"/>
            <a:ext cx="4191000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i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Thanks!!!</a:t>
            </a:r>
            <a:endParaRPr sz="8000" b="1" i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308;p11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EF12274F-8CA5-4CF7-1919-5D9EF0FEFA7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877" y="8611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1433</Words>
  <Application>Microsoft Office PowerPoint</Application>
  <PresentationFormat>On-screen Show (4:3)</PresentationFormat>
  <Paragraphs>171</Paragraphs>
  <Slides>17</Slides>
  <Notes>15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Times New Roman</vt:lpstr>
      <vt:lpstr>Calibri</vt:lpstr>
      <vt:lpstr>Arial</vt:lpstr>
      <vt:lpstr>Noto Sans Symbols</vt:lpstr>
      <vt:lpstr>Casper</vt:lpstr>
      <vt:lpstr>Arial Black</vt:lpstr>
      <vt:lpstr>Cambria</vt:lpstr>
      <vt:lpstr>Theme1</vt:lpstr>
      <vt:lpstr>Custom Design</vt:lpstr>
      <vt:lpstr>CorelDRAW</vt:lpstr>
      <vt:lpstr>PowerPoint Presentation</vt:lpstr>
      <vt:lpstr>CO mappings</vt:lpstr>
      <vt:lpstr>CO-PO mappings</vt:lpstr>
      <vt:lpstr>Topics Overview </vt:lpstr>
      <vt:lpstr>Binary Relations</vt:lpstr>
      <vt:lpstr>Binary Relations</vt:lpstr>
      <vt:lpstr>Binary Relations</vt:lpstr>
      <vt:lpstr>Reflexive Relation</vt:lpstr>
      <vt:lpstr>Symmetric Relation</vt:lpstr>
      <vt:lpstr>Anti - Symmetric Relation</vt:lpstr>
      <vt:lpstr>Transitive Relation</vt:lpstr>
      <vt:lpstr>Activity-1</vt:lpstr>
      <vt:lpstr>Activity-2</vt:lpstr>
      <vt:lpstr>Conclusion</vt:lpstr>
      <vt:lpstr>Video Links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student</dc:creator>
  <cp:lastModifiedBy>MOHD SARTAJ</cp:lastModifiedBy>
  <cp:revision>4</cp:revision>
  <dcterms:created xsi:type="dcterms:W3CDTF">2006-08-16T00:00:00Z</dcterms:created>
  <dcterms:modified xsi:type="dcterms:W3CDTF">2026-07-08T07:40:43Z</dcterms:modified>
</cp:coreProperties>
</file>