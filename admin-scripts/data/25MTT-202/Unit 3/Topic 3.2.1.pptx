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4"/>
  </p:notesMasterIdLst>
  <p:sldIdLst>
    <p:sldId id="328" r:id="rId3"/>
    <p:sldId id="397" r:id="rId4"/>
    <p:sldId id="391" r:id="rId5"/>
    <p:sldId id="259" r:id="rId6"/>
    <p:sldId id="260" r:id="rId7"/>
    <p:sldId id="400" r:id="rId8"/>
    <p:sldId id="399" r:id="rId9"/>
    <p:sldId id="265" r:id="rId10"/>
    <p:sldId id="266" r:id="rId11"/>
    <p:sldId id="270" r:id="rId12"/>
    <p:sldId id="268" r:id="rId13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Z1n5E7f8r0tSIDAQiT39GWfX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8A3491-71FE-494F-9F1E-8FF0199CC4C4}">
  <a:tblStyle styleId="{5F8A3491-71FE-494F-9F1E-8FF0199CC4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EEB89C-06C1-44E6-A0DF-4EB53B7467C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36E81B-1CC6-4513-8A3D-0BC75C0FDB99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1T05:53:08.530" v="1457" actId="47"/>
      <pc:docMkLst>
        <pc:docMk/>
      </pc:docMkLst>
      <pc:sldChg chg="addSp delSp modSp del mod">
        <pc:chgData name="MOHD SARTAJ" userId="0be50391adb133e1" providerId="LiveId" clId="{849D2220-9185-4955-8F14-CE40930C4662}" dt="2026-07-01T04:41:59.768" v="140" actId="47"/>
        <pc:sldMkLst>
          <pc:docMk/>
          <pc:sldMk cId="0" sldId="256"/>
        </pc:sldMkLst>
        <pc:spChg chg="add del">
          <ac:chgData name="MOHD SARTAJ" userId="0be50391adb133e1" providerId="LiveId" clId="{849D2220-9185-4955-8F14-CE40930C4662}" dt="2026-07-01T04:41:13.766" v="136" actId="22"/>
          <ac:spMkLst>
            <pc:docMk/>
            <pc:sldMk cId="0" sldId="256"/>
            <ac:spMk id="3" creationId="{DBB27D8A-44C7-311C-B745-8173C5ED0BD5}"/>
          </ac:spMkLst>
        </pc:spChg>
        <pc:spChg chg="mod">
          <ac:chgData name="MOHD SARTAJ" userId="0be50391adb133e1" providerId="LiveId" clId="{849D2220-9185-4955-8F14-CE40930C4662}" dt="2026-07-01T04:40:02.697" v="134" actId="20577"/>
          <ac:spMkLst>
            <pc:docMk/>
            <pc:sldMk cId="0" sldId="256"/>
            <ac:spMk id="168" creationId="{00000000-0000-0000-0000-000000000000}"/>
          </ac:spMkLst>
        </pc:spChg>
        <pc:picChg chg="add del">
          <ac:chgData name="MOHD SARTAJ" userId="0be50391adb133e1" providerId="LiveId" clId="{849D2220-9185-4955-8F14-CE40930C4662}" dt="2026-07-01T04:41:27.155" v="138" actId="22"/>
          <ac:picMkLst>
            <pc:docMk/>
            <pc:sldMk cId="0" sldId="256"/>
            <ac:picMk id="5" creationId="{DB785308-9198-EE39-A28B-6704A861B0A0}"/>
          </ac:picMkLst>
        </pc:picChg>
      </pc:sldChg>
      <pc:sldChg chg="del">
        <pc:chgData name="MOHD SARTAJ" userId="0be50391adb133e1" providerId="LiveId" clId="{849D2220-9185-4955-8F14-CE40930C4662}" dt="2026-06-08T12:00:21.690" v="10" actId="47"/>
        <pc:sldMkLst>
          <pc:docMk/>
          <pc:sldMk cId="0" sldId="257"/>
        </pc:sldMkLst>
      </pc:sldChg>
      <pc:sldChg chg="del">
        <pc:chgData name="MOHD SARTAJ" userId="0be50391adb133e1" providerId="LiveId" clId="{849D2220-9185-4955-8F14-CE40930C4662}" dt="2026-07-01T04:42:31.466" v="144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1T05:52:48.429" v="1456" actId="20577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42:49.806" v="187" actId="103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52:48.429" v="1456" actId="20577"/>
          <ac:spMkLst>
            <pc:docMk/>
            <pc:sldMk cId="0" sldId="259"/>
            <ac:spMk id="198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5:17:03.317" v="827" actId="14100"/>
        <pc:sldMkLst>
          <pc:docMk/>
          <pc:sldMk cId="0" sldId="260"/>
        </pc:sldMkLst>
        <pc:spChg chg="mod">
          <ac:chgData name="MOHD SARTAJ" userId="0be50391adb133e1" providerId="LiveId" clId="{849D2220-9185-4955-8F14-CE40930C4662}" dt="2026-07-01T04:43:28.949" v="192" actId="255"/>
          <ac:spMkLst>
            <pc:docMk/>
            <pc:sldMk cId="0" sldId="260"/>
            <ac:spMk id="204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17:03.317" v="827" actId="14100"/>
          <ac:spMkLst>
            <pc:docMk/>
            <pc:sldMk cId="0" sldId="260"/>
            <ac:spMk id="211" creationId="{00000000-0000-0000-0000-000000000000}"/>
          </ac:spMkLst>
        </pc:spChg>
        <pc:picChg chg="del">
          <ac:chgData name="MOHD SARTAJ" userId="0be50391adb133e1" providerId="LiveId" clId="{849D2220-9185-4955-8F14-CE40930C4662}" dt="2026-07-01T05:05:47.864" v="522" actId="478"/>
          <ac:picMkLst>
            <pc:docMk/>
            <pc:sldMk cId="0" sldId="260"/>
            <ac:picMk id="206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3.361" v="523" actId="478"/>
          <ac:picMkLst>
            <pc:docMk/>
            <pc:sldMk cId="0" sldId="260"/>
            <ac:picMk id="207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3.361" v="523" actId="478"/>
          <ac:picMkLst>
            <pc:docMk/>
            <pc:sldMk cId="0" sldId="260"/>
            <ac:picMk id="208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5.671" v="524" actId="478"/>
          <ac:picMkLst>
            <pc:docMk/>
            <pc:sldMk cId="0" sldId="260"/>
            <ac:picMk id="209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47.864" v="522" actId="478"/>
          <ac:picMkLst>
            <pc:docMk/>
            <pc:sldMk cId="0" sldId="260"/>
            <ac:picMk id="210" creationId="{00000000-0000-0000-0000-000000000000}"/>
          </ac:picMkLst>
        </pc:picChg>
      </pc:sldChg>
      <pc:sldChg chg="modSp mod">
        <pc:chgData name="MOHD SARTAJ" userId="0be50391adb133e1" providerId="LiveId" clId="{849D2220-9185-4955-8F14-CE40930C4662}" dt="2026-07-01T05:21:35.666" v="989" actId="5793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1T04:43:51.563" v="234" actId="1036"/>
          <ac:spMkLst>
            <pc:docMk/>
            <pc:sldMk cId="0" sldId="261"/>
            <ac:spMk id="223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21:35.666" v="989" actId="5793"/>
          <ac:spMkLst>
            <pc:docMk/>
            <pc:sldMk cId="0" sldId="261"/>
            <ac:spMk id="224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53:08.530" v="1457" actId="47"/>
        <pc:sldMkLst>
          <pc:docMk/>
          <pc:sldMk cId="0" sldId="262"/>
        </pc:sldMkLst>
        <pc:spChg chg="mod">
          <ac:chgData name="MOHD SARTAJ" userId="0be50391adb133e1" providerId="LiveId" clId="{849D2220-9185-4955-8F14-CE40930C4662}" dt="2026-07-01T05:25:58.774" v="1139" actId="14100"/>
          <ac:spMkLst>
            <pc:docMk/>
            <pc:sldMk cId="0" sldId="262"/>
            <ac:spMk id="230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25:44.500" v="1134" actId="14100"/>
          <ac:spMkLst>
            <pc:docMk/>
            <pc:sldMk cId="0" sldId="262"/>
            <ac:spMk id="231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35:51.033" v="1429" actId="47"/>
        <pc:sldMkLst>
          <pc:docMk/>
          <pc:sldMk cId="0" sldId="263"/>
        </pc:sldMkLst>
        <pc:spChg chg="mod">
          <ac:chgData name="MOHD SARTAJ" userId="0be50391adb133e1" providerId="LiveId" clId="{849D2220-9185-4955-8F14-CE40930C4662}" dt="2026-07-01T04:44:52.418" v="270" actId="1035"/>
          <ac:spMkLst>
            <pc:docMk/>
            <pc:sldMk cId="0" sldId="263"/>
            <ac:spMk id="237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35:52.496" v="1430" actId="4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45:31.624" v="292" actId="14100"/>
          <ac:spMkLst>
            <pc:docMk/>
            <pc:sldMk cId="0" sldId="264"/>
            <ac:spMk id="244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5:36:00.939" v="1431" actId="20577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45:53.303" v="341" actId="1035"/>
          <ac:spMkLst>
            <pc:docMk/>
            <pc:sldMk cId="0" sldId="265"/>
            <ac:spMk id="251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36:00.939" v="1431" actId="20577"/>
          <ac:spMkLst>
            <pc:docMk/>
            <pc:sldMk cId="0" sldId="265"/>
            <ac:spMk id="25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4:55:05.927" v="410" actId="2710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7-01T04:46:15.636" v="384" actId="1035"/>
          <ac:spMkLst>
            <pc:docMk/>
            <pc:sldMk cId="0" sldId="266"/>
            <ac:spMk id="267" creationId="{00000000-0000-0000-0000-000000000000}"/>
          </ac:spMkLst>
        </pc:spChg>
        <pc:spChg chg="mod">
          <ac:chgData name="MOHD SARTAJ" userId="0be50391adb133e1" providerId="LiveId" clId="{849D2220-9185-4955-8F14-CE40930C4662}" dt="2026-07-01T04:55:05.927" v="410" actId="2710"/>
          <ac:spMkLst>
            <pc:docMk/>
            <pc:sldMk cId="0" sldId="266"/>
            <ac:spMk id="270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2:00:44.195" v="12" actId="47"/>
        <pc:sldMkLst>
          <pc:docMk/>
          <pc:sldMk cId="0" sldId="267"/>
        </pc:sldMkLst>
      </pc:sldChg>
      <pc:sldChg chg="modSp mod">
        <pc:chgData name="MOHD SARTAJ" userId="0be50391adb133e1" providerId="LiveId" clId="{849D2220-9185-4955-8F14-CE40930C4662}" dt="2026-07-01T04:46:51.300" v="392" actId="207"/>
        <pc:sldMkLst>
          <pc:docMk/>
          <pc:sldMk cId="0" sldId="268"/>
        </pc:sldMkLst>
        <pc:spChg chg="mod">
          <ac:chgData name="MOHD SARTAJ" userId="0be50391adb133e1" providerId="LiveId" clId="{849D2220-9185-4955-8F14-CE40930C4662}" dt="2026-07-01T04:46:51.300" v="392" actId="207"/>
          <ac:spMkLst>
            <pc:docMk/>
            <pc:sldMk cId="0" sldId="268"/>
            <ac:spMk id="282" creationId="{00000000-0000-0000-0000-000000000000}"/>
          </ac:spMkLst>
        </pc:spChg>
      </pc:sldChg>
      <pc:sldChg chg="add del">
        <pc:chgData name="MOHD SARTAJ" userId="0be50391adb133e1" providerId="LiveId" clId="{849D2220-9185-4955-8F14-CE40930C4662}" dt="2026-07-01T04:42:30.867" v="143" actId="47"/>
        <pc:sldMkLst>
          <pc:docMk/>
          <pc:sldMk cId="0" sldId="269"/>
        </pc:sldMkLst>
      </pc:sldChg>
      <pc:sldChg chg="modSp add mod">
        <pc:chgData name="MOHD SARTAJ" userId="0be50391adb133e1" providerId="LiveId" clId="{849D2220-9185-4955-8F14-CE40930C4662}" dt="2026-07-01T04:46:35.847" v="391" actId="1035"/>
        <pc:sldMkLst>
          <pc:docMk/>
          <pc:sldMk cId="0" sldId="270"/>
        </pc:sldMkLst>
        <pc:spChg chg="mod">
          <ac:chgData name="MOHD SARTAJ" userId="0be50391adb133e1" providerId="LiveId" clId="{849D2220-9185-4955-8F14-CE40930C4662}" dt="2026-07-01T04:46:35.847" v="391" actId="1035"/>
          <ac:spMkLst>
            <pc:docMk/>
            <pc:sldMk cId="0" sldId="270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08T12:02:04.577" v="18" actId="14100"/>
          <ac:graphicFrameMkLst>
            <pc:docMk/>
            <pc:sldMk cId="0" sldId="270"/>
            <ac:graphicFrameMk id="307" creationId="{00000000-0000-0000-0000-000000000000}"/>
          </ac:graphicFrameMkLst>
        </pc:graphicFrameChg>
      </pc:sldChg>
      <pc:sldChg chg="modSp add mod">
        <pc:chgData name="MOHD SARTAJ" userId="0be50391adb133e1" providerId="LiveId" clId="{849D2220-9185-4955-8F14-CE40930C4662}" dt="2026-07-01T04:42:07.509" v="142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1T04:42:07.509" v="142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43:16.321" v="1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43:16.321" v="190" actId="2711"/>
          <ac:spMkLst>
            <pc:docMk/>
            <pc:sldMk cId="3429158645" sldId="391"/>
            <ac:spMk id="5" creationId="{7AA2250C-970C-8B81-CD6B-892C1690A55D}"/>
          </ac:spMkLst>
        </pc:spChg>
      </pc:sldChg>
      <pc:sldChg chg="modSp add mod">
        <pc:chgData name="MOHD SARTAJ" userId="0be50391adb133e1" providerId="LiveId" clId="{849D2220-9185-4955-8F14-CE40930C4662}" dt="2026-07-01T04:43:03.051" v="188" actId="255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43:03.051" v="188" actId="255"/>
          <ac:spMkLst>
            <pc:docMk/>
            <pc:sldMk cId="0" sldId="397"/>
            <ac:spMk id="175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5:24:37.734" v="1117" actId="20577"/>
        <pc:sldMkLst>
          <pc:docMk/>
          <pc:sldMk cId="2950233369" sldId="398"/>
        </pc:sldMkLst>
        <pc:spChg chg="mod">
          <ac:chgData name="MOHD SARTAJ" userId="0be50391adb133e1" providerId="LiveId" clId="{849D2220-9185-4955-8F14-CE40930C4662}" dt="2026-07-01T05:24:37.734" v="1117" actId="20577"/>
          <ac:spMkLst>
            <pc:docMk/>
            <pc:sldMk cId="2950233369" sldId="398"/>
            <ac:spMk id="224" creationId="{AAC0BABD-3C31-1826-6402-B401D148A83D}"/>
          </ac:spMkLst>
        </pc:spChg>
      </pc:sldChg>
      <pc:sldChg chg="modSp add mod">
        <pc:chgData name="MOHD SARTAJ" userId="0be50391adb133e1" providerId="LiveId" clId="{849D2220-9185-4955-8F14-CE40930C4662}" dt="2026-07-01T05:34:23.295" v="1428" actId="20577"/>
        <pc:sldMkLst>
          <pc:docMk/>
          <pc:sldMk cId="615617830" sldId="399"/>
        </pc:sldMkLst>
        <pc:spChg chg="mod">
          <ac:chgData name="MOHD SARTAJ" userId="0be50391adb133e1" providerId="LiveId" clId="{849D2220-9185-4955-8F14-CE40930C4662}" dt="2026-07-01T05:26:30.611" v="1148" actId="20577"/>
          <ac:spMkLst>
            <pc:docMk/>
            <pc:sldMk cId="615617830" sldId="399"/>
            <ac:spMk id="230" creationId="{79215C35-7A20-5D87-A517-40A3D0F56B78}"/>
          </ac:spMkLst>
        </pc:spChg>
        <pc:spChg chg="mod">
          <ac:chgData name="MOHD SARTAJ" userId="0be50391adb133e1" providerId="LiveId" clId="{849D2220-9185-4955-8F14-CE40930C4662}" dt="2026-07-01T05:34:23.295" v="1428" actId="20577"/>
          <ac:spMkLst>
            <pc:docMk/>
            <pc:sldMk cId="615617830" sldId="399"/>
            <ac:spMk id="231" creationId="{2B59EBD3-4E3C-48C0-3674-3C6793AFE2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6590FCC-0819-BD34-3772-6AA5D6429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10D14C81-128A-5115-F561-519E4BFE0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69BB0B5D-9D19-6655-01CB-D4C3AB2DB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0865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92D684D6-1F27-B27E-D702-76340F84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>
            <a:extLst>
              <a:ext uri="{FF2B5EF4-FFF2-40B4-BE49-F238E27FC236}">
                <a16:creationId xmlns:a16="http://schemas.microsoft.com/office/drawing/2014/main" id="{111D0F2E-ACEF-F029-2536-116099B6D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>
            <a:extLst>
              <a:ext uri="{FF2B5EF4-FFF2-40B4-BE49-F238E27FC236}">
                <a16:creationId xmlns:a16="http://schemas.microsoft.com/office/drawing/2014/main" id="{FE7F0B59-D282-C555-1ABA-12D7AE517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5606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7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0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0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2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7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4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4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fKPll1NigOE?si=DzwWIguYY7X4xCZR" TargetMode="Externa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Unit-3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3.2.1)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CO mappings</a:t>
            </a:r>
            <a:endParaRPr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2979502" y="250639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Covered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200" y="1640293"/>
            <a:ext cx="7556387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 Order Relation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Partial Order Relation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801384" y="1862023"/>
            <a:ext cx="7694668" cy="408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Partial Order Relations</a:t>
            </a:r>
          </a:p>
          <a:p>
            <a:pPr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relation R on a set A is a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partial order relation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(or partial ordering) if it satisfies three distinct properties simultaneously:</a:t>
            </a:r>
          </a:p>
          <a:p>
            <a:pPr>
              <a:buFont typeface="+mj-lt"/>
              <a:buAutoNum type="arabicPeriod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Reflexive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Antisymmetric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Transitive</a:t>
            </a:r>
          </a:p>
          <a:p>
            <a:pPr>
              <a:buFont typeface="+mj-lt"/>
              <a:buAutoNum type="arabicPeriod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set A paired together with a partial order relation R is called a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Partially Ordered Set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a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Poset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often written as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(A, R)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(A, ≤)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6" name="Google Shape;216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C6E3E44-8F53-DAFA-0959-081A9558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2AF3FFE3-59DC-2234-EBE1-5DD9AAB1D0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Partial Order Relation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8B94927B-ED40-F411-819F-36E4C353C18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1" name="Google Shape;211;p5">
            <a:extLst>
              <a:ext uri="{FF2B5EF4-FFF2-40B4-BE49-F238E27FC236}">
                <a16:creationId xmlns:a16="http://schemas.microsoft.com/office/drawing/2014/main" id="{25640773-6D8A-76B2-A673-5BADF2938649}"/>
              </a:ext>
            </a:extLst>
          </p:cNvPr>
          <p:cNvSpPr txBox="1"/>
          <p:nvPr/>
        </p:nvSpPr>
        <p:spPr>
          <a:xfrm>
            <a:off x="801384" y="1543529"/>
            <a:ext cx="7694668" cy="4824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algn="just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P be the positive integers ℤ⁺, and let the relation R be the divisibility relation, written as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| b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 divides b).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Reflexive: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| a is always true since a = a · 1.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Antisymmetric: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 | b and b | a, then b = a · k and a = b · m. Substituting gives b = b · m · k ⇒ m · k = 1. Since we are dealing with positive integers, m = 1 and k = 1, which proves a = b.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Transitive: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 | b and b | c, then b = a · k and c = b · m. Substituting b into the second equation yields c = (a · k) · m = a · (k · m), which means a | c. Thus, (ℤ⁺, |) is a valid partial order. It is </a:t>
            </a:r>
            <a:r>
              <a:rPr lang="en-IN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total order because elements like 2 and 3 are incomparable (2 does not divide 3, and 3 does not divide 2).</a:t>
            </a:r>
          </a:p>
        </p:txBody>
      </p:sp>
      <p:sp>
        <p:nvSpPr>
          <p:cNvPr id="216" name="Google Shape;216;p5">
            <a:extLst>
              <a:ext uri="{FF2B5EF4-FFF2-40B4-BE49-F238E27FC236}">
                <a16:creationId xmlns:a16="http://schemas.microsoft.com/office/drawing/2014/main" id="{F15BEE01-14EF-BF96-1EA5-393844F1FD87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3122553-D798-903D-E0D2-FA031E3D92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467445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D4C5C92-335B-B453-6361-C38AAEB5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>
            <a:extLst>
              <a:ext uri="{FF2B5EF4-FFF2-40B4-BE49-F238E27FC236}">
                <a16:creationId xmlns:a16="http://schemas.microsoft.com/office/drawing/2014/main" id="{79215C35-7A20-5D87-A517-40A3D0F56B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199" y="386995"/>
            <a:ext cx="5762947" cy="85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Activity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" name="Google Shape;231;p7">
            <a:extLst>
              <a:ext uri="{FF2B5EF4-FFF2-40B4-BE49-F238E27FC236}">
                <a16:creationId xmlns:a16="http://schemas.microsoft.com/office/drawing/2014/main" id="{2B59EBD3-4E3C-48C0-3674-3C6793AFE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810822"/>
            <a:ext cx="7551506" cy="445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1. </a:t>
            </a:r>
            <a:r>
              <a:rPr lang="en-IN" sz="2400" dirty="0"/>
              <a:t>Consider the relation R on the set of ordered pairs of integers ℤ × ℤ defined by: (a, b) R (c, d) ⇔ a + d = b + c. Prove that R is an equivalence relation. Is R poset?</a:t>
            </a:r>
          </a:p>
          <a:p>
            <a:endParaRPr lang="en-IN" sz="2400" dirty="0"/>
          </a:p>
          <a:p>
            <a:r>
              <a:rPr lang="en-IN" sz="2400" dirty="0"/>
              <a:t>2. Let A = {1, 2, 3, 4, 6, 12} (the set of divisors of 12). The relation | is the standard divisibility relation (a | b means a divides b perfectly).</a:t>
            </a:r>
          </a:p>
          <a:p>
            <a:r>
              <a:rPr lang="en-IN" sz="2400" dirty="0"/>
              <a:t>Confirm that (A, |) is a valid poset by evaluating reflexivity, antisymmetric, and transitivity.</a:t>
            </a:r>
          </a:p>
        </p:txBody>
      </p:sp>
      <p:pic>
        <p:nvPicPr>
          <p:cNvPr id="232" name="Google Shape;232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56FFF88-E5D5-C79A-F95A-3461447AC2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61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>
            <a:spLocks noGrp="1"/>
          </p:cNvSpPr>
          <p:nvPr>
            <p:ph type="title"/>
          </p:nvPr>
        </p:nvSpPr>
        <p:spPr>
          <a:xfrm>
            <a:off x="3397824" y="404975"/>
            <a:ext cx="44196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2" name="Google Shape;252;p10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903737" y="1981200"/>
            <a:ext cx="7332397" cy="245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Partial order relation have been presented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and some examples are given.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Hasse diagram will be discussed in next topic.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860"/>
              </a:spcBef>
              <a:spcAft>
                <a:spcPts val="0"/>
              </a:spcAft>
              <a:buNone/>
            </a:pPr>
            <a:endParaRPr sz="21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>
            <a:spLocks noGrp="1"/>
          </p:cNvSpPr>
          <p:nvPr>
            <p:ph type="ctrTitle"/>
          </p:nvPr>
        </p:nvSpPr>
        <p:spPr>
          <a:xfrm>
            <a:off x="3184985" y="370725"/>
            <a:ext cx="5555025" cy="106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69" name="Google Shape;269;p11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780836" y="1906481"/>
            <a:ext cx="77878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https://youtu.be/fKPll1NigOE?si=DzwWIguYY7X4xCZR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50179"/>
            <a:ext cx="53340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3897323024"/>
              </p:ext>
            </p:extLst>
          </p:nvPr>
        </p:nvGraphicFramePr>
        <p:xfrm>
          <a:off x="685800" y="1612182"/>
          <a:ext cx="7929081" cy="45458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Year of Publication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B.S. Grewal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Khanna Publishers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B.V. Ramana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Higher Engineering Mathematics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Tata McGraw-Hill Education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2009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Erwin Kreyszig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Advanced Engineering Mathematics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N.P. Bali and Manish Goyal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Laxmi Publications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S.K. Gupta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Mathematical Methods for Engineers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 India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2013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3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594</Words>
  <Application>Microsoft Office PowerPoint</Application>
  <PresentationFormat>On-screen Show (4:3)</PresentationFormat>
  <Paragraphs>86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Times New Roman</vt:lpstr>
      <vt:lpstr>Calibri</vt:lpstr>
      <vt:lpstr>Arial</vt:lpstr>
      <vt:lpstr>Casper</vt:lpstr>
      <vt:lpstr>Arial Black</vt:lpstr>
      <vt:lpstr>Cambria</vt:lpstr>
      <vt:lpstr>Noto Sans Symbols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Partial Order Relation</vt:lpstr>
      <vt:lpstr>Partial Order Relation</vt:lpstr>
      <vt:lpstr>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3</cp:revision>
  <dcterms:created xsi:type="dcterms:W3CDTF">2006-08-16T00:00:00Z</dcterms:created>
  <dcterms:modified xsi:type="dcterms:W3CDTF">2026-07-08T10:16:19Z</dcterms:modified>
</cp:coreProperties>
</file>