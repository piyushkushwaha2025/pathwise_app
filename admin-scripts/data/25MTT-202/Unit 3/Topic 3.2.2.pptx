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6"/>
  </p:notesMasterIdLst>
  <p:sldIdLst>
    <p:sldId id="328" r:id="rId3"/>
    <p:sldId id="397" r:id="rId4"/>
    <p:sldId id="391" r:id="rId5"/>
    <p:sldId id="259" r:id="rId6"/>
    <p:sldId id="260" r:id="rId7"/>
    <p:sldId id="401" r:id="rId8"/>
    <p:sldId id="402" r:id="rId9"/>
    <p:sldId id="403" r:id="rId10"/>
    <p:sldId id="399" r:id="rId11"/>
    <p:sldId id="265" r:id="rId12"/>
    <p:sldId id="266" r:id="rId13"/>
    <p:sldId id="270" r:id="rId14"/>
    <p:sldId id="268" r:id="rId15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Cambria Math" panose="02040503050406030204" pitchFamily="18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Z1n5E7f8r0tSIDAQiT39GWfX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8A3491-71FE-494F-9F1E-8FF0199CC4C4}">
  <a:tblStyle styleId="{5F8A3491-71FE-494F-9F1E-8FF0199CC4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EEB89C-06C1-44E6-A0DF-4EB53B7467C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36E81B-1CC6-4513-8A3D-0BC75C0FDB99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8T11:08:59.608" v="2506" actId="2711"/>
      <pc:docMkLst>
        <pc:docMk/>
      </pc:docMkLst>
      <pc:sldChg chg="addSp delSp modSp del mod">
        <pc:chgData name="MOHD SARTAJ" userId="0be50391adb133e1" providerId="LiveId" clId="{849D2220-9185-4955-8F14-CE40930C4662}" dt="2026-07-01T04:41:59.768" v="140" actId="47"/>
        <pc:sldMkLst>
          <pc:docMk/>
          <pc:sldMk cId="0" sldId="256"/>
        </pc:sldMkLst>
      </pc:sldChg>
      <pc:sldChg chg="del">
        <pc:chgData name="MOHD SARTAJ" userId="0be50391adb133e1" providerId="LiveId" clId="{849D2220-9185-4955-8F14-CE40930C4662}" dt="2026-06-08T12:00:21.690" v="10" actId="47"/>
        <pc:sldMkLst>
          <pc:docMk/>
          <pc:sldMk cId="0" sldId="257"/>
        </pc:sldMkLst>
      </pc:sldChg>
      <pc:sldChg chg="del">
        <pc:chgData name="MOHD SARTAJ" userId="0be50391adb133e1" providerId="LiveId" clId="{849D2220-9185-4955-8F14-CE40930C4662}" dt="2026-07-01T04:42:31.466" v="144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8T10:29:51.767" v="1934" actId="20577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42:49.806" v="187" actId="103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8T10:29:51.767" v="1934" actId="20577"/>
          <ac:spMkLst>
            <pc:docMk/>
            <pc:sldMk cId="0" sldId="259"/>
            <ac:spMk id="198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8T10:32:06.668" v="1971" actId="6549"/>
        <pc:sldMkLst>
          <pc:docMk/>
          <pc:sldMk cId="0" sldId="260"/>
        </pc:sldMkLst>
        <pc:spChg chg="mod">
          <ac:chgData name="MOHD SARTAJ" userId="0be50391adb133e1" providerId="LiveId" clId="{849D2220-9185-4955-8F14-CE40930C4662}" dt="2026-07-08T10:31:15.279" v="1954" actId="20577"/>
          <ac:spMkLst>
            <pc:docMk/>
            <pc:sldMk cId="0" sldId="260"/>
            <ac:spMk id="204" creationId="{00000000-0000-0000-0000-000000000000}"/>
          </ac:spMkLst>
        </pc:spChg>
        <pc:spChg chg="mod">
          <ac:chgData name="MOHD SARTAJ" userId="0be50391adb133e1" providerId="LiveId" clId="{849D2220-9185-4955-8F14-CE40930C4662}" dt="2026-07-08T10:32:06.668" v="1971" actId="6549"/>
          <ac:spMkLst>
            <pc:docMk/>
            <pc:sldMk cId="0" sldId="260"/>
            <ac:spMk id="211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50:16.060" v="1884" actId="47"/>
        <pc:sldMkLst>
          <pc:docMk/>
          <pc:sldMk cId="0" sldId="261"/>
        </pc:sldMkLst>
      </pc:sldChg>
      <pc:sldChg chg="modSp del mod">
        <pc:chgData name="MOHD SARTAJ" userId="0be50391adb133e1" providerId="LiveId" clId="{849D2220-9185-4955-8F14-CE40930C4662}" dt="2026-07-08T10:34:46.412" v="1985" actId="47"/>
        <pc:sldMkLst>
          <pc:docMk/>
          <pc:sldMk cId="0" sldId="262"/>
        </pc:sldMkLst>
      </pc:sldChg>
      <pc:sldChg chg="modSp del mod">
        <pc:chgData name="MOHD SARTAJ" userId="0be50391adb133e1" providerId="LiveId" clId="{849D2220-9185-4955-8F14-CE40930C4662}" dt="2026-07-01T05:35:51.033" v="1429" actId="47"/>
        <pc:sldMkLst>
          <pc:docMk/>
          <pc:sldMk cId="0" sldId="263"/>
        </pc:sldMkLst>
      </pc:sldChg>
      <pc:sldChg chg="modSp del mod">
        <pc:chgData name="MOHD SARTAJ" userId="0be50391adb133e1" providerId="LiveId" clId="{849D2220-9185-4955-8F14-CE40930C4662}" dt="2026-07-01T05:35:52.496" v="1430" actId="47"/>
        <pc:sldMkLst>
          <pc:docMk/>
          <pc:sldMk cId="0" sldId="264"/>
        </pc:sldMkLst>
      </pc:sldChg>
      <pc:sldChg chg="delSp modSp mod">
        <pc:chgData name="MOHD SARTAJ" userId="0be50391adb133e1" providerId="LiveId" clId="{849D2220-9185-4955-8F14-CE40930C4662}" dt="2026-07-08T10:59:54.175" v="2416" actId="20577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45:53.303" v="341" actId="1035"/>
          <ac:spMkLst>
            <pc:docMk/>
            <pc:sldMk cId="0" sldId="265"/>
            <ac:spMk id="251" creationId="{00000000-0000-0000-0000-000000000000}"/>
          </ac:spMkLst>
        </pc:spChg>
        <pc:spChg chg="mod">
          <ac:chgData name="MOHD SARTAJ" userId="0be50391adb133e1" providerId="LiveId" clId="{849D2220-9185-4955-8F14-CE40930C4662}" dt="2026-07-08T10:59:54.175" v="2416" actId="20577"/>
          <ac:spMkLst>
            <pc:docMk/>
            <pc:sldMk cId="0" sldId="265"/>
            <ac:spMk id="253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8T11:00:56.790" v="2422" actId="5793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7-01T04:46:15.636" v="384" actId="1035"/>
          <ac:spMkLst>
            <pc:docMk/>
            <pc:sldMk cId="0" sldId="266"/>
            <ac:spMk id="267" creationId="{00000000-0000-0000-0000-000000000000}"/>
          </ac:spMkLst>
        </pc:spChg>
        <pc:spChg chg="mod">
          <ac:chgData name="MOHD SARTAJ" userId="0be50391adb133e1" providerId="LiveId" clId="{849D2220-9185-4955-8F14-CE40930C4662}" dt="2026-07-08T11:00:56.790" v="2422" actId="5793"/>
          <ac:spMkLst>
            <pc:docMk/>
            <pc:sldMk cId="0" sldId="266"/>
            <ac:spMk id="270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2:00:44.195" v="12" actId="47"/>
        <pc:sldMkLst>
          <pc:docMk/>
          <pc:sldMk cId="0" sldId="267"/>
        </pc:sldMkLst>
      </pc:sldChg>
      <pc:sldChg chg="modSp mod">
        <pc:chgData name="MOHD SARTAJ" userId="0be50391adb133e1" providerId="LiveId" clId="{849D2220-9185-4955-8F14-CE40930C4662}" dt="2026-07-01T04:46:51.300" v="392" actId="207"/>
        <pc:sldMkLst>
          <pc:docMk/>
          <pc:sldMk cId="0" sldId="268"/>
        </pc:sldMkLst>
        <pc:spChg chg="mod">
          <ac:chgData name="MOHD SARTAJ" userId="0be50391adb133e1" providerId="LiveId" clId="{849D2220-9185-4955-8F14-CE40930C4662}" dt="2026-07-01T04:46:51.300" v="392" actId="207"/>
          <ac:spMkLst>
            <pc:docMk/>
            <pc:sldMk cId="0" sldId="268"/>
            <ac:spMk id="282" creationId="{00000000-0000-0000-0000-000000000000}"/>
          </ac:spMkLst>
        </pc:spChg>
      </pc:sldChg>
      <pc:sldChg chg="add del">
        <pc:chgData name="MOHD SARTAJ" userId="0be50391adb133e1" providerId="LiveId" clId="{849D2220-9185-4955-8F14-CE40930C4662}" dt="2026-07-01T04:42:30.867" v="143" actId="47"/>
        <pc:sldMkLst>
          <pc:docMk/>
          <pc:sldMk cId="0" sldId="269"/>
        </pc:sldMkLst>
      </pc:sldChg>
      <pc:sldChg chg="modSp add mod">
        <pc:chgData name="MOHD SARTAJ" userId="0be50391adb133e1" providerId="LiveId" clId="{849D2220-9185-4955-8F14-CE40930C4662}" dt="2026-07-01T04:46:35.847" v="391" actId="1035"/>
        <pc:sldMkLst>
          <pc:docMk/>
          <pc:sldMk cId="0" sldId="270"/>
        </pc:sldMkLst>
        <pc:spChg chg="mod">
          <ac:chgData name="MOHD SARTAJ" userId="0be50391adb133e1" providerId="LiveId" clId="{849D2220-9185-4955-8F14-CE40930C4662}" dt="2026-07-01T04:46:35.847" v="391" actId="1035"/>
          <ac:spMkLst>
            <pc:docMk/>
            <pc:sldMk cId="0" sldId="270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08T12:02:04.577" v="18" actId="14100"/>
          <ac:graphicFrameMkLst>
            <pc:docMk/>
            <pc:sldMk cId="0" sldId="270"/>
            <ac:graphicFrameMk id="307" creationId="{00000000-0000-0000-0000-000000000000}"/>
          </ac:graphicFrameMkLst>
        </pc:graphicFrameChg>
      </pc:sldChg>
      <pc:sldChg chg="modSp add mod">
        <pc:chgData name="MOHD SARTAJ" userId="0be50391adb133e1" providerId="LiveId" clId="{849D2220-9185-4955-8F14-CE40930C4662}" dt="2026-07-08T10:29:17.942" v="1920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8T10:29:17.942" v="1920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8T10:30:32.717" v="1935" actId="14100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43:16.321" v="1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7-08T10:30:32.717" v="1935" actId="14100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43:03.051" v="188" actId="255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43:03.051" v="188" actId="255"/>
          <ac:spMkLst>
            <pc:docMk/>
            <pc:sldMk cId="0" sldId="397"/>
            <ac:spMk id="175" creationId="{00000000-0000-0000-0000-000000000000}"/>
          </ac:spMkLst>
        </pc:spChg>
      </pc:sldChg>
      <pc:sldChg chg="modSp add del mod">
        <pc:chgData name="MOHD SARTAJ" userId="0be50391adb133e1" providerId="LiveId" clId="{849D2220-9185-4955-8F14-CE40930C4662}" dt="2026-07-01T05:50:02.448" v="1883" actId="47"/>
        <pc:sldMkLst>
          <pc:docMk/>
          <pc:sldMk cId="2950233369" sldId="398"/>
        </pc:sldMkLst>
      </pc:sldChg>
      <pc:sldChg chg="addSp modSp add mod">
        <pc:chgData name="MOHD SARTAJ" userId="0be50391adb133e1" providerId="LiveId" clId="{849D2220-9185-4955-8F14-CE40930C4662}" dt="2026-07-08T11:08:59.608" v="2506" actId="2711"/>
        <pc:sldMkLst>
          <pc:docMk/>
          <pc:sldMk cId="615617830" sldId="399"/>
        </pc:sldMkLst>
        <pc:spChg chg="mod">
          <ac:chgData name="MOHD SARTAJ" userId="0be50391adb133e1" providerId="LiveId" clId="{849D2220-9185-4955-8F14-CE40930C4662}" dt="2026-07-01T05:26:30.611" v="1148" actId="20577"/>
          <ac:spMkLst>
            <pc:docMk/>
            <pc:sldMk cId="615617830" sldId="399"/>
            <ac:spMk id="230" creationId="{79215C35-7A20-5D87-A517-40A3D0F56B78}"/>
          </ac:spMkLst>
        </pc:spChg>
        <pc:spChg chg="mod">
          <ac:chgData name="MOHD SARTAJ" userId="0be50391adb133e1" providerId="LiveId" clId="{849D2220-9185-4955-8F14-CE40930C4662}" dt="2026-07-08T11:08:59.608" v="2506" actId="2711"/>
          <ac:spMkLst>
            <pc:docMk/>
            <pc:sldMk cId="615617830" sldId="399"/>
            <ac:spMk id="231" creationId="{2B59EBD3-4E3C-48C0-3674-3C6793AFE2E6}"/>
          </ac:spMkLst>
        </pc:spChg>
        <pc:picChg chg="add mod">
          <ac:chgData name="MOHD SARTAJ" userId="0be50391adb133e1" providerId="LiveId" clId="{849D2220-9185-4955-8F14-CE40930C4662}" dt="2026-07-08T11:08:33.848" v="2504" actId="14100"/>
          <ac:picMkLst>
            <pc:docMk/>
            <pc:sldMk cId="615617830" sldId="399"/>
            <ac:picMk id="2" creationId="{39399DDF-5F5F-C4E8-5F5E-AF29E78F8060}"/>
          </ac:picMkLst>
        </pc:picChg>
      </pc:sldChg>
      <pc:sldChg chg="addSp delSp modSp add del mod">
        <pc:chgData name="MOHD SARTAJ" userId="0be50391adb133e1" providerId="LiveId" clId="{849D2220-9185-4955-8F14-CE40930C4662}" dt="2026-07-08T10:34:44.248" v="1984" actId="47"/>
        <pc:sldMkLst>
          <pc:docMk/>
          <pc:sldMk cId="2902523667" sldId="400"/>
        </pc:sldMkLst>
      </pc:sldChg>
      <pc:sldChg chg="modSp add mod">
        <pc:chgData name="MOHD SARTAJ" userId="0be50391adb133e1" providerId="LiveId" clId="{849D2220-9185-4955-8F14-CE40930C4662}" dt="2026-07-08T10:34:28.073" v="1983" actId="123"/>
        <pc:sldMkLst>
          <pc:docMk/>
          <pc:sldMk cId="377366631" sldId="401"/>
        </pc:sldMkLst>
        <pc:spChg chg="mod">
          <ac:chgData name="MOHD SARTAJ" userId="0be50391adb133e1" providerId="LiveId" clId="{849D2220-9185-4955-8F14-CE40930C4662}" dt="2026-07-08T10:34:28.073" v="1983" actId="123"/>
          <ac:spMkLst>
            <pc:docMk/>
            <pc:sldMk cId="377366631" sldId="401"/>
            <ac:spMk id="211" creationId="{E84F3D8F-6DF3-4CE0-E189-2424B67887C3}"/>
          </ac:spMkLst>
        </pc:spChg>
      </pc:sldChg>
      <pc:sldChg chg="addSp delSp modSp add mod">
        <pc:chgData name="MOHD SARTAJ" userId="0be50391adb133e1" providerId="LiveId" clId="{849D2220-9185-4955-8F14-CE40930C4662}" dt="2026-07-08T10:37:10.065" v="2178" actId="14100"/>
        <pc:sldMkLst>
          <pc:docMk/>
          <pc:sldMk cId="3852437895" sldId="402"/>
        </pc:sldMkLst>
        <pc:spChg chg="del">
          <ac:chgData name="MOHD SARTAJ" userId="0be50391adb133e1" providerId="LiveId" clId="{849D2220-9185-4955-8F14-CE40930C4662}" dt="2026-07-08T10:35:50.307" v="1989" actId="478"/>
          <ac:spMkLst>
            <pc:docMk/>
            <pc:sldMk cId="3852437895" sldId="402"/>
            <ac:spMk id="211" creationId="{08B0A5F5-0A98-CE04-C26C-FE6AAD93DF02}"/>
          </ac:spMkLst>
        </pc:spChg>
        <pc:picChg chg="add mod">
          <ac:chgData name="MOHD SARTAJ" userId="0be50391adb133e1" providerId="LiveId" clId="{849D2220-9185-4955-8F14-CE40930C4662}" dt="2026-07-08T10:37:10.065" v="2178" actId="14100"/>
          <ac:picMkLst>
            <pc:docMk/>
            <pc:sldMk cId="3852437895" sldId="402"/>
            <ac:picMk id="2" creationId="{3EFD2825-A93A-83EF-EDAF-4BC7320CD6FB}"/>
          </ac:picMkLst>
        </pc:picChg>
        <pc:picChg chg="add mod">
          <ac:chgData name="MOHD SARTAJ" userId="0be50391adb133e1" providerId="LiveId" clId="{849D2220-9185-4955-8F14-CE40930C4662}" dt="2026-07-08T10:37:04.424" v="2177" actId="1036"/>
          <ac:picMkLst>
            <pc:docMk/>
            <pc:sldMk cId="3852437895" sldId="402"/>
            <ac:picMk id="3" creationId="{2B0A15DA-B5AD-56C4-9573-27EE43820620}"/>
          </ac:picMkLst>
        </pc:picChg>
      </pc:sldChg>
      <pc:sldChg chg="addSp delSp modSp add mod">
        <pc:chgData name="MOHD SARTAJ" userId="0be50391adb133e1" providerId="LiveId" clId="{849D2220-9185-4955-8F14-CE40930C4662}" dt="2026-07-08T11:01:38.265" v="2438" actId="1036"/>
        <pc:sldMkLst>
          <pc:docMk/>
          <pc:sldMk cId="891775375" sldId="403"/>
        </pc:sldMkLst>
        <pc:picChg chg="del">
          <ac:chgData name="MOHD SARTAJ" userId="0be50391adb133e1" providerId="LiveId" clId="{849D2220-9185-4955-8F14-CE40930C4662}" dt="2026-07-08T10:38:39.934" v="2180" actId="478"/>
          <ac:picMkLst>
            <pc:docMk/>
            <pc:sldMk cId="891775375" sldId="403"/>
            <ac:picMk id="2" creationId="{8F970780-90A4-B1DC-D7FE-E05068F6ADE4}"/>
          </ac:picMkLst>
        </pc:picChg>
        <pc:picChg chg="del">
          <ac:chgData name="MOHD SARTAJ" userId="0be50391adb133e1" providerId="LiveId" clId="{849D2220-9185-4955-8F14-CE40930C4662}" dt="2026-07-08T10:39:15.925" v="2259" actId="478"/>
          <ac:picMkLst>
            <pc:docMk/>
            <pc:sldMk cId="891775375" sldId="403"/>
            <ac:picMk id="3" creationId="{96B825D5-CD0E-B19C-7EA7-6CE592DDF9C2}"/>
          </ac:picMkLst>
        </pc:picChg>
        <pc:picChg chg="add mod">
          <ac:chgData name="MOHD SARTAJ" userId="0be50391adb133e1" providerId="LiveId" clId="{849D2220-9185-4955-8F14-CE40930C4662}" dt="2026-07-08T11:01:29.253" v="2425" actId="14100"/>
          <ac:picMkLst>
            <pc:docMk/>
            <pc:sldMk cId="891775375" sldId="403"/>
            <ac:picMk id="4" creationId="{734393DC-5AF2-B382-8D63-06DABE207106}"/>
          </ac:picMkLst>
        </pc:picChg>
        <pc:picChg chg="add mod">
          <ac:chgData name="MOHD SARTAJ" userId="0be50391adb133e1" providerId="LiveId" clId="{849D2220-9185-4955-8F14-CE40930C4662}" dt="2026-07-08T11:01:38.265" v="2438" actId="1036"/>
          <ac:picMkLst>
            <pc:docMk/>
            <pc:sldMk cId="891775375" sldId="403"/>
            <ac:picMk id="5" creationId="{1E207DD0-61F7-FCC5-4D31-DEB00750F2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D6A02DE-4CD2-9FA2-5907-E332D2D0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D251A328-EF13-9801-8754-C78E700EE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670706F5-D6F3-5590-7450-E89C9B6F2B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4178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542BB4BA-B77A-173A-6028-128574670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B9CA377F-812A-0A0C-9CA5-A1BC84DF1E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80A0806B-4395-6B3B-03F9-37569BB49E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1950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424A4795-E615-66F7-47E7-97D6BEBBC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E32D7FBD-8DAA-EE16-B372-93EC79F8B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96C76429-F4FE-387A-77DF-713CFB11D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7353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92D684D6-1F27-B27E-D702-76340F84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>
            <a:extLst>
              <a:ext uri="{FF2B5EF4-FFF2-40B4-BE49-F238E27FC236}">
                <a16:creationId xmlns:a16="http://schemas.microsoft.com/office/drawing/2014/main" id="{111D0F2E-ACEF-F029-2536-116099B6D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>
            <a:extLst>
              <a:ext uri="{FF2B5EF4-FFF2-40B4-BE49-F238E27FC236}">
                <a16:creationId xmlns:a16="http://schemas.microsoft.com/office/drawing/2014/main" id="{FE7F0B59-D282-C555-1ABA-12D7AE517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5606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7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0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0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2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7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4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4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qPtGlrb_sXg?si=Gk5wey5kY-NrSlkC" TargetMode="External"/><Relationship Id="rId5" Type="http://schemas.openxmlformats.org/officeDocument/2006/relationships/hyperlink" Target="https://youtu.be/JkYZGvW2aZM?si=mb-WGRch6IqlsVj_" TargetMode="Externa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Unit-3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3.2.2)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CO mappings</a:t>
            </a:r>
            <a:endParaRPr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7996579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2979502" y="250639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Covered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200" y="1640293"/>
            <a:ext cx="7556387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Hasse Diagrams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17047" y="369679"/>
            <a:ext cx="5715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Hasse Diagrams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801384" y="1646267"/>
            <a:ext cx="7623426" cy="445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useful tool, which completely describes the associated partial order. Therefore, it is also called an ordering diagram. It is very easy to convert a directed graph of a relation on a set A to an equivalent Hasse diagram. Therefore, while drawing a Hasse diagram, the following points must be remembered.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Vertices in the Hasse diagram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denoted by points rather than by circles.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a partial order is reflexive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each vertex of set A must be related to itself. So,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edges from a vertex to itself are deleted in the Hasse diagram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CF510366-FA4C-9998-8847-CB27A08E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ED7E089B-1EE2-0A96-CDC2-11944FBAD7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47" y="369679"/>
            <a:ext cx="5715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Hasse Diagrams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0EF8482E-1931-1D51-144A-A739AC56A1F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1" name="Google Shape;211;p5">
            <a:extLst>
              <a:ext uri="{FF2B5EF4-FFF2-40B4-BE49-F238E27FC236}">
                <a16:creationId xmlns:a16="http://schemas.microsoft.com/office/drawing/2014/main" id="{E84F3D8F-6DF3-4CE0-E189-2424B67887C3}"/>
              </a:ext>
            </a:extLst>
          </p:cNvPr>
          <p:cNvSpPr txBox="1"/>
          <p:nvPr/>
        </p:nvSpPr>
        <p:spPr>
          <a:xfrm>
            <a:off x="801384" y="1646267"/>
            <a:ext cx="7623426" cy="4824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Since a partial order is transitive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hence whenever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we have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Eliminate all edges that are implied by the transitive property in the Hasse diagram, i.e.,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delete edge from a to c but retain the other two edges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If a vertex ‘a’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connected to vertex ‘b’ by an edge (i.e.,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then vertex ‘b’ appears above vertex ‘a’. Therefore, the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arrows may be omitted from the edges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Hasse diagram.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Hasse diagram is much simpler than the directed graph of the partial order.</a:t>
            </a:r>
          </a:p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6" name="Google Shape;216;p5">
            <a:extLst>
              <a:ext uri="{FF2B5EF4-FFF2-40B4-BE49-F238E27FC236}">
                <a16:creationId xmlns:a16="http://schemas.microsoft.com/office/drawing/2014/main" id="{51F8C7E0-DBEE-810E-AE3E-256148A4602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9088FE9-F55C-A547-395D-CF725E00A6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366631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36F13210-7880-25BB-21C1-5A8DCE310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2CF03DD8-992F-D3FF-CBCD-C319640F2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47" y="369679"/>
            <a:ext cx="5715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Hasse Diagrams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DA1BA2AD-155C-961D-53DE-E0770730A37E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6" name="Google Shape;216;p5">
            <a:extLst>
              <a:ext uri="{FF2B5EF4-FFF2-40B4-BE49-F238E27FC236}">
                <a16:creationId xmlns:a16="http://schemas.microsoft.com/office/drawing/2014/main" id="{4BEEA3DF-76F2-9DED-4B25-608FC74F1F6F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A02AC4F-8C68-B2B1-36E1-23DB294289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FD2825-A93A-83EF-EDAF-4BC7320CD6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72" y="1653770"/>
            <a:ext cx="8129035" cy="45312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0A15DA-B5AD-56C4-9573-27EE43820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8828" y="1693192"/>
            <a:ext cx="2971800" cy="206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37895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61395B9-6571-C0C9-5C04-19F6CFFF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E956B9EC-B9AC-B18A-788F-704A8371D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47" y="369679"/>
            <a:ext cx="5715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Hasse Diagrams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D730EAC1-98B4-DDC4-1594-B4198FB9D6A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6" name="Google Shape;216;p5">
            <a:extLst>
              <a:ext uri="{FF2B5EF4-FFF2-40B4-BE49-F238E27FC236}">
                <a16:creationId xmlns:a16="http://schemas.microsoft.com/office/drawing/2014/main" id="{FA05092B-237D-17D5-8B15-1993D2B487FC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0496488-A0E9-F39E-EEE6-D22DB18F2F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4393DC-5AF2-B382-8D63-06DABE207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654608"/>
            <a:ext cx="7758709" cy="44149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207DD0-61F7-FCC5-4D31-DEB00750F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7271" y="2488660"/>
            <a:ext cx="1064776" cy="350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7537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2D4C5C92-335B-B453-6361-C38AAEB5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>
            <a:extLst>
              <a:ext uri="{FF2B5EF4-FFF2-40B4-BE49-F238E27FC236}">
                <a16:creationId xmlns:a16="http://schemas.microsoft.com/office/drawing/2014/main" id="{79215C35-7A20-5D87-A517-40A3D0F56B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199" y="386995"/>
            <a:ext cx="5762947" cy="85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Activity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Google Shape;231;p7">
                <a:extLst>
                  <a:ext uri="{FF2B5EF4-FFF2-40B4-BE49-F238E27FC236}">
                    <a16:creationId xmlns:a16="http://schemas.microsoft.com/office/drawing/2014/main" id="{2B59EBD3-4E3C-48C0-3674-3C6793AFE2E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14400" y="1810822"/>
                <a:ext cx="7551506" cy="44872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57200" algn="just">
                  <a:buAutoNum type="arabicPeriod"/>
                </a:pP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 the set </a:t>
                </a:r>
                <a14:m>
                  <m:oMath xmlns:m="http://schemas.openxmlformats.org/officeDocument/2006/math">
                    <m:r>
                      <a:rPr lang="en-IN" sz="24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sz="2400" b="1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IN" sz="2400" b="1" i="1" dirty="0" err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IN" sz="2400" b="1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1" i="1" dirty="0" err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IN" sz="2400" b="1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1" i="1" dirty="0" err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IN" sz="2400" b="1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1" i="1" dirty="0" err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sz="2400" b="1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1" i="1" dirty="0" err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IN" sz="2400" b="1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the corresponding relation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en-IN" sz="2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dirty="0" err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IN" sz="2400" b="1" i="1" dirty="0">
                          <a:latin typeface="Cambria Math" panose="02040503050406030204" pitchFamily="18" charset="0"/>
                        </a:rPr>
                        <m:t>)}. </m:t>
                      </m:r>
                    </m:oMath>
                  </m:oMathPara>
                </a14:m>
                <a:endParaRPr lang="en-I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I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Construct the directed graph and the corresponding Hasse diagram of this partial order.</a:t>
                </a:r>
              </a:p>
              <a:p>
                <a:pPr algn="just"/>
                <a:endParaRPr lang="en-I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 algn="just">
                  <a:buAutoNum type="arabicPeriod" startAt="2"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 the Hasse diagram as</a:t>
                </a:r>
              </a:p>
              <a:p>
                <a:pPr algn="just"/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shown in Figure. Determine the </a:t>
                </a:r>
              </a:p>
              <a:p>
                <a:pPr algn="just"/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value of set A and also determine </a:t>
                </a:r>
              </a:p>
              <a:p>
                <a:pPr algn="just"/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set R.</a:t>
                </a:r>
              </a:p>
              <a:p>
                <a:pPr marR="0" lvl="0" algn="l" rtl="0"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</a:pPr>
                <a:endParaRPr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1" name="Google Shape;231;p7">
                <a:extLst>
                  <a:ext uri="{FF2B5EF4-FFF2-40B4-BE49-F238E27FC236}">
                    <a16:creationId xmlns:a16="http://schemas.microsoft.com/office/drawing/2014/main" id="{2B59EBD3-4E3C-48C0-3674-3C6793AFE2E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14400" y="1810822"/>
                <a:ext cx="7551506" cy="4487235"/>
              </a:xfrm>
              <a:prstGeom prst="rect">
                <a:avLst/>
              </a:prstGeom>
              <a:blipFill>
                <a:blip r:embed="rId3"/>
                <a:stretch>
                  <a:fillRect l="-1291" t="-1223" r="-1211" b="-29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2" name="Google Shape;232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56FFF88-E5D5-C79A-F95A-3461447AC2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9399DDF-5F5F-C4E8-5F5E-AF29E78F8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749" y="4318190"/>
            <a:ext cx="2790817" cy="186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17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>
            <a:spLocks noGrp="1"/>
          </p:cNvSpPr>
          <p:nvPr>
            <p:ph type="title"/>
          </p:nvPr>
        </p:nvSpPr>
        <p:spPr>
          <a:xfrm>
            <a:off x="3397824" y="404975"/>
            <a:ext cx="44196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2" name="Google Shape;252;p10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903737" y="1981200"/>
            <a:ext cx="7332397" cy="190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lvl="0" indent="-342900">
              <a:lnSpc>
                <a:spcPct val="150000"/>
              </a:lnSpc>
              <a:spcBef>
                <a:spcPts val="860"/>
              </a:spcBef>
              <a:buSzPts val="2400"/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Hasse diagrams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been presented.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Lattices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be discussed in next topic.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68" marR="0" lvl="0" indent="0" algn="l" rtl="0">
              <a:spcBef>
                <a:spcPts val="860"/>
              </a:spcBef>
              <a:spcAft>
                <a:spcPts val="0"/>
              </a:spcAft>
              <a:buNone/>
            </a:pPr>
            <a:endParaRPr sz="21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>
            <a:spLocks noGrp="1"/>
          </p:cNvSpPr>
          <p:nvPr>
            <p:ph type="ctrTitle"/>
          </p:nvPr>
        </p:nvSpPr>
        <p:spPr>
          <a:xfrm>
            <a:off x="3184985" y="370725"/>
            <a:ext cx="5555025" cy="106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69" name="Google Shape;269;p11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780836" y="1906481"/>
            <a:ext cx="7787811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https://youtu.be/JkYZGvW2aZM?si=mb-WGRch6IqlsVj_</a:t>
            </a:r>
            <a:endParaRPr lang="en-US" sz="2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https://youtu.be/qPtGlrb_sXg?si=Gk5wey5kY-NrSlkC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50179"/>
            <a:ext cx="53340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3897323024"/>
              </p:ext>
            </p:extLst>
          </p:nvPr>
        </p:nvGraphicFramePr>
        <p:xfrm>
          <a:off x="685800" y="1612182"/>
          <a:ext cx="7929081" cy="45458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2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Year of Publication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B.S. Grewal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Khanna Publishers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B.V. Ramana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Higher Engineering Mathematics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Tata McGraw-Hill Education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2009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Erwin Kreyszig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Advanced Engineering Mathematics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N.P. Bali and Manish Goyal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Laxmi Publications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S.K. Gupta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Mathematical Methods for Engineers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 India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2013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3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563</Words>
  <Application>Microsoft Office PowerPoint</Application>
  <PresentationFormat>On-screen Show (4:3)</PresentationFormat>
  <Paragraphs>98</Paragraphs>
  <Slides>13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Casper</vt:lpstr>
      <vt:lpstr>Times New Roman</vt:lpstr>
      <vt:lpstr>Calibri</vt:lpstr>
      <vt:lpstr>Noto Sans Symbols</vt:lpstr>
      <vt:lpstr>Arial</vt:lpstr>
      <vt:lpstr>Cambria Math</vt:lpstr>
      <vt:lpstr>Arial Black</vt:lpstr>
      <vt:lpstr>Cambria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Hasse Diagrams</vt:lpstr>
      <vt:lpstr>Hasse Diagrams</vt:lpstr>
      <vt:lpstr>Hasse Diagrams</vt:lpstr>
      <vt:lpstr>Hasse Diagrams</vt:lpstr>
      <vt:lpstr>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</cp:revision>
  <dcterms:created xsi:type="dcterms:W3CDTF">2006-08-16T00:00:00Z</dcterms:created>
  <dcterms:modified xsi:type="dcterms:W3CDTF">2026-07-08T11:09:05Z</dcterms:modified>
</cp:coreProperties>
</file>