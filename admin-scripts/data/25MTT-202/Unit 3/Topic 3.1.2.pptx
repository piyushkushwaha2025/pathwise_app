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9"/>
  </p:notesMasterIdLst>
  <p:sldIdLst>
    <p:sldId id="328" r:id="rId3"/>
    <p:sldId id="397" r:id="rId4"/>
    <p:sldId id="391" r:id="rId5"/>
    <p:sldId id="259" r:id="rId6"/>
    <p:sldId id="269" r:id="rId7"/>
    <p:sldId id="399" r:id="rId8"/>
    <p:sldId id="400" r:id="rId9"/>
    <p:sldId id="401" r:id="rId10"/>
    <p:sldId id="402" r:id="rId11"/>
    <p:sldId id="403" r:id="rId12"/>
    <p:sldId id="404" r:id="rId13"/>
    <p:sldId id="270" r:id="rId14"/>
    <p:sldId id="264" r:id="rId15"/>
    <p:sldId id="265" r:id="rId16"/>
    <p:sldId id="398" r:id="rId17"/>
    <p:sldId id="267" r:id="rId18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8T08:02:28.042" v="1189" actId="2711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8T07:43:50.903" v="715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8T07:43:50.903" v="715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8T07:42:09.142" v="685" actId="20577"/>
          <ac:spMkLst>
            <pc:docMk/>
            <pc:sldMk cId="0" sldId="259"/>
            <ac:spMk id="198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6-22T08:56:26.444" v="435" actId="47"/>
        <pc:sldMkLst>
          <pc:docMk/>
          <pc:sldMk cId="0" sldId="260"/>
        </pc:sldMkLst>
      </pc:sldChg>
      <pc:sldChg chg="delSp modSp del mod">
        <pc:chgData name="MOHD SARTAJ" userId="0be50391adb133e1" providerId="LiveId" clId="{849D2220-9185-4955-8F14-CE40930C4662}" dt="2026-06-22T08:56:27.433" v="436" actId="47"/>
        <pc:sldMkLst>
          <pc:docMk/>
          <pc:sldMk cId="0" sldId="261"/>
        </pc:sldMkLst>
      </pc:sldChg>
      <pc:sldChg chg="delSp modSp del mod">
        <pc:chgData name="MOHD SARTAJ" userId="0be50391adb133e1" providerId="LiveId" clId="{849D2220-9185-4955-8F14-CE40930C4662}" dt="2026-06-22T08:56:28.820" v="437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8T07:44:19.811" v="725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8T08:02:00.767" v="1186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6-22T08:49:52.563" v="380" actId="103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8T08:02:00.767" v="1186" actId="20577"/>
          <ac:spMkLst>
            <pc:docMk/>
            <pc:sldMk cId="0" sldId="264"/>
            <ac:spMk id="28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8T08:02:28.042" v="1189" actId="2711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6-22T08:50:05.040" v="383" actId="14100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8T08:02:28.042" v="1189" actId="2711"/>
          <ac:spMkLst>
            <pc:docMk/>
            <pc:sldMk cId="0" sldId="265"/>
            <ac:spMk id="300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6:41.950" v="648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6:41.950" v="648" actId="1037"/>
          <ac:picMkLst>
            <pc:docMk/>
            <pc:sldMk cId="0" sldId="267"/>
            <ac:picMk id="2" creationId="{26DE134A-C4D5-B418-ABF3-DC0CBC1E9D03}"/>
          </ac:picMkLst>
        </pc:picChg>
      </pc:sldChg>
      <pc:sldChg chg="modSp del mod">
        <pc:chgData name="MOHD SARTAJ" userId="0be50391adb133e1" providerId="LiveId" clId="{849D2220-9185-4955-8F14-CE40930C4662}" dt="2026-06-22T08:56:29.544" v="438" actId="47"/>
        <pc:sldMkLst>
          <pc:docMk/>
          <pc:sldMk cId="3128174871" sldId="268"/>
        </pc:sldMkLst>
      </pc:sldChg>
      <pc:sldChg chg="modSp add del mod">
        <pc:chgData name="MOHD SARTAJ" userId="0be50391adb133e1" providerId="LiveId" clId="{849D2220-9185-4955-8F14-CE40930C4662}" dt="2026-07-08T07:47:13.123" v="795" actId="20577"/>
        <pc:sldMkLst>
          <pc:docMk/>
          <pc:sldMk cId="1473610980" sldId="269"/>
        </pc:sldMkLst>
        <pc:spChg chg="mod">
          <ac:chgData name="MOHD SARTAJ" userId="0be50391adb133e1" providerId="LiveId" clId="{849D2220-9185-4955-8F14-CE40930C4662}" dt="2026-07-08T07:44:07.228" v="724" actId="1036"/>
          <ac:spMkLst>
            <pc:docMk/>
            <pc:sldMk cId="1473610980" sldId="269"/>
            <ac:spMk id="241" creationId="{BC710966-EDA8-3CB2-F52C-E41164FB4ACD}"/>
          </ac:spMkLst>
        </pc:spChg>
        <pc:spChg chg="mod">
          <ac:chgData name="MOHD SARTAJ" userId="0be50391adb133e1" providerId="LiveId" clId="{849D2220-9185-4955-8F14-CE40930C4662}" dt="2026-07-08T07:47:13.123" v="795" actId="20577"/>
          <ac:spMkLst>
            <pc:docMk/>
            <pc:sldMk cId="1473610980" sldId="269"/>
            <ac:spMk id="244" creationId="{7F75AD7E-7A29-BB26-0E2B-AA399C484C67}"/>
          </ac:spMkLst>
        </pc:spChg>
      </pc:sldChg>
      <pc:sldChg chg="modSp mod">
        <pc:chgData name="MOHD SARTAJ" userId="0be50391adb133e1" providerId="LiveId" clId="{849D2220-9185-4955-8F14-CE40930C4662}" dt="2026-07-08T08:00:52.600" v="1116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8T08:00:52.600" v="1116" actId="1035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6-22T08:49:39.974" v="365" actId="207"/>
          <ac:spMkLst>
            <pc:docMk/>
            <pc:sldMk cId="3037065987" sldId="270"/>
            <ac:spMk id="261" creationId="{7C4AB5FE-6FED-F373-32CF-3439840E061D}"/>
          </ac:spMkLst>
        </pc:spChg>
      </pc:sldChg>
      <pc:sldChg chg="modSp add mod">
        <pc:chgData name="MOHD SARTAJ" userId="0be50391adb133e1" providerId="LiveId" clId="{849D2220-9185-4955-8F14-CE40930C4662}" dt="2026-07-08T07:43:32.814" v="712" actId="2710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8T07:43:32.814" v="712" actId="2710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8T07:43:43.285" v="714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8T07:43:43.285" v="714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22T08:45:27.290" v="148" actId="14100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8T07:42:53.394" v="707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8T07:42:53.394" v="707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7-08T07:41:45.028" v="655" actId="14100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6-22T08:51:49.521" v="389" actId="14734"/>
        <pc:sldMkLst>
          <pc:docMk/>
          <pc:sldMk cId="0" sldId="398"/>
        </pc:sldMkLst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8T07:52:08.114" v="825" actId="207"/>
        <pc:sldMkLst>
          <pc:docMk/>
          <pc:sldMk cId="110714209" sldId="399"/>
        </pc:sldMkLst>
        <pc:spChg chg="mod">
          <ac:chgData name="MOHD SARTAJ" userId="0be50391adb133e1" providerId="LiveId" clId="{849D2220-9185-4955-8F14-CE40930C4662}" dt="2026-07-08T07:52:08.114" v="825" actId="207"/>
          <ac:spMkLst>
            <pc:docMk/>
            <pc:sldMk cId="110714209" sldId="399"/>
            <ac:spMk id="241" creationId="{EAFC17AE-4096-7360-93C9-7E2B5217D2EC}"/>
          </ac:spMkLst>
        </pc:spChg>
        <pc:spChg chg="mod">
          <ac:chgData name="MOHD SARTAJ" userId="0be50391adb133e1" providerId="LiveId" clId="{849D2220-9185-4955-8F14-CE40930C4662}" dt="2026-07-08T07:51:26.881" v="820" actId="14100"/>
          <ac:spMkLst>
            <pc:docMk/>
            <pc:sldMk cId="110714209" sldId="399"/>
            <ac:spMk id="244" creationId="{C5053396-B7C0-2CAD-CF35-90566E105DFF}"/>
          </ac:spMkLst>
        </pc:spChg>
      </pc:sldChg>
      <pc:sldChg chg="addSp delSp modSp add mod">
        <pc:chgData name="MOHD SARTAJ" userId="0be50391adb133e1" providerId="LiveId" clId="{849D2220-9185-4955-8F14-CE40930C4662}" dt="2026-07-08T07:52:32.822" v="830"/>
        <pc:sldMkLst>
          <pc:docMk/>
          <pc:sldMk cId="725061159" sldId="400"/>
        </pc:sldMkLst>
        <pc:spChg chg="add mod">
          <ac:chgData name="MOHD SARTAJ" userId="0be50391adb133e1" providerId="LiveId" clId="{849D2220-9185-4955-8F14-CE40930C4662}" dt="2026-07-08T07:52:23.865" v="827"/>
          <ac:spMkLst>
            <pc:docMk/>
            <pc:sldMk cId="725061159" sldId="400"/>
            <ac:spMk id="2" creationId="{92549D31-F677-4FFD-0157-A48C51EACD90}"/>
          </ac:spMkLst>
        </pc:spChg>
        <pc:spChg chg="add del mod">
          <ac:chgData name="MOHD SARTAJ" userId="0be50391adb133e1" providerId="LiveId" clId="{849D2220-9185-4955-8F14-CE40930C4662}" dt="2026-07-08T07:52:31.124" v="829" actId="478"/>
          <ac:spMkLst>
            <pc:docMk/>
            <pc:sldMk cId="725061159" sldId="400"/>
            <ac:spMk id="4" creationId="{54C94606-EC23-788B-3A78-AAFF650E9D59}"/>
          </ac:spMkLst>
        </pc:spChg>
        <pc:spChg chg="add mod">
          <ac:chgData name="MOHD SARTAJ" userId="0be50391adb133e1" providerId="LiveId" clId="{849D2220-9185-4955-8F14-CE40930C4662}" dt="2026-07-08T07:52:32.822" v="830"/>
          <ac:spMkLst>
            <pc:docMk/>
            <pc:sldMk cId="725061159" sldId="400"/>
            <ac:spMk id="5" creationId="{052EFDA9-56C4-885B-6F7D-DDF8D39C2E43}"/>
          </ac:spMkLst>
        </pc:spChg>
        <pc:spChg chg="del">
          <ac:chgData name="MOHD SARTAJ" userId="0be50391adb133e1" providerId="LiveId" clId="{849D2220-9185-4955-8F14-CE40930C4662}" dt="2026-07-08T07:52:26.782" v="828" actId="478"/>
          <ac:spMkLst>
            <pc:docMk/>
            <pc:sldMk cId="725061159" sldId="400"/>
            <ac:spMk id="241" creationId="{8812F836-BE30-A1E2-0708-5A6B9458D42E}"/>
          </ac:spMkLst>
        </pc:spChg>
        <pc:spChg chg="mod">
          <ac:chgData name="MOHD SARTAJ" userId="0be50391adb133e1" providerId="LiveId" clId="{849D2220-9185-4955-8F14-CE40930C4662}" dt="2026-07-08T07:51:35.913" v="822" actId="14100"/>
          <ac:spMkLst>
            <pc:docMk/>
            <pc:sldMk cId="725061159" sldId="400"/>
            <ac:spMk id="244" creationId="{F97F6D7A-89D3-F9E8-D3BC-44EA5DC442DE}"/>
          </ac:spMkLst>
        </pc:spChg>
      </pc:sldChg>
      <pc:sldChg chg="modSp add mod">
        <pc:chgData name="MOHD SARTAJ" userId="0be50391adb133e1" providerId="LiveId" clId="{849D2220-9185-4955-8F14-CE40930C4662}" dt="2026-07-08T07:54:10.700" v="868" actId="20577"/>
        <pc:sldMkLst>
          <pc:docMk/>
          <pc:sldMk cId="2534934493" sldId="401"/>
        </pc:sldMkLst>
        <pc:spChg chg="mod">
          <ac:chgData name="MOHD SARTAJ" userId="0be50391adb133e1" providerId="LiveId" clId="{849D2220-9185-4955-8F14-CE40930C4662}" dt="2026-07-08T07:52:57.682" v="852" actId="20577"/>
          <ac:spMkLst>
            <pc:docMk/>
            <pc:sldMk cId="2534934493" sldId="401"/>
            <ac:spMk id="5" creationId="{8386BF92-A5AB-6088-862D-DA157E7138FB}"/>
          </ac:spMkLst>
        </pc:spChg>
        <pc:spChg chg="mod">
          <ac:chgData name="MOHD SARTAJ" userId="0be50391adb133e1" providerId="LiveId" clId="{849D2220-9185-4955-8F14-CE40930C4662}" dt="2026-07-08T07:54:10.700" v="868" actId="20577"/>
          <ac:spMkLst>
            <pc:docMk/>
            <pc:sldMk cId="2534934493" sldId="401"/>
            <ac:spMk id="244" creationId="{4F459AAE-A740-6CAC-D939-91B41C084DF7}"/>
          </ac:spMkLst>
        </pc:spChg>
      </pc:sldChg>
      <pc:sldChg chg="modSp add mod">
        <pc:chgData name="MOHD SARTAJ" userId="0be50391adb133e1" providerId="LiveId" clId="{849D2220-9185-4955-8F14-CE40930C4662}" dt="2026-07-08T07:55:19.521" v="881" actId="20577"/>
        <pc:sldMkLst>
          <pc:docMk/>
          <pc:sldMk cId="4060626800" sldId="402"/>
        </pc:sldMkLst>
        <pc:spChg chg="mod">
          <ac:chgData name="MOHD SARTAJ" userId="0be50391adb133e1" providerId="LiveId" clId="{849D2220-9185-4955-8F14-CE40930C4662}" dt="2026-07-08T07:55:19.521" v="881" actId="20577"/>
          <ac:spMkLst>
            <pc:docMk/>
            <pc:sldMk cId="4060626800" sldId="402"/>
            <ac:spMk id="244" creationId="{715930F1-9EAE-6C73-F4CF-1363D6745C92}"/>
          </ac:spMkLst>
        </pc:spChg>
      </pc:sldChg>
      <pc:sldChg chg="addSp modSp add mod">
        <pc:chgData name="MOHD SARTAJ" userId="0be50391adb133e1" providerId="LiveId" clId="{849D2220-9185-4955-8F14-CE40930C4662}" dt="2026-07-08T07:58:08.253" v="1041" actId="1035"/>
        <pc:sldMkLst>
          <pc:docMk/>
          <pc:sldMk cId="2158253203" sldId="403"/>
        </pc:sldMkLst>
        <pc:spChg chg="add mod">
          <ac:chgData name="MOHD SARTAJ" userId="0be50391adb133e1" providerId="LiveId" clId="{849D2220-9185-4955-8F14-CE40930C4662}" dt="2026-07-08T07:57:48.480" v="1002" actId="20577"/>
          <ac:spMkLst>
            <pc:docMk/>
            <pc:sldMk cId="2158253203" sldId="403"/>
            <ac:spMk id="4" creationId="{B33B36D4-4CAF-9D44-E9FD-428C1AF1C1B2}"/>
          </ac:spMkLst>
        </pc:spChg>
        <pc:spChg chg="mod">
          <ac:chgData name="MOHD SARTAJ" userId="0be50391adb133e1" providerId="LiveId" clId="{849D2220-9185-4955-8F14-CE40930C4662}" dt="2026-07-08T07:56:24.389" v="901" actId="20577"/>
          <ac:spMkLst>
            <pc:docMk/>
            <pc:sldMk cId="2158253203" sldId="403"/>
            <ac:spMk id="5" creationId="{DF1A8D1F-2023-D6A7-CA0F-CDB4C6B8BD41}"/>
          </ac:spMkLst>
        </pc:spChg>
        <pc:spChg chg="add mod">
          <ac:chgData name="MOHD SARTAJ" userId="0be50391adb133e1" providerId="LiveId" clId="{849D2220-9185-4955-8F14-CE40930C4662}" dt="2026-07-08T07:58:08.253" v="1041" actId="1035"/>
          <ac:spMkLst>
            <pc:docMk/>
            <pc:sldMk cId="2158253203" sldId="403"/>
            <ac:spMk id="7" creationId="{8AB4F572-7DAC-8C67-E053-1C23CDC20263}"/>
          </ac:spMkLst>
        </pc:spChg>
        <pc:spChg chg="mod">
          <ac:chgData name="MOHD SARTAJ" userId="0be50391adb133e1" providerId="LiveId" clId="{849D2220-9185-4955-8F14-CE40930C4662}" dt="2026-07-08T07:56:51.268" v="907" actId="20577"/>
          <ac:spMkLst>
            <pc:docMk/>
            <pc:sldMk cId="2158253203" sldId="403"/>
            <ac:spMk id="244" creationId="{5A7F1F66-8BF3-48AC-3F09-9015C29EF042}"/>
          </ac:spMkLst>
        </pc:spChg>
        <pc:picChg chg="add mod">
          <ac:chgData name="MOHD SARTAJ" userId="0be50391adb133e1" providerId="LiveId" clId="{849D2220-9185-4955-8F14-CE40930C4662}" dt="2026-07-08T07:57:00.797" v="972" actId="1037"/>
          <ac:picMkLst>
            <pc:docMk/>
            <pc:sldMk cId="2158253203" sldId="403"/>
            <ac:picMk id="2" creationId="{32D2AAE0-6836-0EB7-A674-7882C546932A}"/>
          </ac:picMkLst>
        </pc:picChg>
        <pc:picChg chg="add mod">
          <ac:chgData name="MOHD SARTAJ" userId="0be50391adb133e1" providerId="LiveId" clId="{849D2220-9185-4955-8F14-CE40930C4662}" dt="2026-07-08T07:58:08.253" v="1041" actId="1035"/>
          <ac:picMkLst>
            <pc:docMk/>
            <pc:sldMk cId="2158253203" sldId="403"/>
            <ac:picMk id="6" creationId="{B2C95352-375A-128C-44A0-18CB171A24A9}"/>
          </ac:picMkLst>
        </pc:picChg>
      </pc:sldChg>
      <pc:sldChg chg="delSp modSp add mod">
        <pc:chgData name="MOHD SARTAJ" userId="0be50391adb133e1" providerId="LiveId" clId="{849D2220-9185-4955-8F14-CE40930C4662}" dt="2026-07-08T07:59:43.529" v="1067" actId="20577"/>
        <pc:sldMkLst>
          <pc:docMk/>
          <pc:sldMk cId="1849162755" sldId="404"/>
        </pc:sldMkLst>
        <pc:spChg chg="del">
          <ac:chgData name="MOHD SARTAJ" userId="0be50391adb133e1" providerId="LiveId" clId="{849D2220-9185-4955-8F14-CE40930C4662}" dt="2026-07-08T07:58:49.442" v="1043" actId="478"/>
          <ac:spMkLst>
            <pc:docMk/>
            <pc:sldMk cId="1849162755" sldId="404"/>
            <ac:spMk id="4" creationId="{4F697407-86C2-3D7A-D061-4E055AC975ED}"/>
          </ac:spMkLst>
        </pc:spChg>
        <pc:spChg chg="mod">
          <ac:chgData name="MOHD SARTAJ" userId="0be50391adb133e1" providerId="LiveId" clId="{849D2220-9185-4955-8F14-CE40930C4662}" dt="2026-07-08T07:59:16.572" v="1061" actId="20577"/>
          <ac:spMkLst>
            <pc:docMk/>
            <pc:sldMk cId="1849162755" sldId="404"/>
            <ac:spMk id="5" creationId="{31092633-3899-9959-4BF6-8F0F080C0AB2}"/>
          </ac:spMkLst>
        </pc:spChg>
        <pc:spChg chg="del">
          <ac:chgData name="MOHD SARTAJ" userId="0be50391adb133e1" providerId="LiveId" clId="{849D2220-9185-4955-8F14-CE40930C4662}" dt="2026-07-08T07:58:54.480" v="1045" actId="478"/>
          <ac:spMkLst>
            <pc:docMk/>
            <pc:sldMk cId="1849162755" sldId="404"/>
            <ac:spMk id="7" creationId="{E142E980-3961-3AC6-117E-3FF25696CCB4}"/>
          </ac:spMkLst>
        </pc:spChg>
        <pc:spChg chg="mod">
          <ac:chgData name="MOHD SARTAJ" userId="0be50391adb133e1" providerId="LiveId" clId="{849D2220-9185-4955-8F14-CE40930C4662}" dt="2026-07-08T07:59:43.529" v="1067" actId="20577"/>
          <ac:spMkLst>
            <pc:docMk/>
            <pc:sldMk cId="1849162755" sldId="404"/>
            <ac:spMk id="244" creationId="{DA528082-8E70-1471-A445-EFD71695E66A}"/>
          </ac:spMkLst>
        </pc:spChg>
        <pc:picChg chg="del">
          <ac:chgData name="MOHD SARTAJ" userId="0be50391adb133e1" providerId="LiveId" clId="{849D2220-9185-4955-8F14-CE40930C4662}" dt="2026-07-08T07:58:56.497" v="1046" actId="478"/>
          <ac:picMkLst>
            <pc:docMk/>
            <pc:sldMk cId="1849162755" sldId="404"/>
            <ac:picMk id="2" creationId="{5CC7BDFF-5325-BA39-D1D0-03114C7337EF}"/>
          </ac:picMkLst>
        </pc:picChg>
        <pc:picChg chg="del">
          <ac:chgData name="MOHD SARTAJ" userId="0be50391adb133e1" providerId="LiveId" clId="{849D2220-9185-4955-8F14-CE40930C4662}" dt="2026-07-08T07:58:51.194" v="1044" actId="478"/>
          <ac:picMkLst>
            <pc:docMk/>
            <pc:sldMk cId="1849162755" sldId="404"/>
            <ac:picMk id="6" creationId="{2BB701FD-D44A-E0F8-037D-D041FCF87F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BB4E83C5-954A-331C-1B0B-0EB24D93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48FC1903-242C-77B1-718B-70AE70534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39832BB1-0162-F4DC-A8A3-0E98D43D1E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737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EF0527D1-C1DF-838C-F50F-39A5CAC5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4B1483D9-74A3-EA54-8634-5DC2EB35C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55695828-F051-99DD-414B-A4127EC85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5154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85F4D0AB-B900-EF0F-52DF-289A5AB7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564EB275-9A92-D617-7CC7-1B0924B76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9A65AD54-2A65-8CA6-0A87-7E7D3ECC2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4439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637B69E6-2440-2F07-E809-73CCE838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8C037E67-CEE4-B37D-3893-2BC9A2DBB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C32B55E8-67B0-C31B-73F9-5BBB6B2B4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924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28AB24D2-BFB5-C03C-91D8-54393DD7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87F92C83-8181-D019-A731-22597D02E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FAFC374E-749C-73FD-6581-3E55B1560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2050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99FB830B-0EEF-CC7A-E12F-EC59511A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569BA6D2-8586-9713-9A8F-667953C91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4052CA9D-508C-7F9C-1F33-818B52C0C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8490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DEA66619-632C-511E-D1B1-643639A3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4B564CFF-DC86-5B35-A09E-28ED70EBA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982D77F6-D8AD-DA50-779D-8A8DF3D26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9489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hyperlink" Target="https://youtu.be/yQ03lewFU8U?si=KIdJ3uNqZS26zN-Z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575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2400" b="0" i="0" u="none" strike="noStrike" cap="non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spcBef>
                <a:spcPts val="980"/>
              </a:spcBef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Unit-3 (Chapter-</a:t>
            </a: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3.1.2)</a:t>
            </a:r>
            <a:endParaRPr lang="en-US" sz="2400" kern="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75" y="1676400"/>
            <a:ext cx="8178230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02" y="1758592"/>
            <a:ext cx="848559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Equivalence relation and class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77E62DF5-3AFC-90C9-7602-AC6589BC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>
            <a:extLst>
              <a:ext uri="{FF2B5EF4-FFF2-40B4-BE49-F238E27FC236}">
                <a16:creationId xmlns:a16="http://schemas.microsoft.com/office/drawing/2014/main" id="{BC710966-EDA8-3CB2-F52C-E41164FB4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Equivalence Relation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7A8A0E0D-4CBC-FF05-6137-7994D85FEE8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7F75AD7E-7A29-BB26-0E2B-AA399C484C67}"/>
              </a:ext>
            </a:extLst>
          </p:cNvPr>
          <p:cNvSpPr txBox="1"/>
          <p:nvPr/>
        </p:nvSpPr>
        <p:spPr>
          <a:xfrm>
            <a:off x="628650" y="1642076"/>
            <a:ext cx="8012113" cy="417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1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A relation on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called an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equivalence relation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it is reflexive, symmetric, and transitive. </a:t>
            </a:r>
          </a:p>
          <a:p>
            <a:pPr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elements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are related by an equivalence relation are called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equivalent.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notation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∼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often used to denote that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equivalent elements with respect to a particular equivalence relation.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Relation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is equivalence relation but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+ 1} is not.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3728C034-6955-E00B-96D6-86052D90DED8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A9AF0916-CDA4-6C45-397D-2C083AAB6C57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7842961-8508-2E23-FE36-861AEBD30B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3610980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04ADEFCC-AF5F-7A48-99AA-4E8E6CBD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>
            <a:extLst>
              <a:ext uri="{FF2B5EF4-FFF2-40B4-BE49-F238E27FC236}">
                <a16:creationId xmlns:a16="http://schemas.microsoft.com/office/drawing/2014/main" id="{EAFC17AE-4096-7360-93C9-7E2B5217D2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Congruence Modulo </a:t>
            </a:r>
            <a:r>
              <a:rPr lang="en-US" sz="36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Relation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BF180DD9-0592-2E39-6214-2D5B60B3F80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C5053396-B7C0-2CAD-CF35-90566E105DFF}"/>
              </a:ext>
            </a:extLst>
          </p:cNvPr>
          <p:cNvSpPr txBox="1"/>
          <p:nvPr/>
        </p:nvSpPr>
        <p:spPr>
          <a:xfrm>
            <a:off x="719191" y="1642076"/>
            <a:ext cx="7808360" cy="380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Let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 an integer with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1. Show that the relation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)} </a:t>
            </a:r>
          </a:p>
          <a:p>
            <a:pPr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is an equivalence relation on the set of integers.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Recall that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if and only if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divides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since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0 is divisible by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since  0 = 0 ∙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Symmetry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Suppose that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Then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divisible by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so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an integer. It follows that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m, so 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2BCC014C-2A33-13BB-A590-EC6451C0B4D0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6693CAC1-B4FE-1992-8843-E7ECD0E0CCD4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8EAD008-E223-092A-8D7C-16CE2FCB14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714209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18EF168C-2529-5D17-BA5E-9A89096F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1DB75F3D-E25B-AEAF-22E3-E8148F88A3B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F97F6D7A-89D3-F9E8-D3BC-44EA5DC442DE}"/>
              </a:ext>
            </a:extLst>
          </p:cNvPr>
          <p:cNvSpPr txBox="1"/>
          <p:nvPr/>
        </p:nvSpPr>
        <p:spPr>
          <a:xfrm>
            <a:off x="821932" y="1642076"/>
            <a:ext cx="7746715" cy="232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lvl="1"/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Transitivity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Suppose that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Then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divides both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Hence, there are integers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       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km  and 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obtain by adding the equations: 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+ 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Therefore,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≡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48540776-BB39-82BE-E002-4B8B824740F3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22BE152E-4F6C-1FCF-1157-BDD2D81B9502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D55B4C5-3A45-6A03-7048-D1FA5C34D9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7">
            <a:extLst>
              <a:ext uri="{FF2B5EF4-FFF2-40B4-BE49-F238E27FC236}">
                <a16:creationId xmlns:a16="http://schemas.microsoft.com/office/drawing/2014/main" id="{052EFDA9-56C4-885B-6F7D-DDF8D39C2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Congruence Modulo </a:t>
            </a:r>
            <a:r>
              <a:rPr lang="en-US" sz="36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Relation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5061159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FF15854F-CF6E-2923-9BE6-7A1CEA4D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0B9662F1-D073-D068-FA3B-D2C543BBF6D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4F459AAE-A740-6CAC-D939-91B41C084DF7}"/>
              </a:ext>
            </a:extLst>
          </p:cNvPr>
          <p:cNvSpPr txBox="1"/>
          <p:nvPr/>
        </p:nvSpPr>
        <p:spPr>
          <a:xfrm>
            <a:off x="821932" y="1642076"/>
            <a:ext cx="7746715" cy="343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Let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 an equivalence relation on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set of all elements that are related to an element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called the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equivalence class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 equivalence class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respect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denoted by [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[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400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s| a ~ s,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∈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>
              <a:buNone/>
            </a:pPr>
            <a:endParaRPr lang="en-US" sz="2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For every a, b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∈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  </a:t>
            </a:r>
          </a:p>
          <a:p>
            <a:pPr algn="ctr"/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either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]=[b]  or </a:t>
            </a:r>
            <a:r>
              <a:rPr lang="en-US" sz="2400" b="1" kern="1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2400" b="1" i="1" kern="1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kern="1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∩ [</a:t>
            </a:r>
            <a:r>
              <a:rPr lang="en-US" sz="2400" b="1" i="1" kern="1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b="1" kern="1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= ∅</a:t>
            </a: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1CEBB3F1-2348-7EAD-7DC8-6752AFC3CB1D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E2F5794D-849B-FA45-C9B0-C34D61BDDAB7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B6BAE9D-A4B1-210A-9B20-8FFE40DF7B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7">
            <a:extLst>
              <a:ext uri="{FF2B5EF4-FFF2-40B4-BE49-F238E27FC236}">
                <a16:creationId xmlns:a16="http://schemas.microsoft.com/office/drawing/2014/main" id="{8386BF92-A5AB-6088-862D-DA157E7138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Equivalence class [.]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493449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6489C8E4-2CEB-582B-7C54-EEA58789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0728D231-586F-DFBA-5F94-A8CEF605224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715930F1-9EAE-6C73-F4CF-1363D6745C92}"/>
              </a:ext>
            </a:extLst>
          </p:cNvPr>
          <p:cNvSpPr txBox="1"/>
          <p:nvPr/>
        </p:nvSpPr>
        <p:spPr>
          <a:xfrm>
            <a:off x="821932" y="1642076"/>
            <a:ext cx="7746715" cy="454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equivalence classes of the relation congruence modulo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called the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congruence classes modulo 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 congruence class of an integer a modulo m is denoted by [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400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{…,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−2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+2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+2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… }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ctr"/>
            <a:endParaRPr lang="en-US" sz="2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[0]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{…, −8, −4 , 0, 4 , 8 , …}                        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{…, −7, −3 , 1, 5 , 9 , …}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{…, −6, −2 , 2, 6 , 10 , …}                      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{…, −5, −1 , 3, 7 , 11 , …}</a:t>
            </a: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3381CA00-1AE8-144A-38B2-A148A737686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51E4EA32-432C-0560-1D29-F1F16C172C5D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D82F4E7-6E03-33B2-D395-1567C1AC5C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7">
            <a:extLst>
              <a:ext uri="{FF2B5EF4-FFF2-40B4-BE49-F238E27FC236}">
                <a16:creationId xmlns:a16="http://schemas.microsoft.com/office/drawing/2014/main" id="{8A8DE931-18BF-B153-6218-5A8BB2876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Equivalence class [.]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062680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C2595683-54E1-B600-F578-29118F7F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5D7AEBDB-0EE5-C3C3-90C7-F861B07A28D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5A7F1F66-8BF3-48AC-3F09-9015C29EF042}"/>
              </a:ext>
            </a:extLst>
          </p:cNvPr>
          <p:cNvSpPr txBox="1"/>
          <p:nvPr/>
        </p:nvSpPr>
        <p:spPr>
          <a:xfrm>
            <a:off x="821932" y="1642076"/>
            <a:ext cx="7746715" cy="2695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collection of disjoint nonempty subsets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have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their union. In other words, the collection of non-empty subsets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∈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(where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an index set), forms a partition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∩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∅ when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≠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84DB2502-B29A-3FCF-5FD3-EC31C0067EF1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41CE6920-803D-DAA3-91A2-B50BC438C691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12E07FD-96D5-5A1F-E922-66E1FF1A2A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7">
            <a:extLst>
              <a:ext uri="{FF2B5EF4-FFF2-40B4-BE49-F238E27FC236}">
                <a16:creationId xmlns:a16="http://schemas.microsoft.com/office/drawing/2014/main" id="{DF1A8D1F-2023-D6A7-CA0F-CDB4C6B8B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 of a Set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2" name="Picture 1" descr="addin_tmp.png">
            <a:extLst>
              <a:ext uri="{FF2B5EF4-FFF2-40B4-BE49-F238E27FC236}">
                <a16:creationId xmlns:a16="http://schemas.microsoft.com/office/drawing/2014/main" id="{32D2AAE0-6836-0EB7-A674-7882C54693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4335118" y="3210309"/>
            <a:ext cx="1158716" cy="555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3B36D4-4CAF-9D44-E9FD-428C1AF1C1B2}"/>
              </a:ext>
            </a:extLst>
          </p:cNvPr>
          <p:cNvSpPr txBox="1"/>
          <p:nvPr/>
        </p:nvSpPr>
        <p:spPr>
          <a:xfrm>
            <a:off x="1119883" y="3879188"/>
            <a:ext cx="35754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equivalence classes are either equal or disjoint, so 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000" i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∩[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000" i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∅ when [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000" i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≠ [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en-US" sz="2000" i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the equivalence classes form a partition of 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because they split 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disjoint subsets. </a:t>
            </a:r>
          </a:p>
        </p:txBody>
      </p:sp>
      <p:pic>
        <p:nvPicPr>
          <p:cNvPr id="6" name="Picture 5" descr="0824.jpg">
            <a:extLst>
              <a:ext uri="{FF2B5EF4-FFF2-40B4-BE49-F238E27FC236}">
                <a16:creationId xmlns:a16="http://schemas.microsoft.com/office/drawing/2014/main" id="{B2C95352-375A-128C-44A0-18CB171A24A9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91235" y="3941576"/>
            <a:ext cx="2914650" cy="1860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B4F572-7DAC-8C67-E053-1C23CDC20263}"/>
              </a:ext>
            </a:extLst>
          </p:cNvPr>
          <p:cNvSpPr txBox="1"/>
          <p:nvPr/>
        </p:nvSpPr>
        <p:spPr>
          <a:xfrm>
            <a:off x="5934185" y="600781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Partition of a Set</a:t>
            </a:r>
          </a:p>
        </p:txBody>
      </p:sp>
    </p:spTree>
    <p:extLst>
      <p:ext uri="{BB962C8B-B14F-4D97-AF65-F5344CB8AC3E}">
        <p14:creationId xmlns:p14="http://schemas.microsoft.com/office/powerpoint/2010/main" val="2158253203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B7035254-42BD-C836-6A5B-4FECD92D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70CAFEE1-A985-0718-D8E3-4EE2C08CE0A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DA528082-8E70-1471-A445-EFD71695E66A}"/>
              </a:ext>
            </a:extLst>
          </p:cNvPr>
          <p:cNvSpPr txBox="1"/>
          <p:nvPr/>
        </p:nvSpPr>
        <p:spPr>
          <a:xfrm>
            <a:off x="821932" y="1642076"/>
            <a:ext cx="7746715" cy="454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Linking records (e.g., student ID ↔ course enrollment).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Media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Representing connections (e.g., user A follows user B).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Family Trees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Defining relationships (e.g., parent-child, siblings).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Mapping customers to purchases.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Engines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Ranking web pages based on links (PageRank algorithm).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Connecting account holders with transactions.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Transportation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Routes between cities (e.g., A → B flights).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Functions (e.g., input → output relations).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242B3684-E646-9383-9BB6-AD3770DCC09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D23E2D80-383C-DFF7-C6A8-D0D45F29E875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</a:t>
            </a:r>
            <a:r>
              <a:rPr lang="en-US" sz="1189" u="sng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</a:t>
            </a:r>
            <a:endParaRPr sz="118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C2F5278-94C6-FE73-265F-0CF96B0A09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7">
            <a:extLst>
              <a:ext uri="{FF2B5EF4-FFF2-40B4-BE49-F238E27FC236}">
                <a16:creationId xmlns:a16="http://schemas.microsoft.com/office/drawing/2014/main" id="{31092633-3899-9959-4BF6-8F0F080C0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360260"/>
            <a:ext cx="5347494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16275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71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27547-09A0-F6A0-F8B5-8E5E280A9157}"/>
              </a:ext>
            </a:extLst>
          </p:cNvPr>
          <p:cNvSpPr txBox="1"/>
          <p:nvPr/>
        </p:nvSpPr>
        <p:spPr>
          <a:xfrm>
            <a:off x="760287" y="1641937"/>
            <a:ext cx="7269287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R be the relation on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{1, 2, 3, 4, 5}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the relation is given by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 {(1, 1), (1, 3), (1, 4), (2, 2), (3, 1), (3, 3), (3, 4), (4, 1), (4, 3), (4, 4), (5, 5)}.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is an equivalence relation. Find the equivalence classes for the partition of A given by R.</a:t>
            </a:r>
          </a:p>
        </p:txBody>
      </p:sp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71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31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Equivalence relation and equivalence class are discussed.</a:t>
            </a:r>
            <a:endParaRPr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Their related examples and applications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Video Links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1219331" y="1902083"/>
            <a:ext cx="579093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https://youtu.be/yQ03lewFU8U?si=KIdJ3uNqZS26zN-Z</a:t>
            </a:r>
            <a:endParaRPr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6DE134A-C4D5-B418-ABF3-DC0CBC1E9D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82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$\bigcup_{i \in I} A_{i} = S.$$&#10;&#10;\end{document}"/>
  <p:tag name="IGUANATEXSIZE" val="20"/>
</p:tagLst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1308</Words>
  <Application>Microsoft Office PowerPoint</Application>
  <PresentationFormat>On-screen Show (4:3)</PresentationFormat>
  <Paragraphs>160</Paragraphs>
  <Slides>16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Times New Roman</vt:lpstr>
      <vt:lpstr>Calibri</vt:lpstr>
      <vt:lpstr>Arial</vt:lpstr>
      <vt:lpstr>Noto Sans Symbols</vt:lpstr>
      <vt:lpstr>Casper</vt:lpstr>
      <vt:lpstr>Arial Black</vt:lpstr>
      <vt:lpstr>Cambria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Equivalence Relation</vt:lpstr>
      <vt:lpstr>Congruence Modulo m Relation</vt:lpstr>
      <vt:lpstr>Congruence Modulo m Relation</vt:lpstr>
      <vt:lpstr>Equivalence class [.]</vt:lpstr>
      <vt:lpstr>Equivalence class [.]</vt:lpstr>
      <vt:lpstr>Partition of a Set</vt:lpstr>
      <vt:lpstr>Applications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4</cp:revision>
  <dcterms:created xsi:type="dcterms:W3CDTF">2006-08-16T00:00:00Z</dcterms:created>
  <dcterms:modified xsi:type="dcterms:W3CDTF">2026-07-08T08:02:32Z</dcterms:modified>
</cp:coreProperties>
</file>