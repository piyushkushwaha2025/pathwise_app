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5"/>
  </p:notesMasterIdLst>
  <p:sldIdLst>
    <p:sldId id="328" r:id="rId3"/>
    <p:sldId id="397" r:id="rId4"/>
    <p:sldId id="391" r:id="rId5"/>
    <p:sldId id="259" r:id="rId6"/>
    <p:sldId id="260" r:id="rId7"/>
    <p:sldId id="399" r:id="rId8"/>
    <p:sldId id="400" r:id="rId9"/>
    <p:sldId id="270" r:id="rId10"/>
    <p:sldId id="264" r:id="rId11"/>
    <p:sldId id="265" r:id="rId12"/>
    <p:sldId id="398" r:id="rId13"/>
    <p:sldId id="267" r:id="rId14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2FFCC110-16CF-B0FD-D740-45A39E6DE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F76030E3-821A-9F44-59C1-AD1D9F839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5CF2A3F9-BD75-5524-936B-A2F187A17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7571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63794D8C-0BB2-8988-599C-6B00B484C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E854BBBE-85C7-FB3F-0D67-E9ED06F3F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97C8DB99-8091-8828-13E5-1AA925AAD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8683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hyperlink" Target="https://drive.google.com/file/d/1zm_o2dthNGIi-OXsgP8McUz4SUlb9q3p/view?usp=sharing" TargetMode="External"/><Relationship Id="rId4" Type="http://schemas.openxmlformats.org/officeDocument/2006/relationships/hyperlink" Target="https://youtu.be/j3lrgY_sH44?si=RHcyCOoz3itig_RY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- 4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4.2.1)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Homomorphism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Subgraph and Spanning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6FDA57-4E76-F0B9-63EA-EB6A6535F219}"/>
              </a:ext>
            </a:extLst>
          </p:cNvPr>
          <p:cNvSpPr txBox="1"/>
          <p:nvPr/>
        </p:nvSpPr>
        <p:spPr>
          <a:xfrm>
            <a:off x="595901" y="1702013"/>
            <a:ext cx="80760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Subgraph: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edges and vertices are removed from a graph, without removing endpoints of any remaining edges, a smaller graph is obtained. Such a graph is called a subgraph of the original graph. </a:t>
            </a:r>
          </a:p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H = (V', E') is called subgraph of G = (V, E) if V' is subset of V and E' is subset of E.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is the subgraph of K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31A577-8BED-3953-D844-B305B7551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202" y="4380856"/>
            <a:ext cx="1950446" cy="1932552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CDD9C8B-8918-40D5-8CCC-49A4B8F6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64508886-327D-0F98-E6FB-B893830578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Subgraph and Spanning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2A02448C-DD83-AF6F-9801-0F59EA271F2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9ACCE46C-7686-F2C6-CB95-C6346DD7C32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A5866309-994C-364C-9C52-4046E5EE96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FB1A3F-C41C-B790-AAE7-57F77E66D444}"/>
              </a:ext>
            </a:extLst>
          </p:cNvPr>
          <p:cNvSpPr txBox="1"/>
          <p:nvPr/>
        </p:nvSpPr>
        <p:spPr>
          <a:xfrm>
            <a:off x="595901" y="1702013"/>
            <a:ext cx="80760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Spanning Subgraph: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 is a spanning subgraph of graph G if it contains all the vertices of G, i.e., V' = V.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is the spanning subgraph of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F933BE-EA58-4F7D-CB74-D0908FBD6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14" y="3429000"/>
            <a:ext cx="2121188" cy="15231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1C5F7-6C99-158D-A4A2-3FCDACC42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170" y="3276268"/>
            <a:ext cx="1981021" cy="153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2257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6DB447BE-476E-087E-7164-B59643F2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AAD0DA94-C54A-6BA7-785A-8B7C8196FE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Connected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D5B7CDE9-2E54-CD3D-3216-9A0E5B787F71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E35950C4-780C-3152-A62B-C3F6AD3A1D3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A082D20-F1F4-F3DC-31A3-951F2C9C45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F5E954-CAF3-D131-F1D5-A0D6B6FFABF0}"/>
              </a:ext>
            </a:extLst>
          </p:cNvPr>
          <p:cNvSpPr txBox="1"/>
          <p:nvPr/>
        </p:nvSpPr>
        <p:spPr>
          <a:xfrm>
            <a:off x="565078" y="1527356"/>
            <a:ext cx="79830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graph where must be a path between every pair of vertices.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Disconnected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graph where exist a pair of vertices such that there is no path between them.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disconnected graph is a union of two or more disjoint connected subgraphs. These disjoint connected subgraphs are called the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 of the disconnected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EB676-7788-AA96-AF94-77769368B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4591" y="2032089"/>
            <a:ext cx="1620893" cy="9934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442E7D-A28B-A732-BEF0-520064E9C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65689" y="3844730"/>
            <a:ext cx="3009900" cy="13716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90497560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9F2308D-B784-83B4-5E35-1C146AC04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687" y="2257980"/>
            <a:ext cx="802407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all the possible spanning subgraphs of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4-Regular Graph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Subgraph and spanning graphs 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https://youtu.be/j3lrgY_sH44?si=RHcyCOoz3itig_RY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470</Words>
  <Application>Microsoft Office PowerPoint</Application>
  <PresentationFormat>On-screen Show (4:3)</PresentationFormat>
  <Paragraphs>126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Calibri</vt:lpstr>
      <vt:lpstr>Casper</vt:lpstr>
      <vt:lpstr>Noto Sans Symbols</vt:lpstr>
      <vt:lpstr>Arial</vt:lpstr>
      <vt:lpstr>Arial Black</vt:lpstr>
      <vt:lpstr>Cambria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Subgraph and Spanning Graph</vt:lpstr>
      <vt:lpstr>Subgraph and Spanning Graph</vt:lpstr>
      <vt:lpstr>Connected Graph</vt:lpstr>
      <vt:lpstr>Activity-1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10</cp:revision>
  <dcterms:created xsi:type="dcterms:W3CDTF">2006-08-16T00:00:00Z</dcterms:created>
  <dcterms:modified xsi:type="dcterms:W3CDTF">2026-07-09T11:48:09Z</dcterms:modified>
</cp:coreProperties>
</file>