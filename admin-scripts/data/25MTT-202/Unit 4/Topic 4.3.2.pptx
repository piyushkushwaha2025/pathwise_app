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20"/>
  </p:notesMasterIdLst>
  <p:sldIdLst>
    <p:sldId id="328" r:id="rId3"/>
    <p:sldId id="397" r:id="rId4"/>
    <p:sldId id="391" r:id="rId5"/>
    <p:sldId id="259" r:id="rId6"/>
    <p:sldId id="403" r:id="rId7"/>
    <p:sldId id="411" r:id="rId8"/>
    <p:sldId id="418" r:id="rId9"/>
    <p:sldId id="421" r:id="rId10"/>
    <p:sldId id="419" r:id="rId11"/>
    <p:sldId id="420" r:id="rId12"/>
    <p:sldId id="410" r:id="rId13"/>
    <p:sldId id="422" r:id="rId14"/>
    <p:sldId id="423" r:id="rId15"/>
    <p:sldId id="264" r:id="rId16"/>
    <p:sldId id="265" r:id="rId17"/>
    <p:sldId id="398" r:id="rId18"/>
    <p:sldId id="267" r:id="rId19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imWijdQvAww6p7eNUJu3Yae610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97B51E-67A7-48B0-8163-EF944A2DCF13}">
  <a:tblStyle styleId="{E797B51E-67A7-48B0-8163-EF944A2DCF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DCCB45-BCA2-4A20-9253-B1EC0BCC3B4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17C9F9-206F-4F6D-9684-DFC10DB734AA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9T06:53:03.909" v="2044" actId="5793"/>
      <pc:docMkLst>
        <pc:docMk/>
      </pc:docMkLst>
      <pc:sldChg chg="addSp modSp del mod">
        <pc:chgData name="MOHD SARTAJ" userId="0be50391adb133e1" providerId="LiveId" clId="{849D2220-9185-4955-8F14-CE40930C4662}" dt="2026-06-22T08:43:51.056" v="120" actId="47"/>
        <pc:sldMkLst>
          <pc:docMk/>
          <pc:sldMk cId="0" sldId="256"/>
        </pc:sldMkLst>
      </pc:sldChg>
      <pc:sldChg chg="addSp delSp modSp del mod">
        <pc:chgData name="MOHD SARTAJ" userId="0be50391adb133e1" providerId="LiveId" clId="{849D2220-9185-4955-8F14-CE40930C4662}" dt="2026-06-22T08:44:48.522" v="136" actId="47"/>
        <pc:sldMkLst>
          <pc:docMk/>
          <pc:sldMk cId="0" sldId="257"/>
        </pc:sldMkLst>
      </pc:sldChg>
      <pc:sldChg chg="modSp del mod">
        <pc:chgData name="MOHD SARTAJ" userId="0be50391adb133e1" providerId="LiveId" clId="{849D2220-9185-4955-8F14-CE40930C4662}" dt="2026-06-22T08:45:08.593" v="138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9T04:43:14.597" v="1411" actId="255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52:27.544" v="597" actId="25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43:14.597" v="1411" actId="255"/>
          <ac:spMkLst>
            <pc:docMk/>
            <pc:sldMk cId="0" sldId="259"/>
            <ac:spMk id="198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7-09T04:47:23.697" v="1440" actId="255"/>
        <pc:sldMkLst>
          <pc:docMk/>
          <pc:sldMk cId="0" sldId="260"/>
        </pc:sldMkLst>
        <pc:spChg chg="del">
          <ac:chgData name="MOHD SARTAJ" userId="0be50391adb133e1" providerId="LiveId" clId="{849D2220-9185-4955-8F14-CE40930C4662}" dt="2026-07-08T07:23:38.848" v="818" actId="478"/>
          <ac:spMkLst>
            <pc:docMk/>
            <pc:sldMk cId="0" sldId="260"/>
            <ac:spMk id="3" creationId="{CBA4C4AB-0C4C-4275-179A-2481B83F6A21}"/>
          </ac:spMkLst>
        </pc:spChg>
        <pc:spChg chg="add mod">
          <ac:chgData name="MOHD SARTAJ" userId="0be50391adb133e1" providerId="LiveId" clId="{849D2220-9185-4955-8F14-CE40930C4662}" dt="2026-07-09T04:47:23.697" v="1440" actId="255"/>
          <ac:spMkLst>
            <pc:docMk/>
            <pc:sldMk cId="0" sldId="260"/>
            <ac:spMk id="4" creationId="{757A9C22-CFD7-BD0C-F3FD-24F5DCE6A4C6}"/>
          </ac:spMkLst>
        </pc:spChg>
        <pc:spChg chg="mod">
          <ac:chgData name="MOHD SARTAJ" userId="0be50391adb133e1" providerId="LiveId" clId="{849D2220-9185-4955-8F14-CE40930C4662}" dt="2026-07-09T04:44:55.854" v="1436" actId="20577"/>
          <ac:spMkLst>
            <pc:docMk/>
            <pc:sldMk cId="0" sldId="260"/>
            <ac:spMk id="204" creationId="{00000000-0000-0000-0000-000000000000}"/>
          </ac:spMkLst>
        </pc:spChg>
        <pc:spChg chg="del">
          <ac:chgData name="MOHD SARTAJ" userId="0be50391adb133e1" providerId="LiveId" clId="{849D2220-9185-4955-8F14-CE40930C4662}" dt="2026-07-08T07:23:42.630" v="819" actId="478"/>
          <ac:spMkLst>
            <pc:docMk/>
            <pc:sldMk cId="0" sldId="260"/>
            <ac:spMk id="220" creationId="{00000000-0000-0000-0000-000000000000}"/>
          </ac:spMkLst>
        </pc:spChg>
        <pc:picChg chg="add del mod">
          <ac:chgData name="MOHD SARTAJ" userId="0be50391adb133e1" providerId="LiveId" clId="{849D2220-9185-4955-8F14-CE40930C4662}" dt="2026-07-09T04:47:10.117" v="1437" actId="478"/>
          <ac:picMkLst>
            <pc:docMk/>
            <pc:sldMk cId="0" sldId="260"/>
            <ac:picMk id="5" creationId="{867010AB-3ACE-E3FC-330F-92455BEE9510}"/>
          </ac:picMkLst>
        </pc:picChg>
        <pc:picChg chg="del">
          <ac:chgData name="MOHD SARTAJ" userId="0be50391adb133e1" providerId="LiveId" clId="{849D2220-9185-4955-8F14-CE40930C4662}" dt="2026-07-08T07:23:35.612" v="817" actId="478"/>
          <ac:picMkLst>
            <pc:docMk/>
            <pc:sldMk cId="0" sldId="260"/>
            <ac:picMk id="219" creationId="{00000000-0000-0000-0000-000000000000}"/>
          </ac:picMkLst>
        </pc:picChg>
      </pc:sldChg>
      <pc:sldChg chg="delSp modSp del mod">
        <pc:chgData name="MOHD SARTAJ" userId="0be50391adb133e1" providerId="LiveId" clId="{849D2220-9185-4955-8F14-CE40930C4662}" dt="2026-07-08T07:26:50.070" v="102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8T07:26:45.830" v="1020" actId="6549"/>
          <ac:spMkLst>
            <pc:docMk/>
            <pc:sldMk cId="0" sldId="261"/>
            <ac:spMk id="227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8T07:26:50.840" v="1022" actId="47"/>
        <pc:sldMkLst>
          <pc:docMk/>
          <pc:sldMk cId="0" sldId="262"/>
        </pc:sldMkLst>
      </pc:sldChg>
      <pc:sldChg chg="delSp modSp del mod">
        <pc:chgData name="MOHD SARTAJ" userId="0be50391adb133e1" providerId="LiveId" clId="{849D2220-9185-4955-8F14-CE40930C4662}" dt="2026-07-01T04:48:44.690" v="478" actId="47"/>
        <pc:sldMkLst>
          <pc:docMk/>
          <pc:sldMk cId="0" sldId="263"/>
        </pc:sldMkLst>
      </pc:sldChg>
      <pc:sldChg chg="delSp modSp mod">
        <pc:chgData name="MOHD SARTAJ" userId="0be50391adb133e1" providerId="LiveId" clId="{849D2220-9185-4955-8F14-CE40930C4662}" dt="2026-07-09T04:57:58.067" v="1985" actId="20577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4:53:24.897" v="611" actId="255"/>
          <ac:spMkLst>
            <pc:docMk/>
            <pc:sldMk cId="0" sldId="264"/>
            <ac:spMk id="280" creationId="{00000000-0000-0000-0000-000000000000}"/>
          </ac:spMkLst>
        </pc:spChg>
        <pc:spChg chg="mod">
          <ac:chgData name="MOHD SARTAJ" userId="0be50391adb133e1" providerId="LiveId" clId="{849D2220-9185-4955-8F14-CE40930C4662}" dt="2026-07-09T04:57:58.067" v="1985" actId="20577"/>
          <ac:spMkLst>
            <pc:docMk/>
            <pc:sldMk cId="0" sldId="264"/>
            <ac:spMk id="283" creationId="{00000000-0000-0000-0000-000000000000}"/>
          </ac:spMkLst>
        </pc:spChg>
      </pc:sldChg>
      <pc:sldChg chg="addSp modSp mod">
        <pc:chgData name="MOHD SARTAJ" userId="0be50391adb133e1" providerId="LiveId" clId="{849D2220-9185-4955-8F14-CE40930C4662}" dt="2026-07-09T06:53:03.909" v="2044" actId="5793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53:32.565" v="612" actId="255"/>
          <ac:spMkLst>
            <pc:docMk/>
            <pc:sldMk cId="0" sldId="265"/>
            <ac:spMk id="298" creationId="{00000000-0000-0000-0000-000000000000}"/>
          </ac:spMkLst>
        </pc:spChg>
        <pc:spChg chg="mod">
          <ac:chgData name="MOHD SARTAJ" userId="0be50391adb133e1" providerId="LiveId" clId="{849D2220-9185-4955-8F14-CE40930C4662}" dt="2026-07-09T06:53:03.909" v="2044" actId="5793"/>
          <ac:spMkLst>
            <pc:docMk/>
            <pc:sldMk cId="0" sldId="265"/>
            <ac:spMk id="300" creationId="{00000000-0000-0000-0000-000000000000}"/>
          </ac:spMkLst>
        </pc:spChg>
        <pc:graphicFrameChg chg="add mod">
          <ac:chgData name="MOHD SARTAJ" userId="0be50391adb133e1" providerId="LiveId" clId="{849D2220-9185-4955-8F14-CE40930C4662}" dt="2026-07-08T07:39:58.983" v="1396"/>
          <ac:graphicFrameMkLst>
            <pc:docMk/>
            <pc:sldMk cId="0" sldId="265"/>
            <ac:graphicFrameMk id="2" creationId="{2134D8EC-56D0-AD9C-D116-8A7D69C74C17}"/>
          </ac:graphicFrameMkLst>
        </pc:graphicFrameChg>
        <pc:graphicFrameChg chg="add mod">
          <ac:chgData name="MOHD SARTAJ" userId="0be50391adb133e1" providerId="LiveId" clId="{849D2220-9185-4955-8F14-CE40930C4662}" dt="2026-07-09T06:21:47.514" v="1992"/>
          <ac:graphicFrameMkLst>
            <pc:docMk/>
            <pc:sldMk cId="0" sldId="265"/>
            <ac:graphicFrameMk id="2" creationId="{83F803FB-27CD-B43C-3454-ED7573A72775}"/>
          </ac:graphicFrameMkLst>
        </pc:graphicFrameChg>
      </pc:sldChg>
      <pc:sldChg chg="delSp modSp del mod">
        <pc:chgData name="MOHD SARTAJ" userId="0be50391adb133e1" providerId="LiveId" clId="{849D2220-9185-4955-8F14-CE40930C4662}" dt="2026-06-22T08:51:25.270" v="386" actId="47"/>
        <pc:sldMkLst>
          <pc:docMk/>
          <pc:sldMk cId="0" sldId="266"/>
        </pc:sldMkLst>
      </pc:sldChg>
      <pc:sldChg chg="addSp modSp mod">
        <pc:chgData name="MOHD SARTAJ" userId="0be50391adb133e1" providerId="LiveId" clId="{849D2220-9185-4955-8F14-CE40930C4662}" dt="2026-07-01T06:57:32.121" v="771" actId="1037"/>
        <pc:sldMkLst>
          <pc:docMk/>
          <pc:sldMk cId="0" sldId="267"/>
        </pc:sldMkLst>
        <pc:spChg chg="mod">
          <ac:chgData name="MOHD SARTAJ" userId="0be50391adb133e1" providerId="LiveId" clId="{849D2220-9185-4955-8F14-CE40930C4662}" dt="2026-06-22T08:52:03.101" v="390" actId="207"/>
          <ac:spMkLst>
            <pc:docMk/>
            <pc:sldMk cId="0" sldId="267"/>
            <ac:spMk id="313" creationId="{00000000-0000-0000-0000-000000000000}"/>
          </ac:spMkLst>
        </pc:spChg>
        <pc:picChg chg="add mod">
          <ac:chgData name="MOHD SARTAJ" userId="0be50391adb133e1" providerId="LiveId" clId="{849D2220-9185-4955-8F14-CE40930C4662}" dt="2026-07-01T06:57:32.121" v="771" actId="1037"/>
          <ac:picMkLst>
            <pc:docMk/>
            <pc:sldMk cId="0" sldId="267"/>
            <ac:picMk id="2" creationId="{EF12274F-8CA5-4CF7-1919-5D9EF0FEFA71}"/>
          </ac:picMkLst>
        </pc:picChg>
      </pc:sldChg>
      <pc:sldChg chg="modSp del mod">
        <pc:chgData name="MOHD SARTAJ" userId="0be50391adb133e1" providerId="LiveId" clId="{849D2220-9185-4955-8F14-CE40930C4662}" dt="2026-07-08T07:26:51.583" v="1023" actId="47"/>
        <pc:sldMkLst>
          <pc:docMk/>
          <pc:sldMk cId="3128174871" sldId="268"/>
        </pc:sldMkLst>
      </pc:sldChg>
      <pc:sldChg chg="modSp del mod">
        <pc:chgData name="MOHD SARTAJ" userId="0be50391adb133e1" providerId="LiveId" clId="{849D2220-9185-4955-8F14-CE40930C4662}" dt="2026-07-01T04:47:54.060" v="477" actId="47"/>
        <pc:sldMkLst>
          <pc:docMk/>
          <pc:sldMk cId="1473610980" sldId="269"/>
        </pc:sldMkLst>
      </pc:sldChg>
      <pc:sldChg chg="addSp modSp mod">
        <pc:chgData name="MOHD SARTAJ" userId="0be50391adb133e1" providerId="LiveId" clId="{849D2220-9185-4955-8F14-CE40930C4662}" dt="2026-07-09T04:57:22.175" v="1951" actId="1035"/>
        <pc:sldMkLst>
          <pc:docMk/>
          <pc:sldMk cId="3037065987" sldId="270"/>
        </pc:sldMkLst>
        <pc:spChg chg="mod">
          <ac:chgData name="MOHD SARTAJ" userId="0be50391adb133e1" providerId="LiveId" clId="{849D2220-9185-4955-8F14-CE40930C4662}" dt="2026-07-09T04:57:07.290" v="1897" actId="20577"/>
          <ac:spMkLst>
            <pc:docMk/>
            <pc:sldMk cId="3037065987" sldId="270"/>
            <ac:spMk id="3" creationId="{B2827547-09A0-F6A0-F8B5-8E5E280A9157}"/>
          </ac:spMkLst>
        </pc:spChg>
        <pc:spChg chg="mod">
          <ac:chgData name="MOHD SARTAJ" userId="0be50391adb133e1" providerId="LiveId" clId="{849D2220-9185-4955-8F14-CE40930C4662}" dt="2026-07-01T04:53:17.464" v="610" actId="255"/>
          <ac:spMkLst>
            <pc:docMk/>
            <pc:sldMk cId="3037065987" sldId="270"/>
            <ac:spMk id="261" creationId="{7C4AB5FE-6FED-F373-32CF-3439840E061D}"/>
          </ac:spMkLst>
        </pc:spChg>
        <pc:picChg chg="add mod">
          <ac:chgData name="MOHD SARTAJ" userId="0be50391adb133e1" providerId="LiveId" clId="{849D2220-9185-4955-8F14-CE40930C4662}" dt="2026-07-09T04:56:51.684" v="1889" actId="1035"/>
          <ac:picMkLst>
            <pc:docMk/>
            <pc:sldMk cId="3037065987" sldId="270"/>
            <ac:picMk id="2" creationId="{F90B96B5-BE82-43F7-DA61-90B57BFAC0A8}"/>
          </ac:picMkLst>
        </pc:picChg>
        <pc:picChg chg="add mod">
          <ac:chgData name="MOHD SARTAJ" userId="0be50391adb133e1" providerId="LiveId" clId="{849D2220-9185-4955-8F14-CE40930C4662}" dt="2026-07-09T04:57:22.175" v="1951" actId="1035"/>
          <ac:picMkLst>
            <pc:docMk/>
            <pc:sldMk cId="3037065987" sldId="270"/>
            <ac:picMk id="4" creationId="{0BF9BCDA-6FBD-3787-41CD-150A22F8968B}"/>
          </ac:picMkLst>
        </pc:picChg>
      </pc:sldChg>
      <pc:sldChg chg="modSp add mod">
        <pc:chgData name="MOHD SARTAJ" userId="0be50391adb133e1" providerId="LiveId" clId="{849D2220-9185-4955-8F14-CE40930C4662}" dt="2026-07-09T04:42:28.424" v="1406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9T04:42:28.424" v="1406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52:04.651" v="5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52:04.651" v="590" actId="2711"/>
          <ac:spMkLst>
            <pc:docMk/>
            <pc:sldMk cId="3429158645" sldId="391"/>
            <ac:spMk id="5" creationId="{7AA2250C-970C-8B81-CD6B-892C1690A55D}"/>
          </ac:spMkLst>
        </pc:spChg>
        <pc:picChg chg="mod">
          <ac:chgData name="MOHD SARTAJ" userId="0be50391adb133e1" providerId="LiveId" clId="{849D2220-9185-4955-8F14-CE40930C4662}" dt="2026-06-30T10:38:48.815" v="409" actId="1037"/>
          <ac:picMkLst>
            <pc:docMk/>
            <pc:sldMk cId="3429158645" sldId="391"/>
            <ac:picMk id="3" creationId="{E7136AD0-68B4-9895-2CB4-1669BB7A58D6}"/>
          </ac:picMkLst>
        </pc:picChg>
      </pc:sldChg>
      <pc:sldChg chg="modSp add mod">
        <pc:chgData name="MOHD SARTAJ" userId="0be50391adb133e1" providerId="LiveId" clId="{849D2220-9185-4955-8F14-CE40930C4662}" dt="2026-07-01T04:51:53.940" v="588" actId="2711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51:53.940" v="588" actId="2711"/>
          <ac:spMkLst>
            <pc:docMk/>
            <pc:sldMk cId="0" sldId="397"/>
            <ac:spMk id="175" creationId="{00000000-0000-0000-0000-000000000000}"/>
          </ac:spMkLst>
        </pc:spChg>
        <pc:picChg chg="mod">
          <ac:chgData name="MOHD SARTAJ" userId="0be50391adb133e1" providerId="LiveId" clId="{849D2220-9185-4955-8F14-CE40930C4662}" dt="2026-06-30T10:38:36.612" v="397" actId="1038"/>
          <ac:picMkLst>
            <pc:docMk/>
            <pc:sldMk cId="0" sldId="397"/>
            <ac:picMk id="4" creationId="{240CDDA6-98BC-7AF9-E703-0C24F6935072}"/>
          </ac:picMkLst>
        </pc:picChg>
      </pc:sldChg>
      <pc:sldChg chg="modSp add mod">
        <pc:chgData name="MOHD SARTAJ" userId="0be50391adb133e1" providerId="LiveId" clId="{849D2220-9185-4955-8F14-CE40930C4662}" dt="2026-07-01T04:53:44.331" v="614" actId="2711"/>
        <pc:sldMkLst>
          <pc:docMk/>
          <pc:sldMk cId="0" sldId="398"/>
        </pc:sldMkLst>
        <pc:spChg chg="mod">
          <ac:chgData name="MOHD SARTAJ" userId="0be50391adb133e1" providerId="LiveId" clId="{849D2220-9185-4955-8F14-CE40930C4662}" dt="2026-07-01T04:53:44.331" v="614" actId="2711"/>
          <ac:spMkLst>
            <pc:docMk/>
            <pc:sldMk cId="0" sldId="398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22T08:51:49.521" v="389" actId="14734"/>
          <ac:graphicFrameMkLst>
            <pc:docMk/>
            <pc:sldMk cId="0" sldId="398"/>
            <ac:graphicFrameMk id="307" creationId="{00000000-0000-0000-0000-000000000000}"/>
          </ac:graphicFrameMkLst>
        </pc:graphicFrameChg>
      </pc:sldChg>
      <pc:sldChg chg="delSp modSp add del mod">
        <pc:chgData name="MOHD SARTAJ" userId="0be50391adb133e1" providerId="LiveId" clId="{849D2220-9185-4955-8F14-CE40930C4662}" dt="2026-07-09T04:47:33.479" v="1441" actId="47"/>
        <pc:sldMkLst>
          <pc:docMk/>
          <pc:sldMk cId="4176827358" sldId="399"/>
        </pc:sldMkLst>
        <pc:spChg chg="mod">
          <ac:chgData name="MOHD SARTAJ" userId="0be50391adb133e1" providerId="LiveId" clId="{849D2220-9185-4955-8F14-CE40930C4662}" dt="2026-07-08T07:27:41.823" v="1038" actId="14100"/>
          <ac:spMkLst>
            <pc:docMk/>
            <pc:sldMk cId="4176827358" sldId="399"/>
            <ac:spMk id="4" creationId="{8E1056C8-7379-D416-C342-941022C3A0C2}"/>
          </ac:spMkLst>
        </pc:spChg>
        <pc:picChg chg="del">
          <ac:chgData name="MOHD SARTAJ" userId="0be50391adb133e1" providerId="LiveId" clId="{849D2220-9185-4955-8F14-CE40930C4662}" dt="2026-07-08T07:26:59.999" v="1025" actId="478"/>
          <ac:picMkLst>
            <pc:docMk/>
            <pc:sldMk cId="4176827358" sldId="399"/>
            <ac:picMk id="5" creationId="{16DD6608-1598-B0D2-66AE-BA3B677FF9D4}"/>
          </ac:picMkLst>
        </pc:picChg>
      </pc:sldChg>
      <pc:sldChg chg="modSp add del mod">
        <pc:chgData name="MOHD SARTAJ" userId="0be50391adb133e1" providerId="LiveId" clId="{849D2220-9185-4955-8F14-CE40930C4662}" dt="2026-07-09T04:47:34.318" v="1442" actId="47"/>
        <pc:sldMkLst>
          <pc:docMk/>
          <pc:sldMk cId="2049540307" sldId="400"/>
        </pc:sldMkLst>
        <pc:spChg chg="mod">
          <ac:chgData name="MOHD SARTAJ" userId="0be50391adb133e1" providerId="LiveId" clId="{849D2220-9185-4955-8F14-CE40930C4662}" dt="2026-07-08T07:28:59.156" v="1054" actId="123"/>
          <ac:spMkLst>
            <pc:docMk/>
            <pc:sldMk cId="2049540307" sldId="400"/>
            <ac:spMk id="4" creationId="{B3E0B15F-7A6E-D7A2-ADA6-192F5E93FFF9}"/>
          </ac:spMkLst>
        </pc:spChg>
      </pc:sldChg>
      <pc:sldChg chg="modSp add del mod">
        <pc:chgData name="MOHD SARTAJ" userId="0be50391adb133e1" providerId="LiveId" clId="{849D2220-9185-4955-8F14-CE40930C4662}" dt="2026-07-09T04:47:35.288" v="1443" actId="47"/>
        <pc:sldMkLst>
          <pc:docMk/>
          <pc:sldMk cId="1832979428" sldId="401"/>
        </pc:sldMkLst>
        <pc:spChg chg="mod">
          <ac:chgData name="MOHD SARTAJ" userId="0be50391adb133e1" providerId="LiveId" clId="{849D2220-9185-4955-8F14-CE40930C4662}" dt="2026-07-08T07:33:41.938" v="1207" actId="1036"/>
          <ac:spMkLst>
            <pc:docMk/>
            <pc:sldMk cId="1832979428" sldId="401"/>
            <ac:spMk id="4" creationId="{479B4803-C877-8B0D-B2AB-2A2D8765D3A3}"/>
          </ac:spMkLst>
        </pc:spChg>
        <pc:spChg chg="mod">
          <ac:chgData name="MOHD SARTAJ" userId="0be50391adb133e1" providerId="LiveId" clId="{849D2220-9185-4955-8F14-CE40930C4662}" dt="2026-07-08T07:33:36.767" v="1201" actId="20577"/>
          <ac:spMkLst>
            <pc:docMk/>
            <pc:sldMk cId="1832979428" sldId="401"/>
            <ac:spMk id="204" creationId="{C72136CC-964B-BB34-2FCC-7ED9121543E9}"/>
          </ac:spMkLst>
        </pc:spChg>
      </pc:sldChg>
      <pc:sldChg chg="modSp add del mod">
        <pc:chgData name="MOHD SARTAJ" userId="0be50391adb133e1" providerId="LiveId" clId="{849D2220-9185-4955-8F14-CE40930C4662}" dt="2026-07-09T04:47:36.102" v="1444" actId="47"/>
        <pc:sldMkLst>
          <pc:docMk/>
          <pc:sldMk cId="3549991003" sldId="402"/>
        </pc:sldMkLst>
        <pc:spChg chg="mod">
          <ac:chgData name="MOHD SARTAJ" userId="0be50391adb133e1" providerId="LiveId" clId="{849D2220-9185-4955-8F14-CE40930C4662}" dt="2026-07-08T07:34:41.273" v="1221" actId="20577"/>
          <ac:spMkLst>
            <pc:docMk/>
            <pc:sldMk cId="3549991003" sldId="402"/>
            <ac:spMk id="4" creationId="{51889157-F12E-F1A4-5AFB-2ABE07F5E38A}"/>
          </ac:spMkLst>
        </pc:spChg>
        <pc:spChg chg="mod">
          <ac:chgData name="MOHD SARTAJ" userId="0be50391adb133e1" providerId="LiveId" clId="{849D2220-9185-4955-8F14-CE40930C4662}" dt="2026-07-08T07:34:52.748" v="1241" actId="20577"/>
          <ac:spMkLst>
            <pc:docMk/>
            <pc:sldMk cId="3549991003" sldId="402"/>
            <ac:spMk id="204" creationId="{CA3D06BD-2590-603E-F8D7-934CED43C9CD}"/>
          </ac:spMkLst>
        </pc:spChg>
      </pc:sldChg>
      <pc:sldChg chg="modSp add del mod">
        <pc:chgData name="MOHD SARTAJ" userId="0be50391adb133e1" providerId="LiveId" clId="{849D2220-9185-4955-8F14-CE40930C4662}" dt="2026-07-09T04:47:36.750" v="1445" actId="47"/>
        <pc:sldMkLst>
          <pc:docMk/>
          <pc:sldMk cId="666128571" sldId="403"/>
        </pc:sldMkLst>
        <pc:spChg chg="mod">
          <ac:chgData name="MOHD SARTAJ" userId="0be50391adb133e1" providerId="LiveId" clId="{849D2220-9185-4955-8F14-CE40930C4662}" dt="2026-07-08T07:35:56.595" v="1264" actId="20577"/>
          <ac:spMkLst>
            <pc:docMk/>
            <pc:sldMk cId="666128571" sldId="403"/>
            <ac:spMk id="4" creationId="{077C1AE6-732E-B18B-47ED-F113CFBC008F}"/>
          </ac:spMkLst>
        </pc:spChg>
        <pc:spChg chg="mod">
          <ac:chgData name="MOHD SARTAJ" userId="0be50391adb133e1" providerId="LiveId" clId="{849D2220-9185-4955-8F14-CE40930C4662}" dt="2026-07-08T07:36:08.925" v="1271" actId="20577"/>
          <ac:spMkLst>
            <pc:docMk/>
            <pc:sldMk cId="666128571" sldId="403"/>
            <ac:spMk id="204" creationId="{53CEE3DE-7FC2-84C4-B5BA-BAD74E4B5500}"/>
          </ac:spMkLst>
        </pc:spChg>
      </pc:sldChg>
      <pc:sldChg chg="modSp add del mod">
        <pc:chgData name="MOHD SARTAJ" userId="0be50391adb133e1" providerId="LiveId" clId="{849D2220-9185-4955-8F14-CE40930C4662}" dt="2026-07-09T04:47:37.373" v="1446" actId="47"/>
        <pc:sldMkLst>
          <pc:docMk/>
          <pc:sldMk cId="3184155701" sldId="404"/>
        </pc:sldMkLst>
        <pc:spChg chg="mod">
          <ac:chgData name="MOHD SARTAJ" userId="0be50391adb133e1" providerId="LiveId" clId="{849D2220-9185-4955-8F14-CE40930C4662}" dt="2026-07-08T07:37:16.898" v="1295" actId="20577"/>
          <ac:spMkLst>
            <pc:docMk/>
            <pc:sldMk cId="3184155701" sldId="404"/>
            <ac:spMk id="4" creationId="{61D2ACDC-284C-0EF5-E6CA-448FB1C8CCC2}"/>
          </ac:spMkLst>
        </pc:spChg>
        <pc:spChg chg="mod">
          <ac:chgData name="MOHD SARTAJ" userId="0be50391adb133e1" providerId="LiveId" clId="{849D2220-9185-4955-8F14-CE40930C4662}" dt="2026-07-08T07:36:58.752" v="1286" actId="20577"/>
          <ac:spMkLst>
            <pc:docMk/>
            <pc:sldMk cId="3184155701" sldId="404"/>
            <ac:spMk id="204" creationId="{E76BF180-D19D-601A-E974-D070EF83B05E}"/>
          </ac:spMkLst>
        </pc:spChg>
      </pc:sldChg>
      <pc:sldChg chg="addSp delSp modSp add del mod">
        <pc:chgData name="MOHD SARTAJ" userId="0be50391adb133e1" providerId="LiveId" clId="{849D2220-9185-4955-8F14-CE40930C4662}" dt="2026-07-09T04:57:27.393" v="1952" actId="47"/>
        <pc:sldMkLst>
          <pc:docMk/>
          <pc:sldMk cId="128946749" sldId="405"/>
        </pc:sldMkLst>
        <pc:spChg chg="del">
          <ac:chgData name="MOHD SARTAJ" userId="0be50391adb133e1" providerId="LiveId" clId="{849D2220-9185-4955-8F14-CE40930C4662}" dt="2026-07-08T07:38:06.801" v="1300" actId="478"/>
          <ac:spMkLst>
            <pc:docMk/>
            <pc:sldMk cId="128946749" sldId="405"/>
            <ac:spMk id="3" creationId="{1B272D84-9D16-2861-838A-FF60E8E32569}"/>
          </ac:spMkLst>
        </pc:spChg>
        <pc:spChg chg="mod">
          <ac:chgData name="MOHD SARTAJ" userId="0be50391adb133e1" providerId="LiveId" clId="{849D2220-9185-4955-8F14-CE40930C4662}" dt="2026-07-08T07:37:39.306" v="1298" actId="20577"/>
          <ac:spMkLst>
            <pc:docMk/>
            <pc:sldMk cId="128946749" sldId="405"/>
            <ac:spMk id="261" creationId="{F4627CD8-9D76-C8D6-8814-CEAC96BB414B}"/>
          </ac:spMkLst>
        </pc:spChg>
        <pc:picChg chg="add mod">
          <ac:chgData name="MOHD SARTAJ" userId="0be50391adb133e1" providerId="LiveId" clId="{849D2220-9185-4955-8F14-CE40930C4662}" dt="2026-07-08T07:38:45.716" v="1337" actId="14100"/>
          <ac:picMkLst>
            <pc:docMk/>
            <pc:sldMk cId="128946749" sldId="405"/>
            <ac:picMk id="2" creationId="{18A832C6-4953-B39F-67C8-2042F10C9BD5}"/>
          </ac:picMkLst>
        </pc:picChg>
      </pc:sldChg>
      <pc:sldChg chg="addSp modSp add mod modAnim">
        <pc:chgData name="MOHD SARTAJ" userId="0be50391adb133e1" providerId="LiveId" clId="{849D2220-9185-4955-8F14-CE40930C4662}" dt="2026-07-09T04:49:00.924" v="1565" actId="2711"/>
        <pc:sldMkLst>
          <pc:docMk/>
          <pc:sldMk cId="1614806261" sldId="406"/>
        </pc:sldMkLst>
        <pc:spChg chg="mod">
          <ac:chgData name="MOHD SARTAJ" userId="0be50391adb133e1" providerId="LiveId" clId="{849D2220-9185-4955-8F14-CE40930C4662}" dt="2026-07-09T04:49:00.924" v="1565" actId="2711"/>
          <ac:spMkLst>
            <pc:docMk/>
            <pc:sldMk cId="1614806261" sldId="406"/>
            <ac:spMk id="4" creationId="{9837B9C4-7072-DC9C-B31C-649C35FD1BB6}"/>
          </ac:spMkLst>
        </pc:spChg>
        <pc:picChg chg="add mod">
          <ac:chgData name="MOHD SARTAJ" userId="0be50391adb133e1" providerId="LiveId" clId="{849D2220-9185-4955-8F14-CE40930C4662}" dt="2026-07-09T04:48:44.552" v="1563" actId="1036"/>
          <ac:picMkLst>
            <pc:docMk/>
            <pc:sldMk cId="1614806261" sldId="406"/>
            <ac:picMk id="2" creationId="{B2CDC59D-252F-6BB5-3805-4ABB975F56D1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2:16.163" v="1693" actId="2711"/>
        <pc:sldMkLst>
          <pc:docMk/>
          <pc:sldMk cId="1308891748" sldId="407"/>
        </pc:sldMkLst>
        <pc:spChg chg="mod">
          <ac:chgData name="MOHD SARTAJ" userId="0be50391adb133e1" providerId="LiveId" clId="{849D2220-9185-4955-8F14-CE40930C4662}" dt="2026-07-09T04:52:16.163" v="1693" actId="2711"/>
          <ac:spMkLst>
            <pc:docMk/>
            <pc:sldMk cId="1308891748" sldId="407"/>
            <ac:spMk id="4" creationId="{518D3DEE-736C-6759-CF40-514EE9D1D826}"/>
          </ac:spMkLst>
        </pc:spChg>
        <pc:picChg chg="del">
          <ac:chgData name="MOHD SARTAJ" userId="0be50391adb133e1" providerId="LiveId" clId="{849D2220-9185-4955-8F14-CE40930C4662}" dt="2026-07-09T04:50:46.844" v="1577" actId="478"/>
          <ac:picMkLst>
            <pc:docMk/>
            <pc:sldMk cId="1308891748" sldId="407"/>
            <ac:picMk id="2" creationId="{1037C516-D0FC-AD3C-9C97-AE0067C7F330}"/>
          </ac:picMkLst>
        </pc:picChg>
        <pc:picChg chg="add mod">
          <ac:chgData name="MOHD SARTAJ" userId="0be50391adb133e1" providerId="LiveId" clId="{849D2220-9185-4955-8F14-CE40930C4662}" dt="2026-07-09T04:51:56.793" v="1690" actId="1036"/>
          <ac:picMkLst>
            <pc:docMk/>
            <pc:sldMk cId="1308891748" sldId="407"/>
            <ac:picMk id="3" creationId="{89BECFAF-3000-E276-7CE6-5E1BD8D54BFE}"/>
          </ac:picMkLst>
        </pc:picChg>
      </pc:sldChg>
      <pc:sldChg chg="addSp delSp modSp add mod delAnim modAnim">
        <pc:chgData name="MOHD SARTAJ" userId="0be50391adb133e1" providerId="LiveId" clId="{849D2220-9185-4955-8F14-CE40930C4662}" dt="2026-07-09T04:54:25.162" v="1829" actId="2711"/>
        <pc:sldMkLst>
          <pc:docMk/>
          <pc:sldMk cId="4209350797" sldId="408"/>
        </pc:sldMkLst>
        <pc:spChg chg="mod">
          <ac:chgData name="MOHD SARTAJ" userId="0be50391adb133e1" providerId="LiveId" clId="{849D2220-9185-4955-8F14-CE40930C4662}" dt="2026-07-09T04:54:25.162" v="1829" actId="2711"/>
          <ac:spMkLst>
            <pc:docMk/>
            <pc:sldMk cId="4209350797" sldId="408"/>
            <ac:spMk id="4" creationId="{ACBC7985-6709-524B-14E3-D9869025329F}"/>
          </ac:spMkLst>
        </pc:spChg>
        <pc:picChg chg="add mod">
          <ac:chgData name="MOHD SARTAJ" userId="0be50391adb133e1" providerId="LiveId" clId="{849D2220-9185-4955-8F14-CE40930C4662}" dt="2026-07-09T04:54:15.748" v="1828" actId="1037"/>
          <ac:picMkLst>
            <pc:docMk/>
            <pc:sldMk cId="4209350797" sldId="408"/>
            <ac:picMk id="2" creationId="{0B8396F6-025F-D871-C328-2E42AD5C5940}"/>
          </ac:picMkLst>
        </pc:picChg>
        <pc:picChg chg="del">
          <ac:chgData name="MOHD SARTAJ" userId="0be50391adb133e1" providerId="LiveId" clId="{849D2220-9185-4955-8F14-CE40930C4662}" dt="2026-07-09T04:52:31.397" v="1694" actId="478"/>
          <ac:picMkLst>
            <pc:docMk/>
            <pc:sldMk cId="4209350797" sldId="408"/>
            <ac:picMk id="3" creationId="{FF775DBE-234F-C67B-0E27-002E3B3D3DA5}"/>
          </ac:picMkLst>
        </pc:picChg>
      </pc:sldChg>
      <pc:sldChg chg="delSp modSp add mod delAnim">
        <pc:chgData name="MOHD SARTAJ" userId="0be50391adb133e1" providerId="LiveId" clId="{849D2220-9185-4955-8F14-CE40930C4662}" dt="2026-07-09T04:55:53.156" v="1836" actId="20577"/>
        <pc:sldMkLst>
          <pc:docMk/>
          <pc:sldMk cId="3268953067" sldId="409"/>
        </pc:sldMkLst>
        <pc:spChg chg="mod">
          <ac:chgData name="MOHD SARTAJ" userId="0be50391adb133e1" providerId="LiveId" clId="{849D2220-9185-4955-8F14-CE40930C4662}" dt="2026-07-09T04:55:53.156" v="1836" actId="20577"/>
          <ac:spMkLst>
            <pc:docMk/>
            <pc:sldMk cId="3268953067" sldId="409"/>
            <ac:spMk id="4" creationId="{3A33E1A9-1EE0-C6EE-3FD2-0A7EFFC32A98}"/>
          </ac:spMkLst>
        </pc:spChg>
        <pc:picChg chg="del">
          <ac:chgData name="MOHD SARTAJ" userId="0be50391adb133e1" providerId="LiveId" clId="{849D2220-9185-4955-8F14-CE40930C4662}" dt="2026-07-09T04:55:33.107" v="1831" actId="478"/>
          <ac:picMkLst>
            <pc:docMk/>
            <pc:sldMk cId="3268953067" sldId="409"/>
            <ac:picMk id="2" creationId="{34AD2C06-4A13-CC57-EF47-8570D6506B0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B740EBA4-EF4C-E2D2-24AC-6061BEB6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CE92E3F-18D4-933A-FFA5-37E2D5865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3FA31079-FBA7-9337-2B4D-83EB0C4C8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05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CEDEA09A-318A-4ECB-8FA3-AFC23D3D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A11D878-CBA3-06DD-D28B-055C39724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E5D0098F-2356-2E38-5627-F8A6741360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2579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F1C6C416-91E6-54C3-11B8-03B50A01C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D5C762D9-AA01-5D2F-D629-F9B604174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B9B4B44E-A94A-6C63-521B-42D042DF2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023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E1E34D69-3097-E194-D821-CAAA5D1F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25D1C822-D7EE-99DD-C359-4DDA872116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BAA9A7FD-A73D-2707-9497-308F8EB2A7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266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EF95AC1D-4C2B-C5B2-BD0E-68B00FFDB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DACC265-38F5-2499-19C5-7F42B4A50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07D9E761-09AF-733C-9569-6DA5930FE7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8060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83D9D3E2-A1D9-ACEA-C08C-BCE222ED4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1DEFB031-54B6-FC46-2121-0A2A4D3DC6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A909F6C3-23A5-2641-79D0-74FA801EF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698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5E961E17-20D9-3A62-FF51-489CB03C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B0626C33-2961-D937-76B1-9700F6EFC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F96A0A4E-17A8-083B-CFE9-4F6CE247F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339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970EF943-25D6-2202-21A6-697FD75B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EEFA5188-2F5E-6BEE-C506-B0F36E962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D270344B-0614-E8CA-5D1C-E754262CF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064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B84573-C594-F934-E50A-D44C9AE5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>
            <a:extLst>
              <a:ext uri="{FF2B5EF4-FFF2-40B4-BE49-F238E27FC236}">
                <a16:creationId xmlns:a16="http://schemas.microsoft.com/office/drawing/2014/main" id="{72A57E03-A5CD-E9D9-EB64-240B44C75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:notes">
            <a:extLst>
              <a:ext uri="{FF2B5EF4-FFF2-40B4-BE49-F238E27FC236}">
                <a16:creationId xmlns:a16="http://schemas.microsoft.com/office/drawing/2014/main" id="{6FF8C1EF-F5A1-DE83-51B0-31E6406A6F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05034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6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8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9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9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0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1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6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26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zm_o2dthNGIi-OXsgP8McUz4SUlb9q3p/view?usp=sharing" TargetMode="External"/><Relationship Id="rId5" Type="http://schemas.openxmlformats.org/officeDocument/2006/relationships/hyperlink" Target="https://youtu.be/ryzPoDr2KPs?si=UEUAJnV-SvVpNqlK" TargetMode="External"/><Relationship Id="rId4" Type="http://schemas.openxmlformats.org/officeDocument/2006/relationships/hyperlink" Target="https://youtu.be/kKoIABvlmfY?si=5FyQVGkAYS8eS5uQ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815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+mj-lt"/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Unit - 4 (Chapter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 4.3.2)</a:t>
            </a:r>
            <a:endParaRPr lang="en-US" sz="2400" kern="100" dirty="0">
              <a:solidFill>
                <a:srgbClr val="002060"/>
              </a:solidFill>
              <a:effectLst/>
              <a:latin typeface="+mj-lt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 mappings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3041146" y="271186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Overview 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199" y="1873589"/>
            <a:ext cx="7802563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Planar graph, Chromatic number</a:t>
            </a:r>
          </a:p>
          <a:p>
            <a:pPr marL="285750" lvl="0" indent="-285750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Video links 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References </a:t>
            </a:r>
            <a:endParaRPr sz="24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481C08A3-E52C-EB8B-30BC-0D000C954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CF3D663D-597B-50F8-7CA6-CFBC67F11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Planar Graphs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8179EFD9-4F32-CC12-84A2-9922326284D8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5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5A847BCC-1299-3525-C49F-DAA2222224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1E8E95-C5FF-5966-F01C-F4FC6F7BC059}"/>
              </a:ext>
            </a:extLst>
          </p:cNvPr>
          <p:cNvSpPr txBox="1"/>
          <p:nvPr/>
        </p:nvSpPr>
        <p:spPr>
          <a:xfrm>
            <a:off x="636994" y="1594762"/>
            <a:ext cx="800356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Planar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graph is planar if it can be drawn in the plane without crossing edges.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Here are some graphs and their planar representations.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4D95DD-D579-F61D-1041-39C0A810D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6173" y="3624629"/>
            <a:ext cx="3263195" cy="107964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0C1B75-BEE0-70B6-8BC4-4A0A9C781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66365" y="3547335"/>
            <a:ext cx="2089573" cy="11098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A83507-1BCE-FF30-DEA3-D76082C34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22172" y="5263238"/>
            <a:ext cx="2150266" cy="99926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8A8240-8B94-939F-AF3B-EF79BAE64E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954717" y="4746496"/>
            <a:ext cx="546313" cy="32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9457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3DAFA049-720C-44BB-3A89-6F48005F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31C70BFE-5C1C-F785-F306-8EEA45F604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37C9B9D-E852-93B9-5F84-B58CBE84AA81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6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992DCDD-ADDB-881F-37D6-E8D64202A0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CC6743-62CB-ADCE-38D9-69D8DB8229B1}"/>
              </a:ext>
            </a:extLst>
          </p:cNvPr>
          <p:cNvSpPr txBox="1"/>
          <p:nvPr/>
        </p:nvSpPr>
        <p:spPr>
          <a:xfrm>
            <a:off x="678094" y="1861260"/>
            <a:ext cx="789055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smallest number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colors needed to color the vertices of the graph such that no two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adjacent vertices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(having an edge between them) share the same color.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1) The chromatic number of a graph G is denoted by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χ(G)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(Here χ is the Greek letter chi.)</a:t>
            </a: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If the chromatic number of a graph is n, then we say that graph is n-colorable.</a:t>
            </a:r>
          </a:p>
        </p:txBody>
      </p:sp>
    </p:spTree>
    <p:extLst>
      <p:ext uri="{BB962C8B-B14F-4D97-AF65-F5344CB8AC3E}">
        <p14:creationId xmlns:p14="http://schemas.microsoft.com/office/powerpoint/2010/main" val="2782832582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C448E621-DF88-348F-08A8-640138BB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00A25DFE-B24C-AEE9-7539-8776E008AA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DC529468-717C-3067-BC6A-96423BCA1744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7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2F6DC1E-2E53-8332-E56C-1F27D94AFE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993E39-B96B-DF43-199B-A15C0B2D7AD8}"/>
              </a:ext>
            </a:extLst>
          </p:cNvPr>
          <p:cNvSpPr txBox="1"/>
          <p:nvPr/>
        </p:nvSpPr>
        <p:spPr>
          <a:xfrm>
            <a:off x="678094" y="1861260"/>
            <a:ext cx="78905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results related to Chromatic Number: 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7562CD-36CD-D664-FDEF-EB42A78D75AD}"/>
              </a:ext>
            </a:extLst>
          </p:cNvPr>
          <p:cNvSpPr/>
          <p:nvPr/>
        </p:nvSpPr>
        <p:spPr>
          <a:xfrm>
            <a:off x="534260" y="2398380"/>
            <a:ext cx="795527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Complete Graph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of vertices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Bipartite Graph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at least one edge is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Graph is equal to                                  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sz="2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72DA4-C261-9527-7526-3125BCAEFB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041" y="5147493"/>
            <a:ext cx="4033811" cy="71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319921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F61CAA8C-213F-3C3C-C182-3AEA0AD7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B76307C9-138E-83AF-985F-4E839C414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4928AA7F-4B9B-C8B4-B9AF-CCE5863855AD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C59D6D0-E304-B5D6-F642-F61B752D80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48E19B-CE7F-8FB7-D079-AE93B450429B}"/>
              </a:ext>
            </a:extLst>
          </p:cNvPr>
          <p:cNvSpPr/>
          <p:nvPr/>
        </p:nvSpPr>
        <p:spPr>
          <a:xfrm>
            <a:off x="534260" y="1802480"/>
            <a:ext cx="795527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for finding the Chromatic Number:</a:t>
            </a:r>
          </a:p>
          <a:p>
            <a:pPr algn="just"/>
            <a:endParaRPr lang="en-IN" sz="2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the number of vertices in a graph be 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Arrange the  vertices in some order.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the first vertex and color it with first color.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the next vertex and color it with the lowest numbered color that hasn’t been colored on any vertex adjacent to it.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all the adjacent vertices are colored with this color, then assign a new color.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until the coloring is done.  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72854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5AC756C8-4E9D-4E5C-BAAB-2B1FFF8A2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D308366D-304F-F809-7797-A64AFD243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3588A78E-9BBE-C266-1E7E-FA97EE7F538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9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5099FE6-075B-A4B4-5F06-6EAD13B8CE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F31D53-6FB8-D8C4-BE70-1E5339596267}"/>
              </a:ext>
            </a:extLst>
          </p:cNvPr>
          <p:cNvSpPr txBox="1"/>
          <p:nvPr/>
        </p:nvSpPr>
        <p:spPr>
          <a:xfrm>
            <a:off x="678094" y="1861260"/>
            <a:ext cx="78905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Chromatic number of this graph is 2.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261A8-AC1D-3186-FCB4-CFC21E371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48" y="2510433"/>
            <a:ext cx="2982767" cy="20307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4EAD25-0E61-14E1-D5FD-AACC97DB86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3489" y="2546175"/>
            <a:ext cx="2943161" cy="201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84491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6907F191-165F-D484-B83E-9E051E132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E36C481A-87FF-09C3-B104-1A92619DA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114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Chromatic Number of a Graph</a:t>
            </a:r>
            <a:endParaRPr lang="en-IN" sz="3600" u="sng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01A4CB5D-27E3-1AB3-0E1B-13BE505DC773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10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B04E653-F276-E6AB-5FDA-B2882184100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3D0D95-E149-2EDA-4ADA-65B9AE099C75}"/>
              </a:ext>
            </a:extLst>
          </p:cNvPr>
          <p:cNvSpPr txBox="1"/>
          <p:nvPr/>
        </p:nvSpPr>
        <p:spPr>
          <a:xfrm>
            <a:off x="678094" y="1583860"/>
            <a:ext cx="789055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Chromatic number of the following graphs:</a:t>
            </a:r>
          </a:p>
          <a:p>
            <a:pPr algn="just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B8649D-954C-8C41-DFFA-C05BA046AF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37" y="2081662"/>
            <a:ext cx="7738390" cy="3279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B59D8E-6E37-D9DC-7515-4BB7694E8C84}"/>
              </a:ext>
            </a:extLst>
          </p:cNvPr>
          <p:cNvSpPr txBox="1"/>
          <p:nvPr/>
        </p:nvSpPr>
        <p:spPr>
          <a:xfrm>
            <a:off x="706351" y="5476504"/>
            <a:ext cx="77383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chromatic number of the above graphs is 3, 2, 4, 3, 5, 2, 3 respectively.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41326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8A011950-EDC5-2C4F-E105-71A57DA6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9B127889-CB1C-84C3-69E4-5DECF99D4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Acticity-1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8F08B94-CE84-93C1-9C64-A9A36C6D8D0B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11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A739CE8-566D-AC12-1804-E824F62B4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E9E41C-02B6-647F-8BAA-EC941171AF1A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chromatic number of the graph. 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B117A-A97A-D45D-2A1E-605D7E9EE6AE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807" y="2425095"/>
            <a:ext cx="5731510" cy="29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8951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151DF4BB-8C40-CBBD-CF4B-48C46B7E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B14E87F0-CF7E-7EF9-5E6E-BAC7A1018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Acticity-2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B68ADD4F-7463-E99C-771D-79269DF8970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12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0AEBD36-9E64-A22E-9015-47FA15E3A1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331B73-87A8-E253-8439-C928E679FE69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the chromatic number of the graph. 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E989D9-600C-18CA-35CB-F43E70296E7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745" y="2540579"/>
            <a:ext cx="513461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55359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D976039D-E76D-74C7-6A45-D7E754D17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>
            <a:extLst>
              <a:ext uri="{FF2B5EF4-FFF2-40B4-BE49-F238E27FC236}">
                <a16:creationId xmlns:a16="http://schemas.microsoft.com/office/drawing/2014/main" id="{42FA8D22-A3DB-3A0E-8C64-4343E99874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93264" y="370665"/>
            <a:ext cx="529626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Acticity-3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2" name="Google Shape;262;p8">
            <a:extLst>
              <a:ext uri="{FF2B5EF4-FFF2-40B4-BE49-F238E27FC236}">
                <a16:creationId xmlns:a16="http://schemas.microsoft.com/office/drawing/2014/main" id="{FBE8E9AD-C772-3E0E-77DF-1668EB653F86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13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pic>
        <p:nvPicPr>
          <p:cNvPr id="275" name="Google Shape;275;p8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CE855895-5C76-8E9A-DC96-31CF42AAE7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8C1B2-04C3-9821-BCA8-541152FE945D}"/>
              </a:ext>
            </a:extLst>
          </p:cNvPr>
          <p:cNvSpPr txBox="1"/>
          <p:nvPr/>
        </p:nvSpPr>
        <p:spPr>
          <a:xfrm>
            <a:off x="636995" y="1533124"/>
            <a:ext cx="8003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graphs is planar?</a:t>
            </a:r>
            <a:endParaRPr lang="en-US" alt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9D96CE-E35A-ADF5-C2DB-CDB5ECB220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45" y="2689528"/>
            <a:ext cx="2143424" cy="20576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ACC870-3EA7-76D3-F89C-00C0C59905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369" y="2836548"/>
            <a:ext cx="2254079" cy="1951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A99E9A-3738-FE9E-9EC5-9E1424D7BD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159" y="2836548"/>
            <a:ext cx="1841812" cy="173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8025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3095946" y="327916"/>
            <a:ext cx="5267218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81" name="Google Shape;281;p9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14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802666" y="1827183"/>
            <a:ext cx="7332397" cy="1033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10067" indent="-342900" algn="just">
              <a:lnSpc>
                <a:spcPct val="125299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Planar graph, Chromatic number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are discussed.</a:t>
            </a:r>
          </a:p>
          <a:p>
            <a:pPr marL="368068" marR="10067" lvl="0" indent="-342900" algn="just" rtl="0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ahoma"/>
              </a:rPr>
              <a:t>Related examples are given.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ahoma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"/>
          <p:cNvSpPr txBox="1">
            <a:spLocks noGrp="1"/>
          </p:cNvSpPr>
          <p:nvPr>
            <p:ph type="ctrTitle"/>
          </p:nvPr>
        </p:nvSpPr>
        <p:spPr>
          <a:xfrm>
            <a:off x="3071813" y="303934"/>
            <a:ext cx="5332448" cy="805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852755" y="1902083"/>
            <a:ext cx="7695344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https://youtu.be/kKoIABvlmfY?si=5FyQVGkAYS8eS5uQ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https://youtu.be/ryzPoDr2KPs?si=UEUAJnV-SvVpNqlK</a:t>
            </a: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(Video Links)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https://drive.google.com/file/d/1zm_o2dthNGIi-OXsgP8McUz4SUlb9q3p/view?usp=sharing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(Book Link)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1" name="Google Shape;301;p10" descr="A red and black text on a white background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200400" y="152400"/>
            <a:ext cx="52578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2875100747"/>
              </p:ext>
            </p:extLst>
          </p:nvPr>
        </p:nvGraphicFramePr>
        <p:xfrm>
          <a:off x="685800" y="1560813"/>
          <a:ext cx="7872574" cy="4378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5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6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17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Name of the Book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876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702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308;p11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2274F-8CA5-4CF7-1919-5D9EF0FEFA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877" y="8611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627</Words>
  <Application>Microsoft Office PowerPoint</Application>
  <PresentationFormat>On-screen Show (4:3)</PresentationFormat>
  <Paragraphs>134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Times New Roman</vt:lpstr>
      <vt:lpstr>Calibri</vt:lpstr>
      <vt:lpstr>Noto Sans Symbols</vt:lpstr>
      <vt:lpstr>Casper</vt:lpstr>
      <vt:lpstr>Arial</vt:lpstr>
      <vt:lpstr>Arial Black</vt:lpstr>
      <vt:lpstr>Cambria</vt:lpstr>
      <vt:lpstr>Theme1</vt:lpstr>
      <vt:lpstr>Custom Design</vt:lpstr>
      <vt:lpstr>CorelDRAW</vt:lpstr>
      <vt:lpstr>PowerPoint Presentation</vt:lpstr>
      <vt:lpstr>CO mappings</vt:lpstr>
      <vt:lpstr>CO-PO mappings</vt:lpstr>
      <vt:lpstr>Topics Overview </vt:lpstr>
      <vt:lpstr>Planar Graphs</vt:lpstr>
      <vt:lpstr>Chromatic Number of a Graph</vt:lpstr>
      <vt:lpstr>Chromatic Number of a Graph</vt:lpstr>
      <vt:lpstr>Chromatic Number of a Graph</vt:lpstr>
      <vt:lpstr>Chromatic Number of a Graph</vt:lpstr>
      <vt:lpstr>Chromatic Number of a Graph</vt:lpstr>
      <vt:lpstr>Acticity-1</vt:lpstr>
      <vt:lpstr>Acticity-2</vt:lpstr>
      <vt:lpstr>Acticity-3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15</cp:revision>
  <dcterms:created xsi:type="dcterms:W3CDTF">2006-08-16T00:00:00Z</dcterms:created>
  <dcterms:modified xsi:type="dcterms:W3CDTF">2026-07-13T11:20:55Z</dcterms:modified>
</cp:coreProperties>
</file>