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23"/>
  </p:notesMasterIdLst>
  <p:sldIdLst>
    <p:sldId id="328" r:id="rId3"/>
    <p:sldId id="397" r:id="rId4"/>
    <p:sldId id="391" r:id="rId5"/>
    <p:sldId id="259" r:id="rId6"/>
    <p:sldId id="260" r:id="rId7"/>
    <p:sldId id="401" r:id="rId8"/>
    <p:sldId id="402" r:id="rId9"/>
    <p:sldId id="270" r:id="rId10"/>
    <p:sldId id="403" r:id="rId11"/>
    <p:sldId id="404" r:id="rId12"/>
    <p:sldId id="405" r:id="rId13"/>
    <p:sldId id="406" r:id="rId14"/>
    <p:sldId id="407" r:id="rId15"/>
    <p:sldId id="408" r:id="rId16"/>
    <p:sldId id="409" r:id="rId17"/>
    <p:sldId id="410" r:id="rId18"/>
    <p:sldId id="264" r:id="rId19"/>
    <p:sldId id="265" r:id="rId20"/>
    <p:sldId id="398" r:id="rId21"/>
    <p:sldId id="267" r:id="rId22"/>
  </p:sldIdLst>
  <p:sldSz cx="9144000" cy="6858000" type="screen4x3"/>
  <p:notesSz cx="6858000" cy="9144000"/>
  <p:embeddedFontLst>
    <p:embeddedFont>
      <p:font typeface="Arial Black" panose="020B0A04020102020204" pitchFamily="34" charset="0"/>
      <p:bold r:id="rId24"/>
    </p:embeddedFont>
    <p:embeddedFont>
      <p:font typeface="Cambria" panose="02040503050406030204" pitchFamily="18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mWijdQvAww6p7eNUJu3Yae610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97B51E-67A7-48B0-8163-EF944A2DCF13}">
  <a:tblStyle styleId="{E797B51E-67A7-48B0-8163-EF944A2DCF1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DCCB45-BCA2-4A20-9253-B1EC0BCC3B4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17C9F9-206F-4F6D-9684-DFC10DB734AA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0" y="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SARTAJ" userId="0be50391adb133e1" providerId="LiveId" clId="{849D2220-9185-4955-8F14-CE40930C4662}"/>
    <pc:docChg chg="undo custSel addSld delSld modSld">
      <pc:chgData name="MOHD SARTAJ" userId="0be50391adb133e1" providerId="LiveId" clId="{849D2220-9185-4955-8F14-CE40930C4662}" dt="2026-07-09T06:53:03.909" v="2044" actId="5793"/>
      <pc:docMkLst>
        <pc:docMk/>
      </pc:docMkLst>
      <pc:sldChg chg="addSp modSp del mod">
        <pc:chgData name="MOHD SARTAJ" userId="0be50391adb133e1" providerId="LiveId" clId="{849D2220-9185-4955-8F14-CE40930C4662}" dt="2026-06-22T08:43:51.056" v="120" actId="47"/>
        <pc:sldMkLst>
          <pc:docMk/>
          <pc:sldMk cId="0" sldId="256"/>
        </pc:sldMkLst>
      </pc:sldChg>
      <pc:sldChg chg="addSp delSp modSp del mod">
        <pc:chgData name="MOHD SARTAJ" userId="0be50391adb133e1" providerId="LiveId" clId="{849D2220-9185-4955-8F14-CE40930C4662}" dt="2026-06-22T08:44:48.522" v="136" actId="47"/>
        <pc:sldMkLst>
          <pc:docMk/>
          <pc:sldMk cId="0" sldId="257"/>
        </pc:sldMkLst>
      </pc:sldChg>
      <pc:sldChg chg="modSp del mod">
        <pc:chgData name="MOHD SARTAJ" userId="0be50391adb133e1" providerId="LiveId" clId="{849D2220-9185-4955-8F14-CE40930C4662}" dt="2026-06-22T08:45:08.593" v="138" actId="47"/>
        <pc:sldMkLst>
          <pc:docMk/>
          <pc:sldMk cId="0" sldId="258"/>
        </pc:sldMkLst>
      </pc:sldChg>
      <pc:sldChg chg="delSp modSp mod">
        <pc:chgData name="MOHD SARTAJ" userId="0be50391adb133e1" providerId="LiveId" clId="{849D2220-9185-4955-8F14-CE40930C4662}" dt="2026-07-09T04:43:14.597" v="1411" actId="255"/>
        <pc:sldMkLst>
          <pc:docMk/>
          <pc:sldMk cId="0" sldId="259"/>
        </pc:sldMkLst>
        <pc:spChg chg="mod">
          <ac:chgData name="MOHD SARTAJ" userId="0be50391adb133e1" providerId="LiveId" clId="{849D2220-9185-4955-8F14-CE40930C4662}" dt="2026-07-01T04:52:27.544" v="597" actId="255"/>
          <ac:spMkLst>
            <pc:docMk/>
            <pc:sldMk cId="0" sldId="259"/>
            <ac:spMk id="190" creationId="{00000000-0000-0000-0000-000000000000}"/>
          </ac:spMkLst>
        </pc:spChg>
        <pc:spChg chg="mod">
          <ac:chgData name="MOHD SARTAJ" userId="0be50391adb133e1" providerId="LiveId" clId="{849D2220-9185-4955-8F14-CE40930C4662}" dt="2026-07-09T04:43:14.597" v="1411" actId="255"/>
          <ac:spMkLst>
            <pc:docMk/>
            <pc:sldMk cId="0" sldId="259"/>
            <ac:spMk id="198" creationId="{00000000-0000-0000-0000-000000000000}"/>
          </ac:spMkLst>
        </pc:spChg>
      </pc:sldChg>
      <pc:sldChg chg="addSp delSp modSp mod">
        <pc:chgData name="MOHD SARTAJ" userId="0be50391adb133e1" providerId="LiveId" clId="{849D2220-9185-4955-8F14-CE40930C4662}" dt="2026-07-09T04:47:23.697" v="1440" actId="255"/>
        <pc:sldMkLst>
          <pc:docMk/>
          <pc:sldMk cId="0" sldId="260"/>
        </pc:sldMkLst>
        <pc:spChg chg="del">
          <ac:chgData name="MOHD SARTAJ" userId="0be50391adb133e1" providerId="LiveId" clId="{849D2220-9185-4955-8F14-CE40930C4662}" dt="2026-07-08T07:23:38.848" v="818" actId="478"/>
          <ac:spMkLst>
            <pc:docMk/>
            <pc:sldMk cId="0" sldId="260"/>
            <ac:spMk id="3" creationId="{CBA4C4AB-0C4C-4275-179A-2481B83F6A21}"/>
          </ac:spMkLst>
        </pc:spChg>
        <pc:spChg chg="add mod">
          <ac:chgData name="MOHD SARTAJ" userId="0be50391adb133e1" providerId="LiveId" clId="{849D2220-9185-4955-8F14-CE40930C4662}" dt="2026-07-09T04:47:23.697" v="1440" actId="255"/>
          <ac:spMkLst>
            <pc:docMk/>
            <pc:sldMk cId="0" sldId="260"/>
            <ac:spMk id="4" creationId="{757A9C22-CFD7-BD0C-F3FD-24F5DCE6A4C6}"/>
          </ac:spMkLst>
        </pc:spChg>
        <pc:spChg chg="mod">
          <ac:chgData name="MOHD SARTAJ" userId="0be50391adb133e1" providerId="LiveId" clId="{849D2220-9185-4955-8F14-CE40930C4662}" dt="2026-07-09T04:44:55.854" v="1436" actId="20577"/>
          <ac:spMkLst>
            <pc:docMk/>
            <pc:sldMk cId="0" sldId="260"/>
            <ac:spMk id="204" creationId="{00000000-0000-0000-0000-000000000000}"/>
          </ac:spMkLst>
        </pc:spChg>
        <pc:spChg chg="del">
          <ac:chgData name="MOHD SARTAJ" userId="0be50391adb133e1" providerId="LiveId" clId="{849D2220-9185-4955-8F14-CE40930C4662}" dt="2026-07-08T07:23:42.630" v="819" actId="478"/>
          <ac:spMkLst>
            <pc:docMk/>
            <pc:sldMk cId="0" sldId="260"/>
            <ac:spMk id="220" creationId="{00000000-0000-0000-0000-000000000000}"/>
          </ac:spMkLst>
        </pc:spChg>
        <pc:picChg chg="add del mod">
          <ac:chgData name="MOHD SARTAJ" userId="0be50391adb133e1" providerId="LiveId" clId="{849D2220-9185-4955-8F14-CE40930C4662}" dt="2026-07-09T04:47:10.117" v="1437" actId="478"/>
          <ac:picMkLst>
            <pc:docMk/>
            <pc:sldMk cId="0" sldId="260"/>
            <ac:picMk id="5" creationId="{867010AB-3ACE-E3FC-330F-92455BEE9510}"/>
          </ac:picMkLst>
        </pc:picChg>
        <pc:picChg chg="del">
          <ac:chgData name="MOHD SARTAJ" userId="0be50391adb133e1" providerId="LiveId" clId="{849D2220-9185-4955-8F14-CE40930C4662}" dt="2026-07-08T07:23:35.612" v="817" actId="478"/>
          <ac:picMkLst>
            <pc:docMk/>
            <pc:sldMk cId="0" sldId="260"/>
            <ac:picMk id="219" creationId="{00000000-0000-0000-0000-000000000000}"/>
          </ac:picMkLst>
        </pc:picChg>
      </pc:sldChg>
      <pc:sldChg chg="delSp modSp del mod">
        <pc:chgData name="MOHD SARTAJ" userId="0be50391adb133e1" providerId="LiveId" clId="{849D2220-9185-4955-8F14-CE40930C4662}" dt="2026-07-08T07:26:50.070" v="1021" actId="47"/>
        <pc:sldMkLst>
          <pc:docMk/>
          <pc:sldMk cId="0" sldId="261"/>
        </pc:sldMkLst>
        <pc:spChg chg="mod">
          <ac:chgData name="MOHD SARTAJ" userId="0be50391adb133e1" providerId="LiveId" clId="{849D2220-9185-4955-8F14-CE40930C4662}" dt="2026-07-08T07:26:45.830" v="1020" actId="6549"/>
          <ac:spMkLst>
            <pc:docMk/>
            <pc:sldMk cId="0" sldId="261"/>
            <ac:spMk id="227" creationId="{00000000-0000-0000-0000-000000000000}"/>
          </ac:spMkLst>
        </pc:spChg>
      </pc:sldChg>
      <pc:sldChg chg="delSp modSp del mod">
        <pc:chgData name="MOHD SARTAJ" userId="0be50391adb133e1" providerId="LiveId" clId="{849D2220-9185-4955-8F14-CE40930C4662}" dt="2026-07-08T07:26:50.840" v="1022" actId="47"/>
        <pc:sldMkLst>
          <pc:docMk/>
          <pc:sldMk cId="0" sldId="262"/>
        </pc:sldMkLst>
      </pc:sldChg>
      <pc:sldChg chg="delSp modSp del mod">
        <pc:chgData name="MOHD SARTAJ" userId="0be50391adb133e1" providerId="LiveId" clId="{849D2220-9185-4955-8F14-CE40930C4662}" dt="2026-07-01T04:48:44.690" v="478" actId="47"/>
        <pc:sldMkLst>
          <pc:docMk/>
          <pc:sldMk cId="0" sldId="263"/>
        </pc:sldMkLst>
      </pc:sldChg>
      <pc:sldChg chg="delSp modSp mod">
        <pc:chgData name="MOHD SARTAJ" userId="0be50391adb133e1" providerId="LiveId" clId="{849D2220-9185-4955-8F14-CE40930C4662}" dt="2026-07-09T04:57:58.067" v="1985" actId="20577"/>
        <pc:sldMkLst>
          <pc:docMk/>
          <pc:sldMk cId="0" sldId="264"/>
        </pc:sldMkLst>
        <pc:spChg chg="mod">
          <ac:chgData name="MOHD SARTAJ" userId="0be50391adb133e1" providerId="LiveId" clId="{849D2220-9185-4955-8F14-CE40930C4662}" dt="2026-07-01T04:53:24.897" v="611" actId="255"/>
          <ac:spMkLst>
            <pc:docMk/>
            <pc:sldMk cId="0" sldId="264"/>
            <ac:spMk id="280" creationId="{00000000-0000-0000-0000-000000000000}"/>
          </ac:spMkLst>
        </pc:spChg>
        <pc:spChg chg="mod">
          <ac:chgData name="MOHD SARTAJ" userId="0be50391adb133e1" providerId="LiveId" clId="{849D2220-9185-4955-8F14-CE40930C4662}" dt="2026-07-09T04:57:58.067" v="1985" actId="20577"/>
          <ac:spMkLst>
            <pc:docMk/>
            <pc:sldMk cId="0" sldId="264"/>
            <ac:spMk id="283" creationId="{00000000-0000-0000-0000-000000000000}"/>
          </ac:spMkLst>
        </pc:spChg>
      </pc:sldChg>
      <pc:sldChg chg="addSp modSp mod">
        <pc:chgData name="MOHD SARTAJ" userId="0be50391adb133e1" providerId="LiveId" clId="{849D2220-9185-4955-8F14-CE40930C4662}" dt="2026-07-09T06:53:03.909" v="2044" actId="5793"/>
        <pc:sldMkLst>
          <pc:docMk/>
          <pc:sldMk cId="0" sldId="265"/>
        </pc:sldMkLst>
        <pc:spChg chg="mod">
          <ac:chgData name="MOHD SARTAJ" userId="0be50391adb133e1" providerId="LiveId" clId="{849D2220-9185-4955-8F14-CE40930C4662}" dt="2026-07-01T04:53:32.565" v="612" actId="255"/>
          <ac:spMkLst>
            <pc:docMk/>
            <pc:sldMk cId="0" sldId="265"/>
            <ac:spMk id="298" creationId="{00000000-0000-0000-0000-000000000000}"/>
          </ac:spMkLst>
        </pc:spChg>
        <pc:spChg chg="mod">
          <ac:chgData name="MOHD SARTAJ" userId="0be50391adb133e1" providerId="LiveId" clId="{849D2220-9185-4955-8F14-CE40930C4662}" dt="2026-07-09T06:53:03.909" v="2044" actId="5793"/>
          <ac:spMkLst>
            <pc:docMk/>
            <pc:sldMk cId="0" sldId="265"/>
            <ac:spMk id="300" creationId="{00000000-0000-0000-0000-000000000000}"/>
          </ac:spMkLst>
        </pc:spChg>
        <pc:graphicFrameChg chg="add mod">
          <ac:chgData name="MOHD SARTAJ" userId="0be50391adb133e1" providerId="LiveId" clId="{849D2220-9185-4955-8F14-CE40930C4662}" dt="2026-07-08T07:39:58.983" v="1396"/>
          <ac:graphicFrameMkLst>
            <pc:docMk/>
            <pc:sldMk cId="0" sldId="265"/>
            <ac:graphicFrameMk id="2" creationId="{2134D8EC-56D0-AD9C-D116-8A7D69C74C17}"/>
          </ac:graphicFrameMkLst>
        </pc:graphicFrameChg>
        <pc:graphicFrameChg chg="add mod">
          <ac:chgData name="MOHD SARTAJ" userId="0be50391adb133e1" providerId="LiveId" clId="{849D2220-9185-4955-8F14-CE40930C4662}" dt="2026-07-09T06:21:47.514" v="1992"/>
          <ac:graphicFrameMkLst>
            <pc:docMk/>
            <pc:sldMk cId="0" sldId="265"/>
            <ac:graphicFrameMk id="2" creationId="{83F803FB-27CD-B43C-3454-ED7573A72775}"/>
          </ac:graphicFrameMkLst>
        </pc:graphicFrameChg>
      </pc:sldChg>
      <pc:sldChg chg="delSp modSp del mod">
        <pc:chgData name="MOHD SARTAJ" userId="0be50391adb133e1" providerId="LiveId" clId="{849D2220-9185-4955-8F14-CE40930C4662}" dt="2026-06-22T08:51:25.270" v="386" actId="47"/>
        <pc:sldMkLst>
          <pc:docMk/>
          <pc:sldMk cId="0" sldId="266"/>
        </pc:sldMkLst>
      </pc:sldChg>
      <pc:sldChg chg="addSp modSp mod">
        <pc:chgData name="MOHD SARTAJ" userId="0be50391adb133e1" providerId="LiveId" clId="{849D2220-9185-4955-8F14-CE40930C4662}" dt="2026-07-01T06:57:32.121" v="771" actId="1037"/>
        <pc:sldMkLst>
          <pc:docMk/>
          <pc:sldMk cId="0" sldId="267"/>
        </pc:sldMkLst>
        <pc:spChg chg="mod">
          <ac:chgData name="MOHD SARTAJ" userId="0be50391adb133e1" providerId="LiveId" clId="{849D2220-9185-4955-8F14-CE40930C4662}" dt="2026-06-22T08:52:03.101" v="390" actId="207"/>
          <ac:spMkLst>
            <pc:docMk/>
            <pc:sldMk cId="0" sldId="267"/>
            <ac:spMk id="313" creationId="{00000000-0000-0000-0000-000000000000}"/>
          </ac:spMkLst>
        </pc:spChg>
        <pc:picChg chg="add mod">
          <ac:chgData name="MOHD SARTAJ" userId="0be50391adb133e1" providerId="LiveId" clId="{849D2220-9185-4955-8F14-CE40930C4662}" dt="2026-07-01T06:57:32.121" v="771" actId="1037"/>
          <ac:picMkLst>
            <pc:docMk/>
            <pc:sldMk cId="0" sldId="267"/>
            <ac:picMk id="2" creationId="{EF12274F-8CA5-4CF7-1919-5D9EF0FEFA71}"/>
          </ac:picMkLst>
        </pc:picChg>
      </pc:sldChg>
      <pc:sldChg chg="modSp del mod">
        <pc:chgData name="MOHD SARTAJ" userId="0be50391adb133e1" providerId="LiveId" clId="{849D2220-9185-4955-8F14-CE40930C4662}" dt="2026-07-08T07:26:51.583" v="1023" actId="47"/>
        <pc:sldMkLst>
          <pc:docMk/>
          <pc:sldMk cId="3128174871" sldId="268"/>
        </pc:sldMkLst>
      </pc:sldChg>
      <pc:sldChg chg="modSp del mod">
        <pc:chgData name="MOHD SARTAJ" userId="0be50391adb133e1" providerId="LiveId" clId="{849D2220-9185-4955-8F14-CE40930C4662}" dt="2026-07-01T04:47:54.060" v="477" actId="47"/>
        <pc:sldMkLst>
          <pc:docMk/>
          <pc:sldMk cId="1473610980" sldId="269"/>
        </pc:sldMkLst>
      </pc:sldChg>
      <pc:sldChg chg="addSp modSp mod">
        <pc:chgData name="MOHD SARTAJ" userId="0be50391adb133e1" providerId="LiveId" clId="{849D2220-9185-4955-8F14-CE40930C4662}" dt="2026-07-09T04:57:22.175" v="1951" actId="1035"/>
        <pc:sldMkLst>
          <pc:docMk/>
          <pc:sldMk cId="3037065987" sldId="270"/>
        </pc:sldMkLst>
        <pc:spChg chg="mod">
          <ac:chgData name="MOHD SARTAJ" userId="0be50391adb133e1" providerId="LiveId" clId="{849D2220-9185-4955-8F14-CE40930C4662}" dt="2026-07-09T04:57:07.290" v="1897" actId="20577"/>
          <ac:spMkLst>
            <pc:docMk/>
            <pc:sldMk cId="3037065987" sldId="270"/>
            <ac:spMk id="3" creationId="{B2827547-09A0-F6A0-F8B5-8E5E280A9157}"/>
          </ac:spMkLst>
        </pc:spChg>
        <pc:spChg chg="mod">
          <ac:chgData name="MOHD SARTAJ" userId="0be50391adb133e1" providerId="LiveId" clId="{849D2220-9185-4955-8F14-CE40930C4662}" dt="2026-07-01T04:53:17.464" v="610" actId="255"/>
          <ac:spMkLst>
            <pc:docMk/>
            <pc:sldMk cId="3037065987" sldId="270"/>
            <ac:spMk id="261" creationId="{7C4AB5FE-6FED-F373-32CF-3439840E061D}"/>
          </ac:spMkLst>
        </pc:spChg>
        <pc:picChg chg="add mod">
          <ac:chgData name="MOHD SARTAJ" userId="0be50391adb133e1" providerId="LiveId" clId="{849D2220-9185-4955-8F14-CE40930C4662}" dt="2026-07-09T04:56:51.684" v="1889" actId="1035"/>
          <ac:picMkLst>
            <pc:docMk/>
            <pc:sldMk cId="3037065987" sldId="270"/>
            <ac:picMk id="2" creationId="{F90B96B5-BE82-43F7-DA61-90B57BFAC0A8}"/>
          </ac:picMkLst>
        </pc:picChg>
        <pc:picChg chg="add mod">
          <ac:chgData name="MOHD SARTAJ" userId="0be50391adb133e1" providerId="LiveId" clId="{849D2220-9185-4955-8F14-CE40930C4662}" dt="2026-07-09T04:57:22.175" v="1951" actId="1035"/>
          <ac:picMkLst>
            <pc:docMk/>
            <pc:sldMk cId="3037065987" sldId="270"/>
            <ac:picMk id="4" creationId="{0BF9BCDA-6FBD-3787-41CD-150A22F8968B}"/>
          </ac:picMkLst>
        </pc:picChg>
      </pc:sldChg>
      <pc:sldChg chg="modSp add mod">
        <pc:chgData name="MOHD SARTAJ" userId="0be50391adb133e1" providerId="LiveId" clId="{849D2220-9185-4955-8F14-CE40930C4662}" dt="2026-07-09T04:42:28.424" v="1406" actId="20577"/>
        <pc:sldMkLst>
          <pc:docMk/>
          <pc:sldMk cId="138525569" sldId="328"/>
        </pc:sldMkLst>
        <pc:spChg chg="mod">
          <ac:chgData name="MOHD SARTAJ" userId="0be50391adb133e1" providerId="LiveId" clId="{849D2220-9185-4955-8F14-CE40930C4662}" dt="2026-07-09T04:42:28.424" v="1406" actId="20577"/>
          <ac:spMkLst>
            <pc:docMk/>
            <pc:sldMk cId="138525569" sldId="328"/>
            <ac:spMk id="26" creationId="{00000000-0000-0000-0000-000000000000}"/>
          </ac:spMkLst>
        </pc:spChg>
      </pc:sldChg>
      <pc:sldChg chg="modSp add mod">
        <pc:chgData name="MOHD SARTAJ" userId="0be50391adb133e1" providerId="LiveId" clId="{849D2220-9185-4955-8F14-CE40930C4662}" dt="2026-07-01T04:52:04.651" v="590" actId="2711"/>
        <pc:sldMkLst>
          <pc:docMk/>
          <pc:sldMk cId="3429158645" sldId="391"/>
        </pc:sldMkLst>
        <pc:spChg chg="mod">
          <ac:chgData name="MOHD SARTAJ" userId="0be50391adb133e1" providerId="LiveId" clId="{849D2220-9185-4955-8F14-CE40930C4662}" dt="2026-07-01T04:52:04.651" v="590" actId="2711"/>
          <ac:spMkLst>
            <pc:docMk/>
            <pc:sldMk cId="3429158645" sldId="391"/>
            <ac:spMk id="5" creationId="{7AA2250C-970C-8B81-CD6B-892C1690A55D}"/>
          </ac:spMkLst>
        </pc:spChg>
        <pc:picChg chg="mod">
          <ac:chgData name="MOHD SARTAJ" userId="0be50391adb133e1" providerId="LiveId" clId="{849D2220-9185-4955-8F14-CE40930C4662}" dt="2026-06-30T10:38:48.815" v="409" actId="1037"/>
          <ac:picMkLst>
            <pc:docMk/>
            <pc:sldMk cId="3429158645" sldId="391"/>
            <ac:picMk id="3" creationId="{E7136AD0-68B4-9895-2CB4-1669BB7A58D6}"/>
          </ac:picMkLst>
        </pc:picChg>
      </pc:sldChg>
      <pc:sldChg chg="modSp add mod">
        <pc:chgData name="MOHD SARTAJ" userId="0be50391adb133e1" providerId="LiveId" clId="{849D2220-9185-4955-8F14-CE40930C4662}" dt="2026-07-01T04:51:53.940" v="588" actId="2711"/>
        <pc:sldMkLst>
          <pc:docMk/>
          <pc:sldMk cId="0" sldId="397"/>
        </pc:sldMkLst>
        <pc:spChg chg="mod">
          <ac:chgData name="MOHD SARTAJ" userId="0be50391adb133e1" providerId="LiveId" clId="{849D2220-9185-4955-8F14-CE40930C4662}" dt="2026-07-01T04:51:53.940" v="588" actId="2711"/>
          <ac:spMkLst>
            <pc:docMk/>
            <pc:sldMk cId="0" sldId="397"/>
            <ac:spMk id="175" creationId="{00000000-0000-0000-0000-000000000000}"/>
          </ac:spMkLst>
        </pc:spChg>
        <pc:picChg chg="mod">
          <ac:chgData name="MOHD SARTAJ" userId="0be50391adb133e1" providerId="LiveId" clId="{849D2220-9185-4955-8F14-CE40930C4662}" dt="2026-06-30T10:38:36.612" v="397" actId="1038"/>
          <ac:picMkLst>
            <pc:docMk/>
            <pc:sldMk cId="0" sldId="397"/>
            <ac:picMk id="4" creationId="{240CDDA6-98BC-7AF9-E703-0C24F6935072}"/>
          </ac:picMkLst>
        </pc:picChg>
      </pc:sldChg>
      <pc:sldChg chg="modSp add mod">
        <pc:chgData name="MOHD SARTAJ" userId="0be50391adb133e1" providerId="LiveId" clId="{849D2220-9185-4955-8F14-CE40930C4662}" dt="2026-07-01T04:53:44.331" v="614" actId="2711"/>
        <pc:sldMkLst>
          <pc:docMk/>
          <pc:sldMk cId="0" sldId="398"/>
        </pc:sldMkLst>
        <pc:spChg chg="mod">
          <ac:chgData name="MOHD SARTAJ" userId="0be50391adb133e1" providerId="LiveId" clId="{849D2220-9185-4955-8F14-CE40930C4662}" dt="2026-07-01T04:53:44.331" v="614" actId="2711"/>
          <ac:spMkLst>
            <pc:docMk/>
            <pc:sldMk cId="0" sldId="398"/>
            <ac:spMk id="306" creationId="{00000000-0000-0000-0000-000000000000}"/>
          </ac:spMkLst>
        </pc:spChg>
        <pc:graphicFrameChg chg="mod modGraphic">
          <ac:chgData name="MOHD SARTAJ" userId="0be50391adb133e1" providerId="LiveId" clId="{849D2220-9185-4955-8F14-CE40930C4662}" dt="2026-06-22T08:51:49.521" v="389" actId="14734"/>
          <ac:graphicFrameMkLst>
            <pc:docMk/>
            <pc:sldMk cId="0" sldId="398"/>
            <ac:graphicFrameMk id="307" creationId="{00000000-0000-0000-0000-000000000000}"/>
          </ac:graphicFrameMkLst>
        </pc:graphicFrameChg>
      </pc:sldChg>
      <pc:sldChg chg="delSp modSp add del mod">
        <pc:chgData name="MOHD SARTAJ" userId="0be50391adb133e1" providerId="LiveId" clId="{849D2220-9185-4955-8F14-CE40930C4662}" dt="2026-07-09T04:47:33.479" v="1441" actId="47"/>
        <pc:sldMkLst>
          <pc:docMk/>
          <pc:sldMk cId="4176827358" sldId="399"/>
        </pc:sldMkLst>
        <pc:spChg chg="mod">
          <ac:chgData name="MOHD SARTAJ" userId="0be50391adb133e1" providerId="LiveId" clId="{849D2220-9185-4955-8F14-CE40930C4662}" dt="2026-07-08T07:27:41.823" v="1038" actId="14100"/>
          <ac:spMkLst>
            <pc:docMk/>
            <pc:sldMk cId="4176827358" sldId="399"/>
            <ac:spMk id="4" creationId="{8E1056C8-7379-D416-C342-941022C3A0C2}"/>
          </ac:spMkLst>
        </pc:spChg>
        <pc:picChg chg="del">
          <ac:chgData name="MOHD SARTAJ" userId="0be50391adb133e1" providerId="LiveId" clId="{849D2220-9185-4955-8F14-CE40930C4662}" dt="2026-07-08T07:26:59.999" v="1025" actId="478"/>
          <ac:picMkLst>
            <pc:docMk/>
            <pc:sldMk cId="4176827358" sldId="399"/>
            <ac:picMk id="5" creationId="{16DD6608-1598-B0D2-66AE-BA3B677FF9D4}"/>
          </ac:picMkLst>
        </pc:picChg>
      </pc:sldChg>
      <pc:sldChg chg="modSp add del mod">
        <pc:chgData name="MOHD SARTAJ" userId="0be50391adb133e1" providerId="LiveId" clId="{849D2220-9185-4955-8F14-CE40930C4662}" dt="2026-07-09T04:47:34.318" v="1442" actId="47"/>
        <pc:sldMkLst>
          <pc:docMk/>
          <pc:sldMk cId="2049540307" sldId="400"/>
        </pc:sldMkLst>
        <pc:spChg chg="mod">
          <ac:chgData name="MOHD SARTAJ" userId="0be50391adb133e1" providerId="LiveId" clId="{849D2220-9185-4955-8F14-CE40930C4662}" dt="2026-07-08T07:28:59.156" v="1054" actId="123"/>
          <ac:spMkLst>
            <pc:docMk/>
            <pc:sldMk cId="2049540307" sldId="400"/>
            <ac:spMk id="4" creationId="{B3E0B15F-7A6E-D7A2-ADA6-192F5E93FFF9}"/>
          </ac:spMkLst>
        </pc:spChg>
      </pc:sldChg>
      <pc:sldChg chg="modSp add del mod">
        <pc:chgData name="MOHD SARTAJ" userId="0be50391adb133e1" providerId="LiveId" clId="{849D2220-9185-4955-8F14-CE40930C4662}" dt="2026-07-09T04:47:35.288" v="1443" actId="47"/>
        <pc:sldMkLst>
          <pc:docMk/>
          <pc:sldMk cId="1832979428" sldId="401"/>
        </pc:sldMkLst>
        <pc:spChg chg="mod">
          <ac:chgData name="MOHD SARTAJ" userId="0be50391adb133e1" providerId="LiveId" clId="{849D2220-9185-4955-8F14-CE40930C4662}" dt="2026-07-08T07:33:41.938" v="1207" actId="1036"/>
          <ac:spMkLst>
            <pc:docMk/>
            <pc:sldMk cId="1832979428" sldId="401"/>
            <ac:spMk id="4" creationId="{479B4803-C877-8B0D-B2AB-2A2D8765D3A3}"/>
          </ac:spMkLst>
        </pc:spChg>
        <pc:spChg chg="mod">
          <ac:chgData name="MOHD SARTAJ" userId="0be50391adb133e1" providerId="LiveId" clId="{849D2220-9185-4955-8F14-CE40930C4662}" dt="2026-07-08T07:33:36.767" v="1201" actId="20577"/>
          <ac:spMkLst>
            <pc:docMk/>
            <pc:sldMk cId="1832979428" sldId="401"/>
            <ac:spMk id="204" creationId="{C72136CC-964B-BB34-2FCC-7ED9121543E9}"/>
          </ac:spMkLst>
        </pc:spChg>
      </pc:sldChg>
      <pc:sldChg chg="modSp add del mod">
        <pc:chgData name="MOHD SARTAJ" userId="0be50391adb133e1" providerId="LiveId" clId="{849D2220-9185-4955-8F14-CE40930C4662}" dt="2026-07-09T04:47:36.102" v="1444" actId="47"/>
        <pc:sldMkLst>
          <pc:docMk/>
          <pc:sldMk cId="3549991003" sldId="402"/>
        </pc:sldMkLst>
        <pc:spChg chg="mod">
          <ac:chgData name="MOHD SARTAJ" userId="0be50391adb133e1" providerId="LiveId" clId="{849D2220-9185-4955-8F14-CE40930C4662}" dt="2026-07-08T07:34:41.273" v="1221" actId="20577"/>
          <ac:spMkLst>
            <pc:docMk/>
            <pc:sldMk cId="3549991003" sldId="402"/>
            <ac:spMk id="4" creationId="{51889157-F12E-F1A4-5AFB-2ABE07F5E38A}"/>
          </ac:spMkLst>
        </pc:spChg>
        <pc:spChg chg="mod">
          <ac:chgData name="MOHD SARTAJ" userId="0be50391adb133e1" providerId="LiveId" clId="{849D2220-9185-4955-8F14-CE40930C4662}" dt="2026-07-08T07:34:52.748" v="1241" actId="20577"/>
          <ac:spMkLst>
            <pc:docMk/>
            <pc:sldMk cId="3549991003" sldId="402"/>
            <ac:spMk id="204" creationId="{CA3D06BD-2590-603E-F8D7-934CED43C9CD}"/>
          </ac:spMkLst>
        </pc:spChg>
      </pc:sldChg>
      <pc:sldChg chg="modSp add del mod">
        <pc:chgData name="MOHD SARTAJ" userId="0be50391adb133e1" providerId="LiveId" clId="{849D2220-9185-4955-8F14-CE40930C4662}" dt="2026-07-09T04:47:36.750" v="1445" actId="47"/>
        <pc:sldMkLst>
          <pc:docMk/>
          <pc:sldMk cId="666128571" sldId="403"/>
        </pc:sldMkLst>
        <pc:spChg chg="mod">
          <ac:chgData name="MOHD SARTAJ" userId="0be50391adb133e1" providerId="LiveId" clId="{849D2220-9185-4955-8F14-CE40930C4662}" dt="2026-07-08T07:35:56.595" v="1264" actId="20577"/>
          <ac:spMkLst>
            <pc:docMk/>
            <pc:sldMk cId="666128571" sldId="403"/>
            <ac:spMk id="4" creationId="{077C1AE6-732E-B18B-47ED-F113CFBC008F}"/>
          </ac:spMkLst>
        </pc:spChg>
        <pc:spChg chg="mod">
          <ac:chgData name="MOHD SARTAJ" userId="0be50391adb133e1" providerId="LiveId" clId="{849D2220-9185-4955-8F14-CE40930C4662}" dt="2026-07-08T07:36:08.925" v="1271" actId="20577"/>
          <ac:spMkLst>
            <pc:docMk/>
            <pc:sldMk cId="666128571" sldId="403"/>
            <ac:spMk id="204" creationId="{53CEE3DE-7FC2-84C4-B5BA-BAD74E4B5500}"/>
          </ac:spMkLst>
        </pc:spChg>
      </pc:sldChg>
      <pc:sldChg chg="modSp add del mod">
        <pc:chgData name="MOHD SARTAJ" userId="0be50391adb133e1" providerId="LiveId" clId="{849D2220-9185-4955-8F14-CE40930C4662}" dt="2026-07-09T04:47:37.373" v="1446" actId="47"/>
        <pc:sldMkLst>
          <pc:docMk/>
          <pc:sldMk cId="3184155701" sldId="404"/>
        </pc:sldMkLst>
        <pc:spChg chg="mod">
          <ac:chgData name="MOHD SARTAJ" userId="0be50391adb133e1" providerId="LiveId" clId="{849D2220-9185-4955-8F14-CE40930C4662}" dt="2026-07-08T07:37:16.898" v="1295" actId="20577"/>
          <ac:spMkLst>
            <pc:docMk/>
            <pc:sldMk cId="3184155701" sldId="404"/>
            <ac:spMk id="4" creationId="{61D2ACDC-284C-0EF5-E6CA-448FB1C8CCC2}"/>
          </ac:spMkLst>
        </pc:spChg>
        <pc:spChg chg="mod">
          <ac:chgData name="MOHD SARTAJ" userId="0be50391adb133e1" providerId="LiveId" clId="{849D2220-9185-4955-8F14-CE40930C4662}" dt="2026-07-08T07:36:58.752" v="1286" actId="20577"/>
          <ac:spMkLst>
            <pc:docMk/>
            <pc:sldMk cId="3184155701" sldId="404"/>
            <ac:spMk id="204" creationId="{E76BF180-D19D-601A-E974-D070EF83B05E}"/>
          </ac:spMkLst>
        </pc:spChg>
      </pc:sldChg>
      <pc:sldChg chg="addSp delSp modSp add del mod">
        <pc:chgData name="MOHD SARTAJ" userId="0be50391adb133e1" providerId="LiveId" clId="{849D2220-9185-4955-8F14-CE40930C4662}" dt="2026-07-09T04:57:27.393" v="1952" actId="47"/>
        <pc:sldMkLst>
          <pc:docMk/>
          <pc:sldMk cId="128946749" sldId="405"/>
        </pc:sldMkLst>
        <pc:spChg chg="del">
          <ac:chgData name="MOHD SARTAJ" userId="0be50391adb133e1" providerId="LiveId" clId="{849D2220-9185-4955-8F14-CE40930C4662}" dt="2026-07-08T07:38:06.801" v="1300" actId="478"/>
          <ac:spMkLst>
            <pc:docMk/>
            <pc:sldMk cId="128946749" sldId="405"/>
            <ac:spMk id="3" creationId="{1B272D84-9D16-2861-838A-FF60E8E32569}"/>
          </ac:spMkLst>
        </pc:spChg>
        <pc:spChg chg="mod">
          <ac:chgData name="MOHD SARTAJ" userId="0be50391adb133e1" providerId="LiveId" clId="{849D2220-9185-4955-8F14-CE40930C4662}" dt="2026-07-08T07:37:39.306" v="1298" actId="20577"/>
          <ac:spMkLst>
            <pc:docMk/>
            <pc:sldMk cId="128946749" sldId="405"/>
            <ac:spMk id="261" creationId="{F4627CD8-9D76-C8D6-8814-CEAC96BB414B}"/>
          </ac:spMkLst>
        </pc:spChg>
        <pc:picChg chg="add mod">
          <ac:chgData name="MOHD SARTAJ" userId="0be50391adb133e1" providerId="LiveId" clId="{849D2220-9185-4955-8F14-CE40930C4662}" dt="2026-07-08T07:38:45.716" v="1337" actId="14100"/>
          <ac:picMkLst>
            <pc:docMk/>
            <pc:sldMk cId="128946749" sldId="405"/>
            <ac:picMk id="2" creationId="{18A832C6-4953-B39F-67C8-2042F10C9BD5}"/>
          </ac:picMkLst>
        </pc:picChg>
      </pc:sldChg>
      <pc:sldChg chg="addSp modSp add mod modAnim">
        <pc:chgData name="MOHD SARTAJ" userId="0be50391adb133e1" providerId="LiveId" clId="{849D2220-9185-4955-8F14-CE40930C4662}" dt="2026-07-09T04:49:00.924" v="1565" actId="2711"/>
        <pc:sldMkLst>
          <pc:docMk/>
          <pc:sldMk cId="1614806261" sldId="406"/>
        </pc:sldMkLst>
        <pc:spChg chg="mod">
          <ac:chgData name="MOHD SARTAJ" userId="0be50391adb133e1" providerId="LiveId" clId="{849D2220-9185-4955-8F14-CE40930C4662}" dt="2026-07-09T04:49:00.924" v="1565" actId="2711"/>
          <ac:spMkLst>
            <pc:docMk/>
            <pc:sldMk cId="1614806261" sldId="406"/>
            <ac:spMk id="4" creationId="{9837B9C4-7072-DC9C-B31C-649C35FD1BB6}"/>
          </ac:spMkLst>
        </pc:spChg>
        <pc:picChg chg="add mod">
          <ac:chgData name="MOHD SARTAJ" userId="0be50391adb133e1" providerId="LiveId" clId="{849D2220-9185-4955-8F14-CE40930C4662}" dt="2026-07-09T04:48:44.552" v="1563" actId="1036"/>
          <ac:picMkLst>
            <pc:docMk/>
            <pc:sldMk cId="1614806261" sldId="406"/>
            <ac:picMk id="2" creationId="{B2CDC59D-252F-6BB5-3805-4ABB975F56D1}"/>
          </ac:picMkLst>
        </pc:picChg>
      </pc:sldChg>
      <pc:sldChg chg="addSp delSp modSp add mod delAnim modAnim">
        <pc:chgData name="MOHD SARTAJ" userId="0be50391adb133e1" providerId="LiveId" clId="{849D2220-9185-4955-8F14-CE40930C4662}" dt="2026-07-09T04:52:16.163" v="1693" actId="2711"/>
        <pc:sldMkLst>
          <pc:docMk/>
          <pc:sldMk cId="1308891748" sldId="407"/>
        </pc:sldMkLst>
        <pc:spChg chg="mod">
          <ac:chgData name="MOHD SARTAJ" userId="0be50391adb133e1" providerId="LiveId" clId="{849D2220-9185-4955-8F14-CE40930C4662}" dt="2026-07-09T04:52:16.163" v="1693" actId="2711"/>
          <ac:spMkLst>
            <pc:docMk/>
            <pc:sldMk cId="1308891748" sldId="407"/>
            <ac:spMk id="4" creationId="{518D3DEE-736C-6759-CF40-514EE9D1D826}"/>
          </ac:spMkLst>
        </pc:spChg>
        <pc:picChg chg="del">
          <ac:chgData name="MOHD SARTAJ" userId="0be50391adb133e1" providerId="LiveId" clId="{849D2220-9185-4955-8F14-CE40930C4662}" dt="2026-07-09T04:50:46.844" v="1577" actId="478"/>
          <ac:picMkLst>
            <pc:docMk/>
            <pc:sldMk cId="1308891748" sldId="407"/>
            <ac:picMk id="2" creationId="{1037C516-D0FC-AD3C-9C97-AE0067C7F330}"/>
          </ac:picMkLst>
        </pc:picChg>
        <pc:picChg chg="add mod">
          <ac:chgData name="MOHD SARTAJ" userId="0be50391adb133e1" providerId="LiveId" clId="{849D2220-9185-4955-8F14-CE40930C4662}" dt="2026-07-09T04:51:56.793" v="1690" actId="1036"/>
          <ac:picMkLst>
            <pc:docMk/>
            <pc:sldMk cId="1308891748" sldId="407"/>
            <ac:picMk id="3" creationId="{89BECFAF-3000-E276-7CE6-5E1BD8D54BFE}"/>
          </ac:picMkLst>
        </pc:picChg>
      </pc:sldChg>
      <pc:sldChg chg="addSp delSp modSp add mod delAnim modAnim">
        <pc:chgData name="MOHD SARTAJ" userId="0be50391adb133e1" providerId="LiveId" clId="{849D2220-9185-4955-8F14-CE40930C4662}" dt="2026-07-09T04:54:25.162" v="1829" actId="2711"/>
        <pc:sldMkLst>
          <pc:docMk/>
          <pc:sldMk cId="4209350797" sldId="408"/>
        </pc:sldMkLst>
        <pc:spChg chg="mod">
          <ac:chgData name="MOHD SARTAJ" userId="0be50391adb133e1" providerId="LiveId" clId="{849D2220-9185-4955-8F14-CE40930C4662}" dt="2026-07-09T04:54:25.162" v="1829" actId="2711"/>
          <ac:spMkLst>
            <pc:docMk/>
            <pc:sldMk cId="4209350797" sldId="408"/>
            <ac:spMk id="4" creationId="{ACBC7985-6709-524B-14E3-D9869025329F}"/>
          </ac:spMkLst>
        </pc:spChg>
        <pc:picChg chg="add mod">
          <ac:chgData name="MOHD SARTAJ" userId="0be50391adb133e1" providerId="LiveId" clId="{849D2220-9185-4955-8F14-CE40930C4662}" dt="2026-07-09T04:54:15.748" v="1828" actId="1037"/>
          <ac:picMkLst>
            <pc:docMk/>
            <pc:sldMk cId="4209350797" sldId="408"/>
            <ac:picMk id="2" creationId="{0B8396F6-025F-D871-C328-2E42AD5C5940}"/>
          </ac:picMkLst>
        </pc:picChg>
        <pc:picChg chg="del">
          <ac:chgData name="MOHD SARTAJ" userId="0be50391adb133e1" providerId="LiveId" clId="{849D2220-9185-4955-8F14-CE40930C4662}" dt="2026-07-09T04:52:31.397" v="1694" actId="478"/>
          <ac:picMkLst>
            <pc:docMk/>
            <pc:sldMk cId="4209350797" sldId="408"/>
            <ac:picMk id="3" creationId="{FF775DBE-234F-C67B-0E27-002E3B3D3DA5}"/>
          </ac:picMkLst>
        </pc:picChg>
      </pc:sldChg>
      <pc:sldChg chg="delSp modSp add mod delAnim">
        <pc:chgData name="MOHD SARTAJ" userId="0be50391adb133e1" providerId="LiveId" clId="{849D2220-9185-4955-8F14-CE40930C4662}" dt="2026-07-09T04:55:53.156" v="1836" actId="20577"/>
        <pc:sldMkLst>
          <pc:docMk/>
          <pc:sldMk cId="3268953067" sldId="409"/>
        </pc:sldMkLst>
        <pc:spChg chg="mod">
          <ac:chgData name="MOHD SARTAJ" userId="0be50391adb133e1" providerId="LiveId" clId="{849D2220-9185-4955-8F14-CE40930C4662}" dt="2026-07-09T04:55:53.156" v="1836" actId="20577"/>
          <ac:spMkLst>
            <pc:docMk/>
            <pc:sldMk cId="3268953067" sldId="409"/>
            <ac:spMk id="4" creationId="{3A33E1A9-1EE0-C6EE-3FD2-0A7EFFC32A98}"/>
          </ac:spMkLst>
        </pc:spChg>
        <pc:picChg chg="del">
          <ac:chgData name="MOHD SARTAJ" userId="0be50391adb133e1" providerId="LiveId" clId="{849D2220-9185-4955-8F14-CE40930C4662}" dt="2026-07-09T04:55:33.107" v="1831" actId="478"/>
          <ac:picMkLst>
            <pc:docMk/>
            <pc:sldMk cId="3268953067" sldId="409"/>
            <ac:picMk id="2" creationId="{34AD2C06-4A13-CC57-EF47-8570D6506B0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4E11F855-E04A-DA29-B4D4-8AB1140F5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DBD49022-E46B-20E9-49B0-CB7C0611E5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94A634D9-9625-16BB-9670-6E956812D1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6297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AE60DD18-3FC4-184E-2811-A986DA3FC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BD077F81-DDEF-50C8-6DA7-57FD7BB494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F52B4EB9-8F0C-1F8E-44D7-6A60DB146F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0734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CC9A24DA-EA83-9569-2E2A-4B885D847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63A694AD-C000-C0FD-1EE2-03A80ECC9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7F890C41-1AD3-44F3-DA1D-D750372018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7819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B740EBA4-EF4C-E2D2-24AC-6061BEB68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2CE92E3F-18D4-933A-FFA5-37E2D58652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3FA31079-FBA7-9337-2B4D-83EB0C4C8C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0057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5FAEFE9D-24BF-C41F-6E52-9BC10B0BC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AF1C8823-99E0-622E-3E8E-0DA1A42C9D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D9638116-FF10-CCE6-0809-FCDA01061A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83612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57AA7E8B-4584-DBAF-FAC2-F314D221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44DD5612-6302-CD1D-5598-91E6BBB13A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FCE65CE7-1E18-5923-2F0D-3895D18565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30698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28D80A7D-D533-DED8-40CE-29AC85AB6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A13A996D-B8BE-1E5E-5E6D-869640E9C8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9C75BD22-27BF-580D-D588-C1FE9C1A49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43335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A5C40F41-A201-7DC9-D480-5D4458E46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3F229A1C-46FD-546D-4268-65A83D8621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2F93671C-FC8B-DC89-8136-1EBC11B0A8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3085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341832D6-77E6-78CF-F330-BFA9BE9D3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9006E200-78CC-2669-18B8-8FFC87894C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7C8F1CC4-5807-D8DF-1D5A-9FAABED309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86254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C78E2E9C-02E4-2C5C-5749-B3ADAC0D7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DF60B9DB-8985-D5D6-F92C-7CBAA795C6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78593D6B-02EE-D167-F16A-5D954E9FAB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24280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5E961E17-20D9-3A62-FF51-489CB03CD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B0626C33-2961-D937-76B1-9700F6EFCB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F96A0A4E-17A8-083B-CFE9-4F6CE247FD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63395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solidFill>
            <a:schemeClr val="lt1"/>
          </a:solidFill>
          <a:ln w="19050" cap="sq" cmpd="thinThick">
            <a:solidFill>
              <a:schemeClr val="dk1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6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  <a:defRPr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/>
          <p:nvPr/>
        </p:nvSpPr>
        <p:spPr>
          <a:xfrm>
            <a:off x="2804329" y="0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body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body" idx="2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8"/>
          <p:cNvSpPr txBox="1"/>
          <p:nvPr/>
        </p:nvSpPr>
        <p:spPr>
          <a:xfrm>
            <a:off x="2804329" y="87868"/>
            <a:ext cx="61872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 Engineering (CCE)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9"/>
          <p:cNvSpPr>
            <a:spLocks noGrp="1"/>
          </p:cNvSpPr>
          <p:nvPr>
            <p:ph type="pic" idx="2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9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19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2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0"/>
          <p:cNvSpPr txBox="1"/>
          <p:nvPr/>
        </p:nvSpPr>
        <p:spPr>
          <a:xfrm>
            <a:off x="3009795" y="0"/>
            <a:ext cx="6058005" cy="353943"/>
          </a:xfrm>
          <a:prstGeom prst="rect">
            <a:avLst/>
          </a:prstGeom>
          <a:solidFill>
            <a:srgbClr val="63242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Communicationq Engineering (CCE)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1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 rot="5400000">
            <a:off x="2286000" y="228600"/>
            <a:ext cx="4267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EXT_AND_CLIPAR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6"/>
          <p:cNvSpPr>
            <a:spLocks noGrp="1"/>
          </p:cNvSpPr>
          <p:nvPr>
            <p:ph type="clipArt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3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3" descr="https://encrypted-tbn3.gstatic.com/images?q=tbn:ANd9GcTyg3Gq4WoxkxO75aZWNEjYFvavmMfWdiMvs57jpDF8YRR3yCybqQ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52400" y="152400"/>
            <a:ext cx="768000" cy="12192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JRSu0Vf0r0" TargetMode="External"/><Relationship Id="rId7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zm_o2dthNGIi-OXsgP8McUz4SUlb9q3p/view?usp=sharing" TargetMode="External"/><Relationship Id="rId5" Type="http://schemas.openxmlformats.org/officeDocument/2006/relationships/hyperlink" Target="https://youtu.be/H8aPbP86WyE?si=J3iZlys16PdHvUWY" TargetMode="External"/><Relationship Id="rId4" Type="http://schemas.openxmlformats.org/officeDocument/2006/relationships/hyperlink" Target="https://youtu.be/HvFyVSSwF14?si=mz0BnrlIgPhxlT3t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458472"/>
            <a:ext cx="7551419" cy="481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3600" b="0" i="0" u="none" strike="noStrike" cap="none" dirty="0">
              <a:solidFill>
                <a:srgbClr val="FF0000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B.Tech. CSE (Core/DS/IT/CC)</a:t>
            </a:r>
            <a:endParaRPr lang="en-US" sz="24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Semester-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3</a:t>
            </a:r>
            <a:endParaRPr lang="en-US" sz="10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Discrete Mathematics</a:t>
            </a:r>
            <a:endParaRPr lang="en-US" sz="2400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Unit - 4 (Chapter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-</a:t>
            </a:r>
            <a:r>
              <a:rPr lang="en-US" sz="2400" b="1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 4.2.2)</a:t>
            </a:r>
            <a:endParaRPr lang="en-US" sz="2400" kern="100" dirty="0">
              <a:solidFill>
                <a:srgbClr val="002060"/>
              </a:solidFill>
              <a:effectLst/>
              <a:latin typeface="+mj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Dr. SARTAJ</a:t>
            </a: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 mappings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06" y="1676400"/>
            <a:ext cx="8188505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775124" cy="1137008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CO-PO mappings</a:t>
            </a: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20" y="1758592"/>
            <a:ext cx="8098465" cy="341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title"/>
          </p:nvPr>
        </p:nvSpPr>
        <p:spPr>
          <a:xfrm>
            <a:off x="3041146" y="271186"/>
            <a:ext cx="565138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Topics Overview 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838199" y="1873589"/>
            <a:ext cx="7802563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Eulerian graph</a:t>
            </a:r>
          </a:p>
          <a:p>
            <a:pPr marL="285750" lvl="0" indent="-285750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Conclusions 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Video links 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References </a:t>
            </a:r>
            <a:endParaRPr sz="240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199" name="Google Shape;199;p4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Graph related terms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5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6FDA57-4E76-F0B9-63EA-EB6A6535F219}"/>
              </a:ext>
            </a:extLst>
          </p:cNvPr>
          <p:cNvSpPr txBox="1"/>
          <p:nvPr/>
        </p:nvSpPr>
        <p:spPr>
          <a:xfrm>
            <a:off x="595901" y="1547903"/>
            <a:ext cx="807603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Walk: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a sequence of vertices where two consecutive vertices represent edge. (i.e.) It is an alternate sequence of vertices and edge where first and last position must be vertex.</a:t>
            </a:r>
          </a:p>
          <a:p>
            <a:pPr marL="0" indent="0" algn="just">
              <a:buNone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a e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 e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 e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e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 e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 e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</a:t>
            </a:r>
          </a:p>
          <a:p>
            <a:pPr marL="0" indent="0" algn="just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also written as: a b d a b c h</a:t>
            </a: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Trail: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a walk where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edge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will be repeated.</a:t>
            </a:r>
          </a:p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 b d a b c </a:t>
            </a: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Path: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a walk where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edge and vertex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will be repeated.</a:t>
            </a:r>
          </a:p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d a b c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49F5EF-C6D7-FB36-0184-79C6AB06A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46685" y="2631608"/>
            <a:ext cx="2310479" cy="151205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2CA40B43-2D2A-6D82-5BC6-BC5E8CE37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4C229D24-D36E-3E1B-B029-1474861083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Graph related terms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894047D2-A0D2-CF61-8271-E71D25D4AB1E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6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CCE983AA-B888-FE4A-0240-B00A6D75A965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CEEEA1BC-6257-26DA-9243-2D9634DD599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BB0B9A-90DE-F10A-F41E-4F9785C0B716}"/>
              </a:ext>
            </a:extLst>
          </p:cNvPr>
          <p:cNvSpPr txBox="1"/>
          <p:nvPr/>
        </p:nvSpPr>
        <p:spPr>
          <a:xfrm>
            <a:off x="595901" y="1475985"/>
            <a:ext cx="807603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Number of edge in walk/trail/path is the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length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it.</a:t>
            </a: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Circuit: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closed trail is a circuit.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(vertices can be repeated but edges can’t be repeated)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b a d b c h b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Cycle: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closed path is a cycle.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(both vertices and edges can’t be repeated)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b a d b</a:t>
            </a: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857B2A-7A65-42A8-55AC-FB1F3B513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3936" y="3025381"/>
            <a:ext cx="2876467" cy="170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438340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3C0D379E-2270-D16D-3BF6-1BF38D162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A4D543C6-9E2A-A66B-32C6-94E04AA1A0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Graph related terms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298C63F7-5FFF-8344-D39A-8886C9487A3F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7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9805396B-4165-8A62-42B6-0509DEC1500E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1F37F6C7-1FAA-D20B-7BFA-DA7A2A51B6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9B2DAEE-B33E-3872-7AF2-1B2CB5F5B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192" y="1738460"/>
            <a:ext cx="7715892" cy="387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560506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2DFF486F-02F3-9C63-8A60-A494E98B4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7C4AB5FE-6FED-F373-32CF-3439840E06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Activity-1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D68B5F12-4CDD-53ED-9F4F-A24545600BC0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8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FAC2B25E-F895-20CA-D610-7BEA709A3C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29F2308D-B784-83B4-5E35-1C146AC04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687" y="1734538"/>
            <a:ext cx="802407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following walks is a trail, path, circuit, cycle?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v1, v2, v3, v2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v4, v1, v2, v3, v4, v5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v1, v2, v3, v4, v5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v1, v2, v3, v4, v1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v6, v5, v4, v3, v2, v1, v4, v6</a:t>
            </a:r>
            <a:endParaRPr lang="en-IN" sz="24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A2AAC6-164F-E5D1-7279-FC970261E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303" y="2275980"/>
            <a:ext cx="3762971" cy="215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065987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481C08A3-E52C-EB8B-30BC-0D000C954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CF3D663D-597B-50F8-7CA6-CFBC67F110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Euler paths and Graphs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8179EFD9-4F32-CC12-84A2-9922326284D8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9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5A847BCC-1299-3525-C49F-DAA2222224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1E8E95-C5FF-5966-F01C-F4FC6F7BC059}"/>
              </a:ext>
            </a:extLst>
          </p:cNvPr>
          <p:cNvSpPr txBox="1"/>
          <p:nvPr/>
        </p:nvSpPr>
        <p:spPr>
          <a:xfrm>
            <a:off x="636994" y="1492022"/>
            <a:ext cx="800356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Euler path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It is a path that uses every edge of the graph </a:t>
            </a:r>
            <a:r>
              <a:rPr lang="en-US" alt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exactly once.</a:t>
            </a:r>
          </a:p>
          <a:p>
            <a:pPr marL="0" indent="0">
              <a:buNone/>
            </a:pP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Euler trail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It is a trail that uses every edge of the graph </a:t>
            </a:r>
            <a:r>
              <a:rPr lang="en-US" alt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exactly once.</a:t>
            </a:r>
          </a:p>
          <a:p>
            <a:pPr marL="0" indent="0">
              <a:buNone/>
            </a:pP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Euler circuit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It is a circuit that uses every edge of the graph </a:t>
            </a:r>
            <a:r>
              <a:rPr lang="en-US" alt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exactly once.</a:t>
            </a:r>
          </a:p>
          <a:p>
            <a:pPr marL="0" indent="0">
              <a:buNone/>
            </a:pPr>
            <a:endParaRPr lang="en-US" alt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Euler cycle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It is a cycle that uses every edge of the graph </a:t>
            </a:r>
            <a:r>
              <a:rPr lang="en-US" alt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exactly once.</a:t>
            </a:r>
          </a:p>
          <a:p>
            <a:pPr marL="0" indent="0"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Euler Graph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connected graph is a Euler graph if it has a Euler trail.</a:t>
            </a:r>
          </a:p>
        </p:txBody>
      </p:sp>
    </p:spTree>
    <p:extLst>
      <p:ext uri="{BB962C8B-B14F-4D97-AF65-F5344CB8AC3E}">
        <p14:creationId xmlns:p14="http://schemas.microsoft.com/office/powerpoint/2010/main" val="1035994579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2416EDC4-3570-1F3D-589D-F5212EA47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6780691A-8BB4-5D8D-6C43-6FAA301AB8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Euler paths and Graphs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CBBA5040-DA98-AE1D-A681-FD714D76BAC4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10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F3E715AE-C653-F1DC-4F62-63DFD9EDD9A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EEE3F5-0C8F-E182-34DF-E133198A1C63}"/>
              </a:ext>
            </a:extLst>
          </p:cNvPr>
          <p:cNvSpPr txBox="1"/>
          <p:nvPr/>
        </p:nvSpPr>
        <p:spPr>
          <a:xfrm>
            <a:off x="636994" y="1492022"/>
            <a:ext cx="80035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</a:t>
            </a:r>
            <a:r>
              <a:rPr lang="en-US" sz="2400" dirty="0">
                <a:latin typeface="Times New Roman" panose="02020603050405020304" pitchFamily="18" charset="0"/>
              </a:rPr>
              <a:t>W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hich of the following graphs have a Euler Circuit?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2D659E43-51F5-908D-2C1E-CF6A5FFEC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611" y="2143058"/>
            <a:ext cx="8203923" cy="353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520898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239E4D4F-5EC2-8254-8E92-9C732B1A7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95037D4B-0BE8-2611-488B-9B79073FF9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Euler paths and Graphs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455CF86A-5B31-9EC4-6DD7-D9F5967526D2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11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8EEE3241-0937-E162-3C16-4B39885772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7634E0-C0F0-F374-5D9A-DA617BBC2078}"/>
              </a:ext>
            </a:extLst>
          </p:cNvPr>
          <p:cNvSpPr txBox="1"/>
          <p:nvPr/>
        </p:nvSpPr>
        <p:spPr>
          <a:xfrm>
            <a:off x="636994" y="1492022"/>
            <a:ext cx="80035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of the following graphs have a Euler trail?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A08C3907-63C9-6210-28CB-077C28E37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148" y="1987475"/>
            <a:ext cx="8313511" cy="387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321163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D0DD0D2C-C9F7-9D2A-3E26-E57049BBE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31225822-3523-505F-24F8-5273A8E393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Euler paths and Graphs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7A65DBB7-83C9-FC13-542B-CC539BD9B2F3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12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0F7FD1F3-8436-4158-17CF-1B57F48943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65AE4B-E2B9-BA21-C623-07B289EECFCE}"/>
              </a:ext>
            </a:extLst>
          </p:cNvPr>
          <p:cNvSpPr txBox="1"/>
          <p:nvPr/>
        </p:nvSpPr>
        <p:spPr>
          <a:xfrm>
            <a:off x="636994" y="1964632"/>
            <a:ext cx="8003569" cy="301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Necessary and Sufficient Conditions</a:t>
            </a:r>
          </a:p>
          <a:p>
            <a:pPr marL="0" indent="0">
              <a:buNone/>
            </a:pP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connected multigraph has a </a:t>
            </a: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Euler circuit 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and only if </a:t>
            </a: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of its vertices has an even degree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14350" indent="-514350" algn="just" eaLnBrk="1" hangingPunct="1">
              <a:lnSpc>
                <a:spcPct val="90000"/>
              </a:lnSpc>
              <a:buFont typeface="+mj-lt"/>
              <a:buAutoNum type="arabicPeriod"/>
            </a:pPr>
            <a:endParaRPr lang="en-US" altLang="en-US" sz="24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connected multigraph has a </a:t>
            </a: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Euler path 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 not a Euler circuit if and only if it has </a:t>
            </a: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exactly two vertices of odd degree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798387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E4EE8C29-A5AC-92C1-417E-D08CC90EF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D2D53660-2106-E6C6-6E14-1D1A286B0A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Euler paths and Graphs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02621484-0775-ECD2-9805-3FD8C361EE67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13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03D5117A-DB17-EA7F-C3A6-E5D395CDD17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4CCDD2-3574-2BFE-DCD3-A6A3E9B32145}"/>
              </a:ext>
            </a:extLst>
          </p:cNvPr>
          <p:cNvSpPr txBox="1"/>
          <p:nvPr/>
        </p:nvSpPr>
        <p:spPr>
          <a:xfrm>
            <a:off x="636995" y="1964632"/>
            <a:ext cx="483913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city has 6 intersections connected by roads as follows: A is connected to B and D; B is connected to A, C, and D; C is connected to B and D; D is connected to A, B, and C. Can a street-sweeping truck start at any intersection, sweep all roads </a:t>
            </a: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exactly once, and return to the starting point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 If so, explain why. If not, what changes are needed to make it possible?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4B4F59-7FDE-C86F-1A03-9038F5B7B6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0987" y="2397142"/>
            <a:ext cx="3402771" cy="238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259710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D2E66F38-8033-DADC-A36F-51FC6592A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A635E317-28FF-D17D-834F-D9BF08524B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Euler paths and Graphs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C882E8C4-CD20-518B-6DDE-2C17F7182FDA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1CE3C716-04CF-2A8F-E224-C281CB8CCF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E0E865-D4EA-E54A-29BE-94E7DD58A213}"/>
              </a:ext>
            </a:extLst>
          </p:cNvPr>
          <p:cNvSpPr txBox="1"/>
          <p:nvPr/>
        </p:nvSpPr>
        <p:spPr>
          <a:xfrm>
            <a:off x="636995" y="1738604"/>
            <a:ext cx="800376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We need to check if the graph satisfies the conditions for a Eulerian Circuit.</a:t>
            </a:r>
          </a:p>
          <a:p>
            <a:pPr algn="just"/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know that a connected multigraph has a Euler circuit if and only if each of its vertices has an even degree.</a:t>
            </a:r>
          </a:p>
          <a:p>
            <a:pPr algn="just"/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Here, the degree of the vertices A, B, C, D are 2, 3, 2, 3 respectively. Since B and D have odd degrees, the graph does not satisfy the condition for an Eulerian Circuit.</a:t>
            </a:r>
          </a:p>
          <a:p>
            <a:pPr algn="just"/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truck cannot sweep all roads exactly once and return to the starting point under the current road network.</a:t>
            </a:r>
          </a:p>
          <a:p>
            <a:pPr algn="just"/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To make the circuit possible, you would need to add or remove roads so that all intersections have even degrees.</a:t>
            </a:r>
          </a:p>
        </p:txBody>
      </p:sp>
    </p:spTree>
    <p:extLst>
      <p:ext uri="{BB962C8B-B14F-4D97-AF65-F5344CB8AC3E}">
        <p14:creationId xmlns:p14="http://schemas.microsoft.com/office/powerpoint/2010/main" val="4236282194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99FEB9B5-B2BB-0549-B3C6-1F7AE09EA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F5D10363-8214-AF23-4F3B-A9133B78CC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Euler paths and Graphs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0F3FF7F2-F585-2F90-2AE9-29B53A9E766A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15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33695BBB-32FB-3750-F244-5E3C9DD697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5E0DBE-92EC-0BB8-C485-9B16FC22F444}"/>
              </a:ext>
            </a:extLst>
          </p:cNvPr>
          <p:cNvSpPr txBox="1"/>
          <p:nvPr/>
        </p:nvSpPr>
        <p:spPr>
          <a:xfrm>
            <a:off x="636995" y="1533124"/>
            <a:ext cx="800376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 of Euler Graphs: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Garbage Collection/Street Sweeping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Optimizes routes to cover all streets exactly once.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Postal Route Planning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Ensures efficient delivery by minimizing repeated street traversal.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Electrical Circuit Design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Helps in laying out circuits without overlapping paths.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 Communication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Ensures efficient utilization of communication links in networks.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Water and Gas Distribution Systems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Optimizes maintenance and inspection of pipelines.</a:t>
            </a: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Robotics (Coverage Path Planning)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Plans paths for robots to cover areas without repetition.</a:t>
            </a:r>
          </a:p>
        </p:txBody>
      </p:sp>
    </p:spTree>
    <p:extLst>
      <p:ext uri="{BB962C8B-B14F-4D97-AF65-F5344CB8AC3E}">
        <p14:creationId xmlns:p14="http://schemas.microsoft.com/office/powerpoint/2010/main" val="1764943793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8A011950-EDC5-2C4F-E105-71A57DA63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9B127889-CB1C-84C3-69E4-5DECF99D40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Acticity-2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B8F08B94-CE84-93C1-9C64-A9A36C6D8D0B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16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4A739CE8-566D-AC12-1804-E824F62B49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E9E41C-02B6-647F-8BAA-EC941171AF1A}"/>
              </a:ext>
            </a:extLst>
          </p:cNvPr>
          <p:cNvSpPr txBox="1"/>
          <p:nvPr/>
        </p:nvSpPr>
        <p:spPr>
          <a:xfrm>
            <a:off x="636995" y="1533124"/>
            <a:ext cx="8003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Questions: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the Euler graphs amongst the following?</a:t>
            </a: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8D8496-31DA-5DF1-175C-0B6DD202D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2565" y="2354296"/>
            <a:ext cx="1961754" cy="14931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8B8EB7-49E6-587E-0F60-0099D4B8E4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333" y="2294655"/>
            <a:ext cx="1847827" cy="1650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38BCDF-0A57-2DAC-EBC7-750074D894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4896" y="4162253"/>
            <a:ext cx="1949423" cy="16720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84AC38-D620-EFF0-2063-DF5BFE72BC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4206" y="4057031"/>
            <a:ext cx="3081087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089512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 txBox="1">
            <a:spLocks noGrp="1"/>
          </p:cNvSpPr>
          <p:nvPr>
            <p:ph type="title"/>
          </p:nvPr>
        </p:nvSpPr>
        <p:spPr>
          <a:xfrm>
            <a:off x="3095946" y="327916"/>
            <a:ext cx="5267218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81" name="Google Shape;281;p9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17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83" name="Google Shape;283;p9"/>
          <p:cNvSpPr txBox="1"/>
          <p:nvPr/>
        </p:nvSpPr>
        <p:spPr>
          <a:xfrm>
            <a:off x="802666" y="1827183"/>
            <a:ext cx="7332397" cy="103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368068" marR="10067" indent="-342900" algn="just">
              <a:lnSpc>
                <a:spcPct val="125299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Eulerian graph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are discussed.</a:t>
            </a:r>
          </a:p>
          <a:p>
            <a:pPr marL="368068" marR="10067" lvl="0" indent="-342900" algn="just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Related examples are given.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"/>
          <p:cNvSpPr txBox="1">
            <a:spLocks noGrp="1"/>
          </p:cNvSpPr>
          <p:nvPr>
            <p:ph type="ctrTitle"/>
          </p:nvPr>
        </p:nvSpPr>
        <p:spPr>
          <a:xfrm>
            <a:off x="3071813" y="303934"/>
            <a:ext cx="5332448" cy="80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</a:rPr>
              <a:t>Video Links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852755" y="1902083"/>
            <a:ext cx="7695344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https://youtu.be/HvFyVSSwF14?si=mz0BnrlIgPhxlT3t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https://youtu.be/H8aPbP86WyE?si=J3iZlys16PdHvUWY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(Video Links)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https://drive.google.com/file/d/1zm_o2dthNGIi-OXsgP8McUz4SUlb9q3p/view?usp=sharing</a:t>
            </a: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(Book Link)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1" name="Google Shape;301;p10" descr="A red and black text on a white background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200400" y="152400"/>
            <a:ext cx="5257800" cy="106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2875100747"/>
              </p:ext>
            </p:extLst>
          </p:nvPr>
        </p:nvGraphicFramePr>
        <p:xfrm>
          <a:off x="685800" y="1560813"/>
          <a:ext cx="7872574" cy="43787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55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5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26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17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 dirty="0"/>
                        <a:t>Name of the Book</a:t>
                      </a:r>
                      <a:endParaRPr sz="16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Year of Publication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876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Kenneth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Rosen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Mathematics and Its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2019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 marL="444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C.</a:t>
                      </a:r>
                      <a:r>
                        <a:rPr lang="en-IN" sz="16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L.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Liu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Elements of Discrete Mathematics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3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1996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   3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J.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Tremblay,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Manohar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Mathematical Structures with Applications to Computer Science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R="171450" algn="ctr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Tata</a:t>
                      </a:r>
                      <a:r>
                        <a:rPr lang="en-IN" sz="1600" spc="-7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Kolman,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Busby,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Ross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Mathematical Structures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Narsingh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Deo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Graph Theory with Applications to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Engineering and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2017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Thanks!!!</a:t>
            </a:r>
            <a:endParaRPr sz="8000" b="1" i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08;p11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12274F-8CA5-4CF7-1919-5D9EF0FEFA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877" y="8611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1049</Words>
  <Application>Microsoft Office PowerPoint</Application>
  <PresentationFormat>On-screen Show (4:3)</PresentationFormat>
  <Paragraphs>175</Paragraphs>
  <Slides>20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Times New Roman</vt:lpstr>
      <vt:lpstr>Calibri</vt:lpstr>
      <vt:lpstr>Noto Sans Symbols</vt:lpstr>
      <vt:lpstr>Casper</vt:lpstr>
      <vt:lpstr>Arial</vt:lpstr>
      <vt:lpstr>Arial Black</vt:lpstr>
      <vt:lpstr>Cambria</vt:lpstr>
      <vt:lpstr>Theme1</vt:lpstr>
      <vt:lpstr>Custom Design</vt:lpstr>
      <vt:lpstr>CorelDRAW</vt:lpstr>
      <vt:lpstr>PowerPoint Presentation</vt:lpstr>
      <vt:lpstr>CO mappings</vt:lpstr>
      <vt:lpstr>CO-PO mappings</vt:lpstr>
      <vt:lpstr>Topics Overview </vt:lpstr>
      <vt:lpstr>Graph related terms</vt:lpstr>
      <vt:lpstr>Graph related terms</vt:lpstr>
      <vt:lpstr>Graph related terms</vt:lpstr>
      <vt:lpstr>Activity-1</vt:lpstr>
      <vt:lpstr>Euler paths and Graphs</vt:lpstr>
      <vt:lpstr>Euler paths and Graphs</vt:lpstr>
      <vt:lpstr>Euler paths and Graphs</vt:lpstr>
      <vt:lpstr>Euler paths and Graphs</vt:lpstr>
      <vt:lpstr>Euler paths and Graphs</vt:lpstr>
      <vt:lpstr>Euler paths and Graphs</vt:lpstr>
      <vt:lpstr>Euler paths and Graphs</vt:lpstr>
      <vt:lpstr>Acticity-2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cp:lastModifiedBy>MOHD SARTAJ</cp:lastModifiedBy>
  <cp:revision>12</cp:revision>
  <dcterms:created xsi:type="dcterms:W3CDTF">2006-08-16T00:00:00Z</dcterms:created>
  <dcterms:modified xsi:type="dcterms:W3CDTF">2026-07-13T05:02:46Z</dcterms:modified>
</cp:coreProperties>
</file>