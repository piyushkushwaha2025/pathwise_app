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403" r:id="rId7"/>
    <p:sldId id="404" r:id="rId8"/>
    <p:sldId id="411" r:id="rId9"/>
    <p:sldId id="412" r:id="rId10"/>
    <p:sldId id="413" r:id="rId11"/>
    <p:sldId id="414" r:id="rId12"/>
    <p:sldId id="415" r:id="rId13"/>
    <p:sldId id="410" r:id="rId14"/>
    <p:sldId id="416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FAEFE9D-24BF-C41F-6E52-9BC10B0B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AF1C8823-99E0-622E-3E8E-0DA1A42C9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9638116-FF10-CCE6-0809-FCDA01061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36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EDEA09A-318A-4ECB-8FA3-AFC23D3D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A11D878-CBA3-06DD-D28B-055C39724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E5D0098F-2356-2E38-5627-F8A674136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579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AA4FD7C8-2397-16AA-0B16-E391F2C7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2419A6A-BB59-0FA9-A184-3FB8606A8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CF3B41E1-D748-3114-22AE-D383128BB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664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3A244DEB-642F-401D-7164-F1A0A808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5DC1B41A-49AA-045B-F78B-6A1404BF1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13DC8D85-46DE-D8FD-FD3B-F3A86DB75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351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EB7AA42-8DDB-359F-8155-88CD59BA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B94B11D-EACE-DBE3-9EC6-1E25B6949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83C341C6-2FBA-FDB1-B8C2-1D637982E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9971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36D3B998-4921-2A41-724F-0A66BAB6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44BB15B4-CF3D-EC74-F5F4-AD0DE3193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9DF9A71-7C52-CCEF-2563-8CC8B8ABA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013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0D5866F2-F059-5237-FA7F-EC4C5220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798C56A1-4469-5048-B80A-08D68BC40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A3CD9A8B-B1EB-42EB-9128-F51C0BB08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87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H8aPbP86WyE?si=J3iZlys16PdHvUWY" TargetMode="External"/><Relationship Id="rId4" Type="http://schemas.openxmlformats.org/officeDocument/2006/relationships/hyperlink" Target="https://youtu.be/HvFyVSSwF14?si=mz0BnrlIgPhxlT3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4.3.1)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Hamiltonian graph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E8E95-C5FF-5966-F01C-F4FC6F7BC059}"/>
              </a:ext>
            </a:extLst>
          </p:cNvPr>
          <p:cNvSpPr txBox="1"/>
          <p:nvPr/>
        </p:nvSpPr>
        <p:spPr>
          <a:xfrm>
            <a:off x="636994" y="1461200"/>
            <a:ext cx="800356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 path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path which visits every vertex in graph G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 trail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trail which visits every vertex in graph G exactly once.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 circuit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circuit which visits every vertex in graph G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 cycle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cycle which visits every vertex in graph G exactly once.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Hamiltonian Graph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connected graph is a Hamiltonian graph if it has a Hamiltonian cycle.</a:t>
            </a:r>
          </a:p>
        </p:txBody>
      </p:sp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416EDC4-3570-1F3D-589D-F5212EA4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6780691A-8BB4-5D8D-6C43-6FAA301AB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BBA5040-DA98-AE1D-A681-FD714D76BAC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3E715AE-C653-F1DC-4F62-63DFD9EDD9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4">
            <a:extLst>
              <a:ext uri="{FF2B5EF4-FFF2-40B4-BE49-F238E27FC236}">
                <a16:creationId xmlns:a16="http://schemas.microsoft.com/office/drawing/2014/main" id="{0A0CDC28-AAB2-96F5-D7DF-792769B85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4732206"/>
            <a:ext cx="809192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</a:t>
            </a:r>
            <a:r>
              <a:rPr lang="en-US" alt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a Hamilton circuit: a, b, c, d, e, a</a:t>
            </a:r>
          </a:p>
          <a:p>
            <a:pPr algn="l" eaLnBrk="1" hangingPunct="1"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</a:t>
            </a:r>
            <a:r>
              <a:rPr lang="en-US" alt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does not have a Hamilton circuit, but does have a Hamilton path: a, b, c, d</a:t>
            </a:r>
          </a:p>
          <a:p>
            <a:pPr algn="l" eaLnBrk="1" hangingPunct="1"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</a:t>
            </a:r>
            <a:r>
              <a:rPr lang="en-US" alt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neither.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24DE6-719A-CFD2-BEFB-53608AA94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4" y="2581210"/>
            <a:ext cx="7940891" cy="20329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5527CB-B18E-CE12-89AB-B994A4ED6192}"/>
              </a:ext>
            </a:extLst>
          </p:cNvPr>
          <p:cNvSpPr/>
          <p:nvPr/>
        </p:nvSpPr>
        <p:spPr>
          <a:xfrm>
            <a:off x="629920" y="1574864"/>
            <a:ext cx="8091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Which of these graphs has a Hamilton circuit? If not a Hamilton circuit, a Hamilton path?</a:t>
            </a:r>
          </a:p>
        </p:txBody>
      </p:sp>
    </p:spTree>
    <p:extLst>
      <p:ext uri="{BB962C8B-B14F-4D97-AF65-F5344CB8AC3E}">
        <p14:creationId xmlns:p14="http://schemas.microsoft.com/office/powerpoint/2010/main" val="1453520898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3DAFA049-720C-44BB-3A89-6F48005F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1C70BFE-5C1C-F785-F306-8EEA45F60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37C9B9D-E852-93B9-5F84-B58CBE84AA8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992DCDD-ADDB-881F-37D6-E8D64202A0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C874C9-3F67-7409-BDEE-51D32AE6AF3F}"/>
              </a:ext>
            </a:extLst>
          </p:cNvPr>
          <p:cNvSpPr/>
          <p:nvPr/>
        </p:nvSpPr>
        <p:spPr>
          <a:xfrm>
            <a:off x="629920" y="1574864"/>
            <a:ext cx="8091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the Euler circuit problem, finding Hamilton circuits is hard.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no simple set of necessary and sufficient conditions, and no simple algorithm.</a:t>
            </a:r>
          </a:p>
        </p:txBody>
      </p:sp>
    </p:spTree>
    <p:extLst>
      <p:ext uri="{BB962C8B-B14F-4D97-AF65-F5344CB8AC3E}">
        <p14:creationId xmlns:p14="http://schemas.microsoft.com/office/powerpoint/2010/main" val="278283258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E6C0C31F-2E53-5E55-9554-797BF28A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4B3CE417-CF89-0DB8-74F4-26FDC6EAC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5A9BC0CB-1C26-464D-F424-C76A1E89ABF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E20A09-18A2-5095-54B1-6DE5C5FB20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4E6D32-6A6C-64F2-B040-E055A5246F7A}"/>
              </a:ext>
            </a:extLst>
          </p:cNvPr>
          <p:cNvSpPr/>
          <p:nvPr/>
        </p:nvSpPr>
        <p:spPr>
          <a:xfrm>
            <a:off x="629920" y="1574864"/>
            <a:ext cx="809192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Imagine there are four cities (A, B, C, D) with the following distances: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→ B: 10, A → C: 15, A → D: 20, B → C: 35, B → D: 25, C → D: 30. Find the shortest route to visit all cities once and return to the starting point.</a:t>
            </a: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All Possible Tours with distances are: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	A → B → C → D → A: 95</a:t>
            </a: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	A → B → D → C → A: 80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	A → C → B → D → A: 95</a:t>
            </a: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	A → C → D → B → A: 80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	A → D → B → C → A: 95</a:t>
            </a:r>
          </a:p>
          <a:p>
            <a:pPr marL="457200" indent="-457200" algn="just">
              <a:buAutoNum type="arabicPeriod" startAt="6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 → D → C → B → A: 95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FFC28E-EC7B-A4BB-778E-8A8A1DE6D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752" y="3847044"/>
            <a:ext cx="3313091" cy="23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5031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FE5D0505-9524-F9C7-A4E5-310EEB63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75CCF1D-7724-FF9F-C942-2E58C00AB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2280DA73-B162-D237-9EA3-12CE844427E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23A0B51-68A8-47FF-F4E9-95A45D3E60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D1DB20-8C74-DEAB-6E24-FC75DFB48C0E}"/>
              </a:ext>
            </a:extLst>
          </p:cNvPr>
          <p:cNvSpPr/>
          <p:nvPr/>
        </p:nvSpPr>
        <p:spPr>
          <a:xfrm>
            <a:off x="629920" y="1574864"/>
            <a:ext cx="80919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</a:t>
            </a:r>
            <a:r>
              <a:rPr lang="en-US" alt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4</a:t>
            </a:r>
            <a:r>
              <a:rPr lang="en-US" alt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the shortest routes.</a:t>
            </a: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Basically, here we have shortlisted the Hamiltonian cycles.</a:t>
            </a:r>
          </a:p>
        </p:txBody>
      </p:sp>
    </p:spTree>
    <p:extLst>
      <p:ext uri="{BB962C8B-B14F-4D97-AF65-F5344CB8AC3E}">
        <p14:creationId xmlns:p14="http://schemas.microsoft.com/office/powerpoint/2010/main" val="1171159106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56C36839-16D6-F786-B6A0-848A30F3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4B8B25A-6DFF-F3DE-10AD-55C9B7DFF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5D9B809-2871-7BB6-B223-A33A2F41D56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F3478CA-B880-4953-0D26-5B5853E371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EF29F2-B22F-745D-022B-1BD2DC38C32A}"/>
              </a:ext>
            </a:extLst>
          </p:cNvPr>
          <p:cNvSpPr/>
          <p:nvPr/>
        </p:nvSpPr>
        <p:spPr>
          <a:xfrm>
            <a:off x="629920" y="1574864"/>
            <a:ext cx="809192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of Hamiltonian Graphs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Traveling Salesman Problem (TSP)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Used in logistics and delivery route optimization to visit all locations exactly once and return.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Design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Ensures efficient communication paths and fault tolerance in computer networks.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Genome Sequencing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Helps in DNA assembly by finding sequences that cover all fragments exactly once.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Tourist Route Planning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Optimizes sightseeing itineraries to avoid revisiting locations.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Gaming and Puzzle Solving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Basis for games and puzzles, like the "Knight’s Tour" in chess.</a:t>
            </a:r>
          </a:p>
        </p:txBody>
      </p:sp>
    </p:spTree>
    <p:extLst>
      <p:ext uri="{BB962C8B-B14F-4D97-AF65-F5344CB8AC3E}">
        <p14:creationId xmlns:p14="http://schemas.microsoft.com/office/powerpoint/2010/main" val="369319165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5E126C2-93B1-882A-AFC6-041BEC06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09DFF23-BCEB-A31A-FCF1-76792AF86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Hamilton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1F31A1E3-4C3E-EBE4-65E0-219B0B52E50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E1D4001-4BF7-BBA1-6DC1-F8240C6F5C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CFC371-E9FA-5FF3-E91C-6774CC33E224}"/>
              </a:ext>
            </a:extLst>
          </p:cNvPr>
          <p:cNvSpPr/>
          <p:nvPr/>
        </p:nvSpPr>
        <p:spPr>
          <a:xfrm>
            <a:off x="629920" y="1574864"/>
            <a:ext cx="8091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A95DF-BDFF-9F9F-5020-D48CA6D84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18" y="1469210"/>
            <a:ext cx="8413618" cy="501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5808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636995" y="1533124"/>
            <a:ext cx="8003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Euler and Hamiltonian graphs amongst the following?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8D8496-31DA-5DF1-175C-0B6DD202D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565" y="2354296"/>
            <a:ext cx="1961754" cy="1493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8B8EB7-49E6-587E-0F60-0099D4B8E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33" y="2294655"/>
            <a:ext cx="1847827" cy="1650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8BCDF-0A57-2DAC-EBC7-750074D89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896" y="4162253"/>
            <a:ext cx="1949423" cy="1672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4AC38-D620-EFF0-2063-DF5BFE72B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206" y="4057031"/>
            <a:ext cx="308108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925BB933-7B00-4DAC-367B-35080E98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E887B82A-D3DD-2265-AA17-63D776A0B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>
              <a:buClr>
                <a:srgbClr val="C00000"/>
              </a:buClr>
            </a:pPr>
            <a:r>
              <a:rPr lang="en-IN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Exit Ticket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E529190D-AFED-BEB9-A9C2-30B14B726F5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A5A5600-2DFE-6827-DC4A-C5E0D0F789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F86728-90FC-431D-2258-E4DDB0A8911A}"/>
              </a:ext>
            </a:extLst>
          </p:cNvPr>
          <p:cNvSpPr txBox="1"/>
          <p:nvPr/>
        </p:nvSpPr>
        <p:spPr>
          <a:xfrm>
            <a:off x="1777429" y="1533124"/>
            <a:ext cx="561996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br>
              <a:rPr lang="en-I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decide where to use Euler and Hamiltonian graphs”</a:t>
            </a:r>
            <a:endParaRPr lang="en-US" alt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6488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7" y="1827183"/>
            <a:ext cx="6666646" cy="149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Hamiltonian graph and related applications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https://youtu.be/HvFyVSSwF14?si=mz0BnrlIgPhxlT3t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https://youtu.be/H8aPbP86WyE?si=J3iZlys16PdHvUWY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792</Words>
  <Application>Microsoft Office PowerPoint</Application>
  <PresentationFormat>On-screen Show (4:3)</PresentationFormat>
  <Paragraphs>141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Times New Roman</vt:lpstr>
      <vt:lpstr>Calibri</vt:lpstr>
      <vt:lpstr>Arial</vt:lpstr>
      <vt:lpstr>Casper</vt:lpstr>
      <vt:lpstr>Noto Sans Symbols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Hamilton paths and Graphs</vt:lpstr>
      <vt:lpstr>Hamilton paths and Graphs</vt:lpstr>
      <vt:lpstr>Hamilton paths and Graphs</vt:lpstr>
      <vt:lpstr>Hamilton paths and Graphs</vt:lpstr>
      <vt:lpstr>Hamilton paths and Graphs</vt:lpstr>
      <vt:lpstr>Hamilton paths and Graphs</vt:lpstr>
      <vt:lpstr>Hamilton paths and Graphs</vt:lpstr>
      <vt:lpstr>Acticity-1</vt:lpstr>
      <vt:lpstr>Exit Ticket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15</cp:revision>
  <dcterms:created xsi:type="dcterms:W3CDTF">2006-08-16T00:00:00Z</dcterms:created>
  <dcterms:modified xsi:type="dcterms:W3CDTF">2026-07-13T11:22:54Z</dcterms:modified>
</cp:coreProperties>
</file>