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Transaction Management. We will dive deep into a critical challenge in concurrent systems: the deadlock. Understanding how to detect, prevent, and recover from deadlocks is essential for building robust database applications. Let us begin our journey into the mechanics of transaction scheduling.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session directly supports our Course Outcomes. CO3 ensures you understand schema design, while CO4 focuses on the concurrency control mechanisms we are discussing now. Specifically, we will analyze how deadlock affects the correctness and recoverability of transaction schedules. This knowledge is vital for ensuring system reliability.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a deadlock and list its four necessary conditions. You will learn to construct a Wait-For Graph to detect cycles. We will also evaluate prevention strategies and demonstrate recovery procedures using rollback mechanisms. Finally, we will compare the trade-offs between detection and prevention.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deadlock is a state where transactions are stuck waiting forever. For this to happen, four conditions must be met simultaneously. Mutual exclusion means a resource cannot be shared. Hold and wait means a transaction keeps holding resources while asking for more. No preemption means the system cannot force a transaction to release a resource. Finally, circular wait creates a cycle where T1 waits for T2, which waits for T1.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detect deadlocks, we use a Wait-For Graph. Each node represents a transaction, and an edge from Ti to Tj means Ti is waiting for Tj. This graph is dynamic and changes as transactions request or release locks. If we find a cycle in this graph, it indicates a deadlock. For example, if T1 waits for T2, T2 waits for T3, and T3 waits for T1, we have a cycle.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periodically runs a cycle detection algorithm on the Wait-For Graph. Depth-First Search is commonly used to find cycles efficiently. If a cycle is found, the system declares a deadlock state. The algorithm must handle multiple disjoint cycles in the graph. Detection overhead increases with the number of active transactions. Recovery is triggered immediately after a deadlock is confirmed.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scenario where T1 holds Lock A and requests Lock B. T2 holds Lock B and requests Lock A. An edge T1 to T2 exists because T1 waits for T2. An edge T2 to T1 exists because T2 waits for T1. The graph contains a cycle: T1 to T2 to T1. This cycle confirms a deadlock between T1 and T2.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Wait-Die is a non-preemptive prevention scheme based on timestamps. If an older transaction requests a resource held by a younger one, it waits. If a younger transaction requests a resource held by an older one, it dies. The younger transaction is rolled back and restarted with the same timestamp. This scheme prevents circular wait by breaking potential cycles early. It avoids starvation because older transactions always get priority.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Wound-Wait is a preemptive prevention scheme based on timestamps. If an older transaction requests a resource held by a younger one, it waits. If a younger transaction requests a resource held by an older one, it wounds. The younger transaction is rolled back immediately to release the resource. This scheme ensures older transactions proceed without waiting for younger ones. It may cause more rollbacks than Wait-Die in high contention scenarios.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involves selecting a victim transaction to roll back. The victim is chosen based on cost, age, or resource usage. Rolling back a transaction releases all its held resources. The system must ensure atomicity and consistency after rollback. Partial rollback is possible but complex to implement correctly. Full rollback restarts the transaction from the beginning.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 the transaction with the least amount of work done. Choose the transaction that has the lowest priority in the system. Consider the number of resources held by the transaction. Minimize the cost of rolling back the selected transaction. Avoid selecting a transaction that is critical for other processes. Balance the load by rotating victim selection over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Overly strict prevention can lead to low system throughput. Timestamp-based schemes may cause frequent transaction restarts. Ignoring resource ordering can lead to unexpected deadlocks. Failing to update the Wait-For Graph causes detection errors. Not handling partial rollbacks correctly leads to data inconsistency. Assuming prevention is always better than detection is a mistake.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Deadlock requires four conditions: mutual exclusion, hold and wait, no preemption, circular wait. Wait-For Graphs are used to detect cycles indicating deadlocks. Wait-Die and Wound-Wait are timestamp-based prevention strategies. Recovery involves selecting a victim and rolling back the transaction. Prevention reduces deadlocks but may lower system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here. These books provide comprehensive coverage of transaction management and concurrency control. The Oracle and MySQL documentation offers practical insights into implementation details. Thank you for your attention, and I am now open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Deadlock detection, prevention and recovery</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Transaction Management and Scheduling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Transaction Management and Scheduling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deadlock and identify its four necessary conditions in a system.</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Wait-For Graph method for detecting existing deadlocks.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prevention strategies like wait-die and wound-wait algorithms.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recovery procedures using rollback and victim selection.</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trade-offs between detection overhead and prevention strictness.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Necessary Conditions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deadlock occurs when two or more transactions wait indefinitely for each other.</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Mutual exclusion requires resources to be held exclusively by one transaction.</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Hold and wait happens when a transaction holds resources while waiting for others.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 preemption means resources cannot be forcibly taken from a transaction.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Circular wait exists when a chain of transactions waits for each other.</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All four conditions must hold simultaneously for a deadlock to occur.</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Deadlock detection technique in Database | Explore Database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Wait-For Graph Structure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Wait-For Graph is a directed graph representing transaction dependencies.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Nodes in the graph represent active transactions in the system.</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directed edge from Ti to Tj means Ti is waiting for Tj.</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graph is dynamic and updates as transactions request or release locks.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 cycle in the graph indicates the presence of a deadlock.</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Detecting a cycle is equivalent to detecting a deadlock in the system.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Deadlock Detection Algorithm</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system periodically runs a cycle detection algorithm on the graph.</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Depth-First Search (DFS) is commonly used to find cycles efficiently.</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a cycle is found, the system declares a deadlock state.</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algorithm must handle multiple disjoint cycles in the graph.</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Detection overhead increases with the number of active transactions.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Recovery is triggered immediately after a deadlock is confirmed.</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www.baeldung.com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Cycle Detection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THE GRAPH CONTAINS A CYCLE</a:t>
            </a:r>
          </a:p>
          <a:p>
            <a:pPr algn="l">
              <a:lnSpc>
                <a:spcPct val="135000"/>
              </a:lnSpc>
            </a:pPr>
            <a:r>
              <a:rPr sz="1300">
                <a:solidFill>
                  <a:srgbClr val="1A1A1A"/>
                </a:solidFill>
                <a:latin typeface="Calibri"/>
              </a:rPr>
              <a:t>T1 -&gt; T2 -&gt; T1.</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Transaction T1 holds Lock A and requests Lock B.</a:t>
            </a:r>
          </a:p>
          <a:p>
            <a:pPr algn="l">
              <a:lnSpc>
                <a:spcPct val="135000"/>
              </a:lnSpc>
            </a:pPr>
            <a:r>
              <a:rPr sz="1300">
                <a:solidFill>
                  <a:srgbClr val="1A1A1A"/>
                </a:solidFill>
                <a:latin typeface="Calibri"/>
              </a:rPr>
              <a:t>•  Transaction T2 holds Lock B and requests Lock A.</a:t>
            </a:r>
          </a:p>
          <a:p>
            <a:pPr algn="l">
              <a:lnSpc>
                <a:spcPct val="135000"/>
              </a:lnSpc>
            </a:pPr>
            <a:r>
              <a:rPr sz="1300">
                <a:solidFill>
                  <a:srgbClr val="1A1A1A"/>
                </a:solidFill>
                <a:latin typeface="Calibri"/>
              </a:rPr>
              <a:t>•  Edge T1 -&gt; T2 exists because T1 waits for T2.</a:t>
            </a:r>
          </a:p>
          <a:p>
            <a:pPr algn="l">
              <a:lnSpc>
                <a:spcPct val="135000"/>
              </a:lnSpc>
            </a:pPr>
            <a:r>
              <a:rPr sz="1300">
                <a:solidFill>
                  <a:srgbClr val="1A1A1A"/>
                </a:solidFill>
                <a:latin typeface="Calibri"/>
              </a:rPr>
              <a:t>•  Edge T2 -&gt; T1 exists because T2 waits for T1.</a:t>
            </a:r>
          </a:p>
          <a:p>
            <a:pPr algn="l">
              <a:lnSpc>
                <a:spcPct val="135000"/>
              </a:lnSpc>
            </a:pPr>
            <a:r>
              <a:rPr sz="1300">
                <a:solidFill>
                  <a:srgbClr val="1A1A1A"/>
                </a:solidFill>
                <a:latin typeface="Calibri"/>
              </a:rPr>
              <a:t>•  This cycle confirms a deadlock between T1 and T2.</a:t>
            </a:r>
          </a:p>
        </p:txBody>
      </p:sp>
      <p:pic>
        <p:nvPicPr>
          <p:cNvPr id="19" name="Picture 18"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cdn.prod.website-files.com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Deadlock Prevention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Wait-Die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Wait-Die is a non-preemptive prevention scheme based on timestamps.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an older transaction requests a resource held by a younger one, it waits.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a younger transaction requests a resource held by an older one, it dies.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younger transaction is rolled back and restarted with the same timestamp.</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scheme prevents circular wait by breaking potential cycles early.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avoids starvation because older transactions always get priority.</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Deadlock Prevention</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Wound-Wait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Wound-Wait is a preemptive prevention scheme based on timestamps.</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an older transaction requests a resource held by a younger one, it waits.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If a younger transaction requests a resource held by an older one, it wounds.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younger transaction is rolled back immediately to release the resource.</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This scheme ensures older transactions proceed without waiting for younger ones.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It may cause more rollbacks than Wait-Die in high contention scenarios.</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Deadlock Recovery Strategies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Recovery involves selecting a victim transaction to roll back.</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victim is chosen based on cost, age, or resource usage.</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Rolling back a transaction releases all its held resources.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The system must ensure atomicity and consistency after rollback.</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Partial rollback is possible but complex to implement correctly.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5602071"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Full rollback restarts the transaction from the beginning.</a:t>
            </a:r>
          </a:p>
        </p:txBody>
      </p:sp>
      <p:pic>
        <p:nvPicPr>
          <p:cNvPr id="25" name="Picture 24"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Victim Selection Criteria</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Select the transaction with the least amount of work done.</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Choose the transaction that has the lowest priority in the system.</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Consider the number of resources held by the transaction.</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Minimize the cost of rolling back the selected transaction.</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Avoid selecting a transaction that is critical for other processes.</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Balance the load by rotating victim selection over time.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Prevention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Overly strict prevention can lead to low system throughput.</a:t>
            </a:r>
          </a:p>
        </p:txBody>
      </p:sp>
      <p:sp>
        <p:nvSpPr>
          <p:cNvPr id="15" name="Oval 14"/>
          <p:cNvSpPr/>
          <p:nvPr/>
        </p:nvSpPr>
        <p:spPr>
          <a:xfrm>
            <a:off x="502920" y="242603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426038"/>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Timestamp-based schemes may cause frequent transaction restarts.</a:t>
            </a:r>
          </a:p>
        </p:txBody>
      </p:sp>
      <p:sp>
        <p:nvSpPr>
          <p:cNvPr id="17" name="Oval 16"/>
          <p:cNvSpPr/>
          <p:nvPr/>
        </p:nvSpPr>
        <p:spPr>
          <a:xfrm>
            <a:off x="502920" y="3226477"/>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3226477"/>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Ignoring resource ordering can lead to unexpected deadlocks.</a:t>
            </a:r>
          </a:p>
        </p:txBody>
      </p:sp>
      <p:sp>
        <p:nvSpPr>
          <p:cNvPr id="19" name="Oval 18"/>
          <p:cNvSpPr/>
          <p:nvPr/>
        </p:nvSpPr>
        <p:spPr>
          <a:xfrm>
            <a:off x="502920" y="4026916"/>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4026916"/>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Failing to update the Wait-For Graph causes detection errors.</a:t>
            </a:r>
          </a:p>
        </p:txBody>
      </p:sp>
      <p:sp>
        <p:nvSpPr>
          <p:cNvPr id="21" name="Oval 20"/>
          <p:cNvSpPr/>
          <p:nvPr/>
        </p:nvSpPr>
        <p:spPr>
          <a:xfrm>
            <a:off x="502920" y="4827354"/>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827354"/>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Not handling partial rollbacks correctly leads to data inconsistency.</a:t>
            </a:r>
          </a:p>
        </p:txBody>
      </p:sp>
      <p:sp>
        <p:nvSpPr>
          <p:cNvPr id="23" name="Oval 22"/>
          <p:cNvSpPr/>
          <p:nvPr/>
        </p:nvSpPr>
        <p:spPr>
          <a:xfrm>
            <a:off x="502920" y="5627793"/>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627793"/>
            <a:ext cx="10634472" cy="654134"/>
          </a:xfrm>
          <a:prstGeom prst="rect">
            <a:avLst/>
          </a:prstGeom>
          <a:noFill/>
        </p:spPr>
        <p:txBody>
          <a:bodyPr wrap="square" tIns="0" lIns="0" rIns="0" bIns="0">
            <a:spAutoFit/>
          </a:bodyPr>
          <a:lstStyle/>
          <a:p>
            <a:pPr algn="l">
              <a:lnSpc>
                <a:spcPct val="130000"/>
              </a:lnSpc>
            </a:pPr>
            <a:r>
              <a:rPr sz="1500">
                <a:solidFill>
                  <a:srgbClr val="1A1A1A"/>
                </a:solidFill>
                <a:latin typeface="Calibri"/>
              </a:rPr>
              <a:t>Assuming prevention is always better than detection is a mistake.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DEADLOCK REQUIRES FOUR CONDITIONS</a:t>
            </a:r>
          </a:p>
          <a:p>
            <a:pPr algn="l">
              <a:lnSpc>
                <a:spcPct val="135000"/>
              </a:lnSpc>
            </a:pPr>
            <a:r>
              <a:rPr sz="1300">
                <a:solidFill>
                  <a:srgbClr val="1A1A1A"/>
                </a:solidFill>
                <a:latin typeface="Calibri"/>
              </a:rPr>
              <a:t>mutual exclusion, hold and wait, no preemption, circular wait.</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Wait-For Graphs are used to detect cycles indicating deadlocks.</a:t>
            </a:r>
          </a:p>
          <a:p>
            <a:pPr algn="l">
              <a:lnSpc>
                <a:spcPct val="135000"/>
              </a:lnSpc>
            </a:pPr>
            <a:r>
              <a:rPr sz="1300">
                <a:solidFill>
                  <a:srgbClr val="1A1A1A"/>
                </a:solidFill>
                <a:latin typeface="Calibri"/>
              </a:rPr>
              <a:t>•  Wait-Die and Wound-Wait are timestamp-based prevention strategies.</a:t>
            </a:r>
          </a:p>
          <a:p>
            <a:pPr algn="l">
              <a:lnSpc>
                <a:spcPct val="135000"/>
              </a:lnSpc>
            </a:pPr>
            <a:r>
              <a:rPr sz="1300">
                <a:solidFill>
                  <a:srgbClr val="1A1A1A"/>
                </a:solidFill>
                <a:latin typeface="Calibri"/>
              </a:rPr>
              <a:t>•  Recovery involves selecting a victim and rolling back the transaction.</a:t>
            </a:r>
          </a:p>
          <a:p>
            <a:pPr algn="l">
              <a:lnSpc>
                <a:spcPct val="135000"/>
              </a:lnSpc>
            </a:pPr>
            <a:r>
              <a:rPr sz="1300">
                <a:solidFill>
                  <a:srgbClr val="1A1A1A"/>
                </a:solidFill>
                <a:latin typeface="Calibri"/>
              </a:rPr>
              <a:t>•  Prevention reduces deadlocks but may lower system performance.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Deadlock detection, prevention and recovery</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