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this advanced session on temporal data. We will explore how modern SQL handles time, moving beyond simple snapshots to full versioning. This capability is crucial for auditing and historical analysis in real-world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our course outcomes. CO3 is addressed as we design schemas that store historical versions of data without losing normalization properties. CO4 is critical because time travel queries must maintain transactional consistency and recoverability during concurrent access.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temporal data types clearly. You will learn to write queries that look back in time, a skill essential for forensic analysis. We will also evaluate the trade-offs between storage and query speed.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valid time as the date a student graduated, while transaction time is when the registrar entered that fact. A bitemporal table tracks both, allowing you to ask 'What was the record on Jan 1st, 2023, and what did it say about the graduation date?' This dual dimension is the core of temporal analysis.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writing complex joins to find past states, you simply append a time clause to your SELECT statement. For example, querying 'AS OF' a timestamp returns the state of the table exactly as it existed at that moment. This simplifies the SQL syntax significantly for developers.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If an employee's salary changed on June 10th, a query on June 15th asking for the state 'AS OF' June 15th will show the new salary. However, if we ask for the state 'AS OF' June 1st, the system returns the old salary of 5000. This demonstrates how the engine handles the temporal logic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query a range, you get every version that existed during that window. If an order was updated on Jan 20th, both the Jan 5th version and the Jan 20th version appear in the result set. This allows you to see the evolution of data over time, which is vital for audit trails.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Designing a temporal table involves adding two hidden columns that track the system time. These columns are managed by the database, not the user. You must ensure your primary key is robust because it links all historical versions of a single entity together. Normalization principles still apply to your business data columns.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CO4 comes into play. Time travel relies on MVCC to allow readers to see old data while writers update the current version. This ensures that a time travel query does not lock the table for other users. The system maintains serializability by isolating the historical view from concurrent modifications.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mixing time zones. If you store a timestamp in UTC but query using local time, you might miss the row entirely. Always standardize on UTC for storage. This ensures that a query for 'AS OF 12:00 UTC' returns the correct data regardless of the user's location.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cannot have two versions of the same record valid at the same time. If you try to insert a row that overlaps with an existing valid time interval, the database will reject it. This constraint is crucial for maintaining data integrity. Always validate your application logic to prevent these overlaps.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Storing history means your table grows continuously. This impacts storage costs and query performance. Indexing the system-period columns is essential for fast lookups. For very large datasets, consider archiving old data to separate tables to keep the active temporal table performant.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temporal data allows you to see the past state of your database. Use the SQL time travel clauses for easy access to this history. Remember that concurrency control and schema design are critical for maintaining performance and integrity. These skills are essential for modern database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by Elmasri, Silberschatz, and Ramakrishnan. These books provide deep theoretical backgrounds on temporal data and concurrency. The Oracle and MySQL documentation offers practical implementation details for the SQL features discussed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Analyzing Temporal Data with Time Travel and Versioning Capabilities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SQL and Advanced Query Formulation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temporal data and distinguish between valid time and transaction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SQL standard syntax for querying historical data states.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performance implications of versioning tables in large datasets.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time travel features to reconstruct data states at specific timestamps.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in versioning logic that lead to data inconsistency.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Temporal Data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Valid time represents when a fact was true in the real world.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Transaction time represents when a fact was recorded in the database.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Bitemporal data combines both valid time and transaction time dimensions.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Temporal tables automatically manage history without manual trigger implementation.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Standard SQL defines SYSTEM_VERSIONING for automatic version tracking.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SQL Syntax for Time Travel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FOR SYSTEM_TIME AS OF clause queries a specific point in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FOR SYSTEM_TIME FROM ... TO ... clause queries a time range.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FOR SYSTEM_TIME BETWEEN ... AND ... clause includes boundary timestamps.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FOR SYSTEM_TIME ALL clause retrieves the complete history of rows.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clauses replace complex self-joins required in older database versions.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Point-in-Time Query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SELECT × FROM Employee FOR SYSTEM_TIME AS OF '2023-06-15'.</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Employee salary was 5000 on June 1st and changed to 6000 on June 10th.</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The query returns the row with salary 5000 for the June 15th snapshot.</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LOGIC</a:t>
            </a:r>
          </a:p>
          <a:p>
            <a:pPr algn="l">
              <a:lnSpc>
                <a:spcPct val="135000"/>
              </a:lnSpc>
            </a:pPr>
            <a:r>
              <a:rPr sz="1300">
                <a:solidFill>
                  <a:srgbClr val="1A1A1A"/>
                </a:solidFill>
                <a:latin typeface="Calibri"/>
              </a:rPr>
              <a:t>The system filters rows where the valid time interval contains the query date.</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OUTCOME</a:t>
            </a:r>
          </a:p>
          <a:p>
            <a:pPr algn="l">
              <a:lnSpc>
                <a:spcPct val="135000"/>
              </a:lnSpc>
            </a:pPr>
            <a:r>
              <a:rPr sz="1300">
                <a:solidFill>
                  <a:srgbClr val="1A1A1A"/>
                </a:solidFill>
                <a:latin typeface="Calibri"/>
              </a:rPr>
              <a:t>You retrieve the historical state without manually filtering start/end dates.</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www.myexcelonline.com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Range Query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SELECT × FROM Orders FOR SYSTEM_TIME FROM '2023-01-01' TO '2023-01-31'.</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An order was created on Jan 5th and modified on Jan 20th.</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The query returns both the original and modified versions of the order.</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LOGIC</a:t>
            </a:r>
          </a:p>
          <a:p>
            <a:pPr algn="l">
              <a:lnSpc>
                <a:spcPct val="135000"/>
              </a:lnSpc>
            </a:pPr>
            <a:r>
              <a:rPr sz="1300">
                <a:solidFill>
                  <a:srgbClr val="1A1A1A"/>
                </a:solidFill>
                <a:latin typeface="Calibri"/>
              </a:rPr>
              <a:t>The system returns all versions where the transaction time overlaps the range.</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OUTCOME</a:t>
            </a:r>
          </a:p>
          <a:p>
            <a:pPr algn="l">
              <a:lnSpc>
                <a:spcPct val="135000"/>
              </a:lnSpc>
            </a:pPr>
            <a:r>
              <a:rPr sz="1300">
                <a:solidFill>
                  <a:srgbClr val="1A1A1A"/>
                </a:solidFill>
                <a:latin typeface="Calibri"/>
              </a:rPr>
              <a:t>You can reconstruct the entire lifecycle of a record within a period.</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www.smartsheet.com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Schema Design for Temporal Tables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Temporal tables require two hidden system-period columns: Sys_Start and Sys_End.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primary key must be unique and non-nullable to track row identity.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System-period columns are managed automatically by the database engine.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User-defined columns store the actual business data being tracked over time.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Normalization rules (CO3) still apply to the user-defined columns.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substackcdn.com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Concurrency and Versioning (CO4)</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 travel queries must not block concurrent write operations on the table.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Multi-Version Concurrency Control (MVCC) maintains multiple versions of rows.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Readers do not block writers, and writers do not block readers.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Serializability is maintained by isolating the historical view from current changes.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Recoverability ensures historical data is preserved even after system failures.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Zone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Inconsistent time zones can cause queries to miss expected historical rows.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store timestamps in UTC to ensure uniform comparison across systems.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Converting local time to UTC before storage prevents data loss in queries.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Querying with local time may return empty results if time zones differ.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Explicitly cast timestamps to the correct zone before using time travel clauses.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www.noaa.gov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Overlapping Intervals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Invalid data occurs if valid time intervals overlap for the same primary key.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database engine enforces non-overlapping intervals for valid time periods.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Manual insertion of overlapping dates will result in constraint violation errors.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Ensure application logic prevents gaps or overlaps in business time periods.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triggers or constraints to validate temporal data integrity before insertion.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Considerations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Temporal tables store all historical versions, increasing storage requirements significantly.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Indexing system-period columns improves the speed of time-based queries.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Partitioning by time can optimize performance for large historical datasets.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Querying 'ALL' versions is slower than querying a specific point in time.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Archive old data to separate tables to maintain query performance.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Temporal data tracks both valid time and transaction time for complete history.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SQL time travel clauses simplify querying historical states without complex joins.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MVCC ensures concurrent access does not block time travel queries.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Schema design must enforce non-overlapping intervals for data integrity.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Performance requires careful indexing and potential data archiving strategies.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Temporal Data with Time Travel and Versioning Capabilities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