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SQL and Advanced Query Formulation. We will dive deep into the mechanics of nested and correlated subqueries. These are powerful tools that allow us to solve complex problems that simple joins cannot handle efficiently. Remember, mastering these concepts is key to becoming a proficient database engineer.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CO2 focuses on your ability to write complex SQL constructs like the subqueries we will study. CO3 reminds us that while we write queries, the underlying schema design must remain normalized to ensure data integrity. Understanding how these queries interact with normalized tables is crucial for efficiency.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distinguish between the two types of subqueries clearly. You will understand exactly how a correlated subquery executes row-by-row, unlike a nested one. We will also look at real-world scenarios where one approach is significantly faster than the other. Finally, we will practice spotting errors before they cause runtime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nested subquery as a helper function that runs once before the main task begins. For example, if you need to find employees earning more than the average salary, the average is calculated first. This value is then used to filter the employee list. The inner query does not care about the specific row being processed in the outer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nested subqueries, a correlated subquery is like a loop inside a loop. It runs once for every row in the outer table. Imagine checking if a student's grade is the highest in their specific department; you must compare each student against their own department's average. This dependency makes them powerful but potentially slower if not optimized.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visualize the execution. For a nested subquery, the database calculates the average salary once, then scans the table. For a correlated subquery, the database calculates the average salary for the first row, then the second, and so on. If you have 10,000 employees, the correlated version might run 10,000 ×. This is why understanding execution flow is critical for performance tuning.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example. First, the database calculates the average salary for the Sales department, let's say it is 50,000. Then, it scans the entire employee table to find anyone earning more than 50,000. The inner query runs once, and the outer query runs once. This is a classic use case for a nested subquery where the condition is static.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a correlated example. We want to know who is earning more than their own department's average. For the first employee, we calculate their department's average. For the second employee, we calculate their department's average again. This repeats for every row. If you have 100 employees, the average calculation runs 100 ×. This dynamic nature is the key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 syntax is vital. In a correlated subquery, you must give the outer table an alias, like 'O'. Then, inside the inner query, you reference 'O.department_id' to link the two. Without this alias, the database doesn't know which table's column you are referring to. This linking is what creates the correlation and the row-by-row execution.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a major concern here. A nested subquery might be optimized into a join, which is very fast. A correlated subquery, however, forces the database to re-evaluate the inner query for every row. If you have a million rows, that's a million evaluations. Always check your execution plans and consider rewriting correlated subqueries as joins for better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mistakes. A common error is using a subquery that returns multiple rows with the equals sign. You must use IN or ANY for multiple rows. Another pitfall is forgetting the alias, which leads to 'ambiguous column' errors. Also, be careful with NULLs; a comparison with NULL often yields unknown results, which can filter out valid rows unexpectedly.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fix slow queries? Often, we can rewrite a correlated subquery as a JOIN. For example, instead of checking 'exists', we can join the tables and filter. Using the EXISTS operator is also more efficient than SELECT × because it stops searching as soon as it finds a match. Always check your indexes; if the correlated column isn't indexed, the database has to scan the whole table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nested subqueries are static and run once, while correlated subqueries are dynamic and run for every row. The key to writing correlated subqueries is using aliases to link the tables. While powerful, they can be slow, so always consider rewriting them as joins for better performance on large datasets. These concepts are fundamental for writing efficient SQL.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Ramakrishnan's book is also excellent for understanding the theoretical underpinnings of query processing. Finally, always refer to the official Oracle and MySQL documentation for the latest syntax and optimization features.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Nested and Correlated Subqueries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structural differences between nested and correlated subqueries.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execution flow of correlated subqueries against outer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Formulate SQL queries using nested subqueries for multi-step filtering.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performance implications when choosing between joins and subqueries.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syntax errors and logical pitfalls in subquery formulation.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Nested Subqueries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EXECUTION ORDER IS STRICTLY SEQUENTIAL</a:t>
            </a:r>
          </a:p>
          <a:p>
            <a:pPr algn="l">
              <a:lnSpc>
                <a:spcPct val="135000"/>
              </a:lnSpc>
            </a:pPr>
            <a:r>
              <a:rPr sz="1300">
                <a:solidFill>
                  <a:srgbClr val="1A1A1A"/>
                </a:solidFill>
                <a:latin typeface="Calibri"/>
              </a:rPr>
              <a:t>inner query runs once, then outer query runs.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nested subquery is a query embedded within another query's WHERE or HAVING clause.</a:t>
            </a:r>
          </a:p>
          <a:p>
            <a:pPr algn="l">
              <a:lnSpc>
                <a:spcPct val="135000"/>
              </a:lnSpc>
            </a:pPr>
            <a:r>
              <a:rPr sz="1300">
                <a:solidFill>
                  <a:srgbClr val="1A1A1A"/>
                </a:solidFill>
                <a:latin typeface="Calibri"/>
              </a:rPr>
              <a:t>•  The inner query executes first and returns a single value or a list of values.</a:t>
            </a:r>
          </a:p>
          <a:p>
            <a:pPr algn="l">
              <a:lnSpc>
                <a:spcPct val="135000"/>
              </a:lnSpc>
            </a:pPr>
            <a:r>
              <a:rPr sz="1300">
                <a:solidFill>
                  <a:srgbClr val="1A1A1A"/>
                </a:solidFill>
                <a:latin typeface="Calibri"/>
              </a:rPr>
              <a:t>•  The outer query uses the result of the inner query to filter its own rows.</a:t>
            </a:r>
          </a:p>
          <a:p>
            <a:pPr algn="l">
              <a:lnSpc>
                <a:spcPct val="135000"/>
              </a:lnSpc>
            </a:pPr>
            <a:r>
              <a:rPr sz="1300">
                <a:solidFill>
                  <a:srgbClr val="1A1A1A"/>
                </a:solidFill>
                <a:latin typeface="Calibri"/>
              </a:rPr>
              <a:t>•  Nested subqueries are independent and do not reference columns from the outer query.</a:t>
            </a:r>
          </a:p>
          <a:p>
            <a:pPr algn="l">
              <a:lnSpc>
                <a:spcPct val="135000"/>
              </a:lnSpc>
            </a:pPr>
            <a:r>
              <a:rPr sz="1300">
                <a:solidFill>
                  <a:srgbClr val="1A1A1A"/>
                </a:solidFill>
                <a:latin typeface="Calibri"/>
              </a:rPr>
              <a:t>•  They are ideal for static filtering conditions based on aggregate calculations.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Deeper into Box Plots | The Nelson Touch Blog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Correlated Subqueries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correlated subquery references a column from the outer query in its WHERE clause.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inner query cannot execute independently and relies on the outer query's current row.</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inner query executes once for every single row processed by the outer query.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creates a dependency loop where the result changes based on the outer context.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Correlated subqueries are essential for row-by-row comparisons across related tables.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are often used to find 'greatest of' or 'least of' values per group.</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deen3evddmddt.cloudfront.net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Execution Flow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subqueries execute the inner query exactly once before the outer query starts.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Correlated subqueries execute the inner query repeatedly, once for each outer row.</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subqueries return a static result set used for filtering the outer table.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Correlated subqueries return a dynamic result set that changes per outer row.</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of nested subqueries is generally better for large datasets with static filters.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of correlated subqueries degrades linearly with the number of outer rows.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cdn.statcdn.com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 Subquery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Inner Query: SELECT AVG(salary) FROM Employees WHERE department = 'Sales'</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GOAL</a:t>
            </a:r>
          </a:p>
          <a:p>
            <a:pPr algn="l">
              <a:lnSpc>
                <a:spcPct val="135000"/>
              </a:lnSpc>
            </a:pPr>
            <a:r>
              <a:rPr sz="1300">
                <a:solidFill>
                  <a:srgbClr val="1A1A1A"/>
                </a:solidFill>
                <a:latin typeface="Calibri"/>
              </a:rPr>
              <a:t>Find employees earning more than the average salary of the 'Sales' department.</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INNER RESULT</a:t>
            </a:r>
          </a:p>
          <a:p>
            <a:pPr algn="l">
              <a:lnSpc>
                <a:spcPct val="135000"/>
              </a:lnSpc>
            </a:pPr>
            <a:r>
              <a:rPr sz="1300">
                <a:solidFill>
                  <a:srgbClr val="1A1A1A"/>
                </a:solidFill>
                <a:latin typeface="Calibri"/>
              </a:rPr>
              <a:t>Returns a single value, for example, 50000.</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OUTER QUERY</a:t>
            </a:r>
          </a:p>
          <a:p>
            <a:pPr algn="l">
              <a:lnSpc>
                <a:spcPct val="135000"/>
              </a:lnSpc>
            </a:pPr>
            <a:r>
              <a:rPr sz="1300">
                <a:solidFill>
                  <a:srgbClr val="1A1A1A"/>
                </a:solidFill>
                <a:latin typeface="Calibri"/>
              </a:rPr>
              <a:t>SELECT name FROM Employees WHERE salary &gt; 50000.</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OUTPUT</a:t>
            </a:r>
          </a:p>
          <a:p>
            <a:pPr algn="l">
              <a:lnSpc>
                <a:spcPct val="135000"/>
              </a:lnSpc>
            </a:pPr>
            <a:r>
              <a:rPr sz="1300">
                <a:solidFill>
                  <a:srgbClr val="1A1A1A"/>
                </a:solidFill>
                <a:latin typeface="Calibri"/>
              </a:rPr>
              <a:t>A list of all employees with salaries exceeding the calculated average.</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This approach is efficient because the average is calculated only once.</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sonra.io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Correlated Subquery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GOAL</a:t>
            </a:r>
          </a:p>
          <a:p>
            <a:pPr algn="l">
              <a:lnSpc>
                <a:spcPct val="135000"/>
              </a:lnSpc>
            </a:pPr>
            <a:r>
              <a:rPr sz="1300">
                <a:solidFill>
                  <a:srgbClr val="1A1A1A"/>
                </a:solidFill>
                <a:latin typeface="Calibri"/>
              </a:rPr>
              <a:t>Find employees whose salary is higher than the average salary of their own department.</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OUTER QUERY</a:t>
            </a:r>
          </a:p>
          <a:p>
            <a:pPr algn="l">
              <a:lnSpc>
                <a:spcPct val="135000"/>
              </a:lnSpc>
            </a:pPr>
            <a:r>
              <a:rPr sz="1300">
                <a:solidFill>
                  <a:srgbClr val="1A1A1A"/>
                </a:solidFill>
                <a:latin typeface="Calibri"/>
              </a:rPr>
              <a:t>Selects each employee row one by one from the Employees table.</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INNER QUERY</a:t>
            </a:r>
          </a:p>
          <a:p>
            <a:pPr algn="l">
              <a:lnSpc>
                <a:spcPct val="135000"/>
              </a:lnSpc>
            </a:pPr>
            <a:r>
              <a:rPr sz="1300">
                <a:solidFill>
                  <a:srgbClr val="1A1A1A"/>
                </a:solidFill>
                <a:latin typeface="Calibri"/>
              </a:rPr>
              <a:t>Calculates the average salary for the specific department of the current row.</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COMPARISON</a:t>
            </a:r>
          </a:p>
          <a:p>
            <a:pPr algn="l">
              <a:lnSpc>
                <a:spcPct val="135000"/>
              </a:lnSpc>
            </a:pPr>
            <a:r>
              <a:rPr sz="1300">
                <a:solidFill>
                  <a:srgbClr val="1A1A1A"/>
                </a:solidFill>
                <a:latin typeface="Calibri"/>
              </a:rPr>
              <a:t>Checks if the current employee's salary &gt; calculated department average.</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Returns only those employees who are above their own department's average.</a:t>
            </a:r>
          </a:p>
        </p:txBody>
      </p:sp>
      <p:sp>
        <p:nvSpPr>
          <p:cNvPr id="28" name="Rectangle 27"/>
          <p:cNvSpPr/>
          <p:nvPr/>
        </p:nvSpPr>
        <p:spPr>
          <a:xfrm>
            <a:off x="3669715"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9715"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03395"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EXECUTION</a:t>
            </a:r>
          </a:p>
          <a:p>
            <a:pPr algn="l">
              <a:lnSpc>
                <a:spcPct val="135000"/>
              </a:lnSpc>
            </a:pPr>
            <a:r>
              <a:rPr sz="1300">
                <a:solidFill>
                  <a:srgbClr val="1A1A1A"/>
                </a:solidFill>
                <a:latin typeface="Calibri"/>
              </a:rPr>
              <a:t>The inner query runs once for every single employee in the table.</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s38063.pcdn.co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Syntax Structure and Aliasing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SELECT × FROM OuterTable O WHERE condition IN (SELECT ... FROM InnerTable I).</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Nested subqueries typically use standard SELECT statements within parentheses.</a:t>
            </a:r>
          </a:p>
          <a:p>
            <a:pPr algn="l">
              <a:lnSpc>
                <a:spcPct val="135000"/>
              </a:lnSpc>
            </a:pPr>
            <a:r>
              <a:rPr sz="1300">
                <a:solidFill>
                  <a:srgbClr val="1A1A1A"/>
                </a:solidFill>
                <a:latin typeface="Calibri"/>
              </a:rPr>
              <a:t>•  Correlated subqueries require aliasing the outer table to reference it in the inner query.</a:t>
            </a:r>
          </a:p>
          <a:p>
            <a:pPr algn="l">
              <a:lnSpc>
                <a:spcPct val="135000"/>
              </a:lnSpc>
            </a:pPr>
            <a:r>
              <a:rPr sz="1300">
                <a:solidFill>
                  <a:srgbClr val="1A1A1A"/>
                </a:solidFill>
                <a:latin typeface="Calibri"/>
              </a:rPr>
              <a:t>•  The alias 'O' allows the inner query to access columns from the outer table.</a:t>
            </a:r>
          </a:p>
          <a:p>
            <a:pPr algn="l">
              <a:lnSpc>
                <a:spcPct val="135000"/>
              </a:lnSpc>
            </a:pPr>
            <a:r>
              <a:rPr sz="1300">
                <a:solidFill>
                  <a:srgbClr val="1A1A1A"/>
                </a:solidFill>
                <a:latin typeface="Calibri"/>
              </a:rPr>
              <a:t>•  Without proper aliasing, the database cannot resolve the column reference in correlated queries.</a:t>
            </a:r>
          </a:p>
          <a:p>
            <a:pPr algn="l">
              <a:lnSpc>
                <a:spcPct val="135000"/>
              </a:lnSpc>
            </a:pPr>
            <a:r>
              <a:rPr sz="1300">
                <a:solidFill>
                  <a:srgbClr val="1A1A1A"/>
                </a:solidFill>
                <a:latin typeface="Calibri"/>
              </a:rPr>
              <a:t>•  Always ensure the inner query returns a compatible data type for the comparison.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www.w3resource.com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Implications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subqueries often translate to efficient joins by the query optimizer.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Correlated subqueries can cause performance bottlenecks on large datasets.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cost of a correlated subquery is proportional to the number of outer rows.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Optimization techniques include converting correlated subqueries to JOINs or EXISTS.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EXPLAIN plans to analyze the execution cost of your subqueries.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Indexing the correlated columns can significantly reduce the execution time.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metr.org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Returning multiple rows in a subquery used with a scalar operator like '='</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Forgetting to alias the outer table in a correlated subquery definition.</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Creating infinite loops by referencing the same table without proper filtering.</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NULL values incorrectly in comparisons within subquery conditions.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correlated subqueries are always slower without checking the data size.</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Mismatched data types between the subquery result and the comparison column.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Optimization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Rewrite correlated subqueries using JOINs or LEFT JOINs where possible.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EXISTS operator instead of SELECT × for existence checks.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indexes exist on the columns used for correlation and filtering.</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Limit the result set of the inner query to reduce processing overhead.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using Common Table Expressions (CTEs) for complex nested logic.</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Analyze query execution plans to identify specific bottlenecks in the 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Nested subqueries execute once and are independent of the outer query rows.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Correlated subqueries execute row-by-row and depend on the outer query context.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Correlated subqueries require table aliases to link inner and outer tables.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of correlated subqueries degrades with larger datasets compared to joins.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analyze execution plans and consider rewriting for optimization.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Nested and Correlated Subqueries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