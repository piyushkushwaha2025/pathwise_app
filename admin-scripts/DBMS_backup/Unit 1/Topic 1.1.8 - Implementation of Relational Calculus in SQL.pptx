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the implementation of Relational Calculus in SQL. We are diving deep into how formal mathematical logic translates into practical database commands. This session is crucial for understanding the theoretical backbone of the SQL language you use daily. Remember, our motto at Chandigarh University is to Discover, Learn, and Empower through rigorous engineering education.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CO2 requires you to apply relational calculus and SQL to formulate efficient queries, which is our primary focus. Second, CO3 involves analyzing dependencies for normalization, which provides the structural context for why our queries must be precise. Mastering the link between calculus and SQL ensures you meet both these critical engineering competencies.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the core components of both Domain and Tuple Relational Calculus. You will analyze exactly how a standard SQL SELECT statement maps to these formal expressions. We will evaluate the equivalence between declarative logic and imperative SQL structures to ensure you understand the 'why' behind the syntax. Finally, you will learn to construct complex queries and identify common translation pitfalls.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Relational Calculus is fundamentally a non-procedural language rooted in predicate logic. It tells the database exactly what data you want, not how to find it. In Tuple Relational Calculus, variables represent entire rows, whereas in Domain Relational Calculus, they represent individual column values. Despite these differences, both forms are mathematically equivalent to Relational Algebra and the SQL language we use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syntax for Tuple Relational Calculus is { t | P(t) }, where t represents a tuple variable. The predicate P(t) acts as a filter, defining the specific conditions that the tuple must satisfy to be included in the result. Variables are implicitly typed based on the relation they range over, simplifying the query structure. For instance, { t | Student(t) ∧ t.grade &gt; 9.0 } retrieves all tuples where the student's grade exceeds 9.0.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Domain Relational Calculus, the expression {  | P(x, y, z) } specifies variables for individual attributes. Unlike tuple variables, these range over the domain of specific columns, offering a more granular view of data retrieval. This form requires explicit specification of which attributes are being queried in the result set. For example, {  | Student(s_name, s_age) ∧ s_age &gt; 20 } retrieves names and ages for students over 20.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mapping from Tuple Relational Calculus to SQL is remarkably direct. The tuple variable t in TRC maps directly to the table alias in the SQL FROM clause. The predicate P(t) translates seamlessly into the WHERE clause conditions that filter the data. Existential quantifiers often correspond to subqueries or JOIN operations, while universal quantifiers are frequently implemented using NOT EXISTS or NOT IN clauses.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Relational Calculus maps variables directly to specific column names in the SQL SELECT and FROM clauses. The result tuple  becomes the explicit list of columns requested in the SELECT statement. The predicate P(x, y, z) defines the join and filter logic required to retrieve the data. This mapping is particularly useful for queries involving specific attribute constraints where column-level precision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worked example: finding names of students who have taken course 'CS101'. The TRC expression uses an existential quantifier to check for a matching enrollment record. In SQL, this translates to using the IN operator or an EXISTS clause within the WHERE condition. This logic ensures we only retrieve students who have a corresponding entry in the enrollment table for that specific course.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a more complex problem: finding students who have taken ALL courses offered. The TRC expression uses a universal quantifier, which is logically equivalent to saying 'there does not exist a course the student has not taken'. In SQL, this requires a double negation using NOT EXISTS to express the 'for all' condition. The logic ensures that for every course in the database, a matching enrollment record exists for that student.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common pitfalls when translating calculus to SQL. Confusing the scope of variables in nested quantifiers often leads to incorrect results. Students frequently misinterpret the implication operator in universal quantifier translations, leading to logic errors. Additionally, forgetting to handle NULL values is critical, as they behave differently in formal logic compared to standard SQL execution. Always verify that your free variables are correctly bound before executing the query.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Relational Algebra, Tuple Calculus, Domain Calculus, and SQL are all relationally complete. This means any query expressible in one formalism can be expressed in the others. The primary difference lies in the syntax and the level of procedural detail required. While SQL adds procedural extensions like UPDATE and DELETE, the core remains declarative. Understanding the underlying calculus helps you write more efficient and correct SQL queries by leveraging the optimizer's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Relational Calculus defines queries using predicate logic without specifying access paths. Tuple variables range over rows, while domain variables range over individual attributes. SQL SELECT statements are direct implementations of these calculus expressions. Remember that universal quantifiers require double negation using NOT EXISTS in standard SQL. Mastering this calculus will significantly improve your ability to write complex and optimized database queries.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standard texts by Elmasri &amp; Navathe and Silberschatz et al. These books provide comprehensive coverage of relational theory and SQL implementation. The text by Ramakrishnan &amp; Gehrke offers excellent insights into database management systems. Finally, consult the official Oracle and MySQL documentation for specific syntax details and best practices.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Implementation of Relational Calculus in SQL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Relational Model and Formal Query Languages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Relational Model and Formal Query Languages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core components of Domain Relational Calculus and Tuple Relational Calculus.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how SQL SELECT statements map to formal relational calculus expressions.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equivalence between declarative calculus and imperative SQL query structures.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complex SQL queries based on logical conditions derived from calculus.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translating theoretical calculus constraints into executable SQL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Relational Calculus Foundations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Relational Calculus is a non-procedural query language based on predicate logic.</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specifies what data to retrieve without defining the access path or algorithm.</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Tuple Relational Calculus uses variables ranging over entire tuples of a relation.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Domain Relational Calculus uses variables ranging over individual attribute domains.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Both forms are equivalent in expressive power to Relational Algebra and SQL.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syntax relies on logical operators like AND, OR, NOT, and quantifiers.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Tuple Relational Calculus Syntax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 t | Student(t) ∧ t.grade &gt; 9.0 } retrieves high-performing students.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TRC expression takes the form { t | P(t) } where t is a tuple variable.</a:t>
            </a:r>
          </a:p>
          <a:p>
            <a:pPr algn="l">
              <a:lnSpc>
                <a:spcPct val="135000"/>
              </a:lnSpc>
            </a:pPr>
            <a:r>
              <a:rPr sz="1300">
                <a:solidFill>
                  <a:srgbClr val="1A1A1A"/>
                </a:solidFill>
                <a:latin typeface="Calibri"/>
              </a:rPr>
              <a:t>•  The predicate P(t) defines the conditions that the tuple t must satisfy.</a:t>
            </a:r>
          </a:p>
          <a:p>
            <a:pPr algn="l">
              <a:lnSpc>
                <a:spcPct val="135000"/>
              </a:lnSpc>
            </a:pPr>
            <a:r>
              <a:rPr sz="1300">
                <a:solidFill>
                  <a:srgbClr val="1A1A1A"/>
                </a:solidFill>
                <a:latin typeface="Calibri"/>
              </a:rPr>
              <a:t>•  Variables are implicitly typed based on the relation they range over.</a:t>
            </a:r>
          </a:p>
          <a:p>
            <a:pPr algn="l">
              <a:lnSpc>
                <a:spcPct val="135000"/>
              </a:lnSpc>
            </a:pPr>
            <a:r>
              <a:rPr sz="1300">
                <a:solidFill>
                  <a:srgbClr val="1A1A1A"/>
                </a:solidFill>
                <a:latin typeface="Calibri"/>
              </a:rPr>
              <a:t>•  Quantifiers include the universal (∀) and existential (∃) symbols for logic.</a:t>
            </a:r>
          </a:p>
          <a:p>
            <a:pPr algn="l">
              <a:lnSpc>
                <a:spcPct val="135000"/>
              </a:lnSpc>
            </a:pPr>
            <a:r>
              <a:rPr sz="1300">
                <a:solidFill>
                  <a:srgbClr val="1A1A1A"/>
                </a:solidFill>
                <a:latin typeface="Calibri"/>
              </a:rPr>
              <a:t>•  The result is a set of tuples that make the predicate P(t) true.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Domain Relational Calculus Syntax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  | Student(s_name, s_age) ∧ s_age &gt; 20 }.</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DRC expression takes the form {  | P(x, y, z) } for specific attributes.</a:t>
            </a:r>
          </a:p>
          <a:p>
            <a:pPr algn="l">
              <a:lnSpc>
                <a:spcPct val="135000"/>
              </a:lnSpc>
            </a:pPr>
            <a:r>
              <a:rPr sz="1300">
                <a:solidFill>
                  <a:srgbClr val="1A1A1A"/>
                </a:solidFill>
                <a:latin typeface="Calibri"/>
              </a:rPr>
              <a:t>•  Variables range over the domain of individual attributes rather than whole tuples.</a:t>
            </a:r>
          </a:p>
          <a:p>
            <a:pPr algn="l">
              <a:lnSpc>
                <a:spcPct val="135000"/>
              </a:lnSpc>
            </a:pPr>
            <a:r>
              <a:rPr sz="1300">
                <a:solidFill>
                  <a:srgbClr val="1A1A1A"/>
                </a:solidFill>
                <a:latin typeface="Calibri"/>
              </a:rPr>
              <a:t>•  This form requires explicit specification of which attributes are being queried.</a:t>
            </a:r>
          </a:p>
          <a:p>
            <a:pPr algn="l">
              <a:lnSpc>
                <a:spcPct val="135000"/>
              </a:lnSpc>
            </a:pPr>
            <a:r>
              <a:rPr sz="1300">
                <a:solidFill>
                  <a:srgbClr val="1A1A1A"/>
                </a:solidFill>
                <a:latin typeface="Calibri"/>
              </a:rPr>
              <a:t>•  It offers a more granular view of data retrieval compared to tuple variables.</a:t>
            </a:r>
          </a:p>
          <a:p>
            <a:pPr algn="l">
              <a:lnSpc>
                <a:spcPct val="135000"/>
              </a:lnSpc>
            </a:pPr>
            <a:r>
              <a:rPr sz="1300">
                <a:solidFill>
                  <a:srgbClr val="1A1A1A"/>
                </a:solidFill>
                <a:latin typeface="Calibri"/>
              </a:rPr>
              <a:t>•  The predicate P defines the logical relationship between the domain variables.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Mapping TRC to SQL SELECT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tuple variable t in TRC maps directly to the table alias in SQL.</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predicate P(t) translates to the WHERE clause conditions in SQL.</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attribute list in the result maps to the SELECT column list.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Existential quantifiers (∃) often correspond to subqueries or JOIN operations.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Universal quantifiers (∀) are frequently implemented using NOT EXISTS or NOT IN.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logical structure remains identical despite the syntactic differences.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Mapping DRC to SQL SELECT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  | Student(name, age) } maps to SELECT name FROM Student.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Domain variables map to specific column names in the SELECT and FROM clauses.</a:t>
            </a:r>
          </a:p>
          <a:p>
            <a:pPr algn="l">
              <a:lnSpc>
                <a:spcPct val="135000"/>
              </a:lnSpc>
            </a:pPr>
            <a:r>
              <a:rPr sz="1300">
                <a:solidFill>
                  <a:srgbClr val="1A1A1A"/>
                </a:solidFill>
                <a:latin typeface="Calibri"/>
              </a:rPr>
              <a:t>•  The result tuple  becomes the explicit list of columns in SELECT.</a:t>
            </a:r>
          </a:p>
          <a:p>
            <a:pPr algn="l">
              <a:lnSpc>
                <a:spcPct val="135000"/>
              </a:lnSpc>
            </a:pPr>
            <a:r>
              <a:rPr sz="1300">
                <a:solidFill>
                  <a:srgbClr val="1A1A1A"/>
                </a:solidFill>
                <a:latin typeface="Calibri"/>
              </a:rPr>
              <a:t>•  The predicate P(x, y, z) defines the join and filter logic in the query.</a:t>
            </a:r>
          </a:p>
          <a:p>
            <a:pPr algn="l">
              <a:lnSpc>
                <a:spcPct val="135000"/>
              </a:lnSpc>
            </a:pPr>
            <a:r>
              <a:rPr sz="1300">
                <a:solidFill>
                  <a:srgbClr val="1A1A1A"/>
                </a:solidFill>
                <a:latin typeface="Calibri"/>
              </a:rPr>
              <a:t>•  This mapping emphasizes the specific data types and domains of the attributes.</a:t>
            </a:r>
          </a:p>
          <a:p>
            <a:pPr algn="l">
              <a:lnSpc>
                <a:spcPct val="135000"/>
              </a:lnSpc>
            </a:pPr>
            <a:r>
              <a:rPr sz="1300">
                <a:solidFill>
                  <a:srgbClr val="1A1A1A"/>
                </a:solidFill>
                <a:latin typeface="Calibri"/>
              </a:rPr>
              <a:t>•  It is particularly useful for queries involving specific attribute constraints.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Existential Quantifier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PROBLEM</a:t>
            </a:r>
          </a:p>
          <a:p>
            <a:pPr algn="l">
              <a:lnSpc>
                <a:spcPct val="135000"/>
              </a:lnSpc>
            </a:pPr>
            <a:r>
              <a:rPr sz="1300">
                <a:solidFill>
                  <a:srgbClr val="1A1A1A"/>
                </a:solidFill>
                <a:latin typeface="Calibri"/>
              </a:rPr>
              <a:t>Find names of students who have taken course 'CS101'.</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TRC EXPRESSION</a:t>
            </a:r>
          </a:p>
          <a:p>
            <a:pPr algn="l">
              <a:lnSpc>
                <a:spcPct val="135000"/>
              </a:lnSpc>
            </a:pPr>
            <a:r>
              <a:rPr sz="1300">
                <a:solidFill>
                  <a:srgbClr val="1A1A1A"/>
                </a:solidFill>
                <a:latin typeface="Calibri"/>
              </a:rPr>
              <a:t>{ t.name | Student(t) ∧ ∃s (Enrolled(s) ∧ s.sid = t.sid ∧ s.cid = 'CS101') }.</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SQL EQUIVALENT</a:t>
            </a:r>
          </a:p>
          <a:p>
            <a:pPr algn="l">
              <a:lnSpc>
                <a:spcPct val="135000"/>
              </a:lnSpc>
            </a:pPr>
            <a:r>
              <a:rPr sz="1300">
                <a:solidFill>
                  <a:srgbClr val="1A1A1A"/>
                </a:solidFill>
                <a:latin typeface="Calibri"/>
              </a:rPr>
              <a:t>SELECT name FROM Student WHERE sid IN (SELECT sid FROM Enrolled WHERE cid = 'CS101').</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The existential quantifier ∃ translates to the IN operator or EXISTS clause.</a:t>
            </a:r>
          </a:p>
          <a:p>
            <a:pPr algn="l">
              <a:lnSpc>
                <a:spcPct val="135000"/>
              </a:lnSpc>
            </a:pPr>
            <a:r>
              <a:rPr sz="1300">
                <a:solidFill>
                  <a:srgbClr val="1A1A1A"/>
                </a:solidFill>
                <a:latin typeface="Calibri"/>
              </a:rPr>
              <a:t>•  This logic ensures we only retrieve students with a matching enrollment record.</a:t>
            </a:r>
          </a:p>
          <a:p>
            <a:pPr algn="l">
              <a:lnSpc>
                <a:spcPct val="135000"/>
              </a:lnSpc>
            </a:pPr>
            <a:r>
              <a:rPr sz="1300">
                <a:solidFill>
                  <a:srgbClr val="1A1A1A"/>
                </a:solidFill>
                <a:latin typeface="Calibri"/>
              </a:rPr>
              <a:t>•  The nested query in SQL mirrors the nested logical condition in TRC.</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www.rforecology.com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Universal Quantifier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PROBLEM</a:t>
            </a:r>
          </a:p>
          <a:p>
            <a:pPr algn="l">
              <a:lnSpc>
                <a:spcPct val="135000"/>
              </a:lnSpc>
            </a:pPr>
            <a:r>
              <a:rPr sz="1300">
                <a:solidFill>
                  <a:srgbClr val="1A1A1A"/>
                </a:solidFill>
                <a:latin typeface="Calibri"/>
              </a:rPr>
              <a:t>Find names of students who have taken ALL courses offered.</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TRC EXPRESSION</a:t>
            </a:r>
          </a:p>
          <a:p>
            <a:pPr algn="l">
              <a:lnSpc>
                <a:spcPct val="135000"/>
              </a:lnSpc>
            </a:pPr>
            <a:r>
              <a:rPr sz="1300">
                <a:solidFill>
                  <a:srgbClr val="1A1A1A"/>
                </a:solidFill>
                <a:latin typeface="Calibri"/>
              </a:rPr>
              <a:t>{ t.name | Student(t) ∧ ∀c (Course(c) → ∃e (Enrolled(e) ∧ e.sid = t.sid ∧ e.cid = c.cid)) }.</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SQL EQUIVALENT</a:t>
            </a:r>
          </a:p>
          <a:p>
            <a:pPr algn="l">
              <a:lnSpc>
                <a:spcPct val="135000"/>
              </a:lnSpc>
            </a:pPr>
            <a:r>
              <a:rPr sz="1300">
                <a:solidFill>
                  <a:srgbClr val="1A1A1A"/>
                </a:solidFill>
                <a:latin typeface="Calibri"/>
              </a:rPr>
              <a:t>SELECT name FROM Student WHERE NOT EXISTS (SELECT cid FROM Course WHERE NOT EXISTS (SELECT × FROM Enrolled WHERE sid = Student.sid AND cid = Course.cid)).</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Universal quantifiers (∀) are logically equivalent to NOT EXISTS (NOT P).</a:t>
            </a:r>
          </a:p>
          <a:p>
            <a:pPr algn="l">
              <a:lnSpc>
                <a:spcPct val="135000"/>
              </a:lnSpc>
            </a:pPr>
            <a:r>
              <a:rPr sz="1300">
                <a:solidFill>
                  <a:srgbClr val="1A1A1A"/>
                </a:solidFill>
                <a:latin typeface="Calibri"/>
              </a:rPr>
              <a:t>•  This requires a double negation in SQL to express the 'for all' condition.</a:t>
            </a:r>
          </a:p>
          <a:p>
            <a:pPr algn="l">
              <a:lnSpc>
                <a:spcPct val="135000"/>
              </a:lnSpc>
            </a:pPr>
            <a:r>
              <a:rPr sz="1300">
                <a:solidFill>
                  <a:srgbClr val="1A1A1A"/>
                </a:solidFill>
                <a:latin typeface="Calibri"/>
              </a:rPr>
              <a:t>•  The logic ensures no course exists that the student has not taken.</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cdn1.byjus.com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Translation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the scope of variables in nested quantifiers leads to incorrect results.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implication operator (→) in universal quantifier translations.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handle NULL values which behave differently in logic vs SQL.</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SQL execution order matches the logical order of calculus expressions.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difference between free variables and bound variables in queries.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Incorrectly mapping logical OR to SQL OR without considering set union.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Equivalence of Query Languages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Relational Algebra, Tuple Calculus, Domain Calculus, and SQL are relationally complete.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Any query expressible in one formalism can be expressed in the others.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difference lies in the syntax and the level of procedural detail.</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SQL adds procedural extensions like UPDATE and DELETE to the declarative core.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in DBMS translates declarative calculus into efficient execution plans.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calculus helps in writing more efficient and correct SQL queries.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Relational Calculus defines queries using predicate logic without specifying access paths.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Tuple variables range over rows, while domain variables range over individual attributes.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SQL SELECT statements are direct implementations of relational calculus expressions.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Universal quantifiers require double negation (NOT EXISTS) in standard SQL.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Mastering calculus improves your ability to write complex and optimized database queries.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Relational Calculus in SQL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