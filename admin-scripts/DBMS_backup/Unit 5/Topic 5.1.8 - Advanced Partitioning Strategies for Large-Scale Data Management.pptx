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this lecture on advanced partitioning strategies. We are diving deep into how we manage massive datasets within the context of storage structures. This topic is crucial for understanding how modern databases handle scale. Let us begin by exploring the core concepts that drive efficient data management.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first two course outcomes. We will explain how partitioning alters the database architecture and storage model. You will also learn to apply these concepts to formulate more efficient queries for large-scale data. This ensures you can handle real-world data challenges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different partitioning types. We will evaluate how these strategies change query performance significantly. You will also demonstrate your understanding through specific numerical examples. Finally, we will critique common mistakes to avoid in production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partitioning as splitting a massive library into smaller, organized sections. The user still sees one library, but the books are stored in different rooms. This allows the system to manage data that is too large for a single disk. It is the foundation of scalable database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horizontal partitioning, we slice the table like a loaf of bread. Each slice contains specific rows, perhaps based on a date range. If you query for 2023 data, the system ignores the 2024 slice entirely. This drastically reduces the amount of data scanned during a query.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Vertical partitioning is like separating a heavy textbook into a core reader and a reference appendix. You only load the core pages for a quick read. This reduces the data volume scanned by the storage engine. However, you must join the tables to see the complete record.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Range partitioning is ideal for time-series data or ordered numeric keys. The database knows exactly which partition holds the data for a specific year. This allows for instant pruning of irrelevant data. It is the most common strategy for historical data management.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Hash partitioning is like dealing cards to players to ensure an even game. It spreads data uniformly, preventing hotspots on specific disks. This is perfect for high-volume transactional systems. However, it struggles with range queries because the data is not ordered.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a concrete example with 10 million rows. If we query for a date in 2022, the system skips the 2020 and 2024 data. This reduces the scan time by roughly two-thirds. This is the power of partition pruning in action.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use a modulo operation to distribute data. For customer ID 12345, the math tells us it belongs in partition 1. The database ignores the other three partitions completely. This ensures that equality lookups are extremely fast and predictable.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Partition pruning is the engine that makes partitioning useful. The query optimizer looks at your conditions and decides which partitions to touch. It effectively tells the storage engine to ignore the rest. This happens automatically without any code changes from your side.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mistake is picking a bad key, like gender or status. If you partition by gender, you only get two partitions, which is useless for scaling. You end up with one huge partition and one small one. Always choose a key with many unique values to spread the load.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partitioning is a powerful tool for large-scale data management. You must choose between horizontal and vertical strategies based on your access patterns. Remember that pruning is the key to performance, and key selection is the key to balance. Mastering these concepts will make you a better database designer.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standard texts you should consult for deeper insights into these topics. Elmasri and Navathe provide excellent theoretical foundations. Silberschatz offers a comprehensive view of system concepts. Ramakrishnan and the Oracle documentation provide practical implementation details. Please review these for your assignments and exams.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Advanced Partitioning Strategies for Large-Scale Data Management</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Database Management System | Storage Structures, Indexing and Query Optimization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(DBMS)   |   Chapter: Storage Structures, Indexing and Query Optimization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fundamental differences between horizontal and vertical partitioning strategies.</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performance impact of partitioning on query execution time.</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application of range and hash partitioning with numerical examples.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Critique common pitfalls in partition key selection for large datasets.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Advanced Partitioning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Partitioning divides a large table into smaller, manageable logical units called partitions.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partition stores a subset of rows or columns while maintaining logical integrity.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database treats the partitioned table as a single logical entity to the user.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Physical storage locations can vary across different disks or storage nodes.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strategy is essential for managing tables exceeding hundreds of gigabytes in size.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Horizontal Partitioning (Sharding)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Storing 2023 sales data in one partition and 2024 in another.</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Horizontal partitioning splits rows based on a specific predicate or range condition.</a:t>
            </a:r>
          </a:p>
          <a:p>
            <a:pPr algn="l">
              <a:lnSpc>
                <a:spcPct val="135000"/>
              </a:lnSpc>
            </a:pPr>
            <a:r>
              <a:rPr sz="1300">
                <a:solidFill>
                  <a:srgbClr val="1A1A1A"/>
                </a:solidFill>
                <a:latin typeface="Calibri"/>
              </a:rPr>
              <a:t>•  Each partition contains a unique subset of rows from the original table.</a:t>
            </a:r>
          </a:p>
          <a:p>
            <a:pPr algn="l">
              <a:lnSpc>
                <a:spcPct val="135000"/>
              </a:lnSpc>
            </a:pPr>
            <a:r>
              <a:rPr sz="1300">
                <a:solidFill>
                  <a:srgbClr val="1A1A1A"/>
                </a:solidFill>
                <a:latin typeface="Calibri"/>
              </a:rPr>
              <a:t>•  Common methods include range, list, and hash partitioning for row distribution.</a:t>
            </a:r>
          </a:p>
          <a:p>
            <a:pPr algn="l">
              <a:lnSpc>
                <a:spcPct val="135000"/>
              </a:lnSpc>
            </a:pPr>
            <a:r>
              <a:rPr sz="1300">
                <a:solidFill>
                  <a:srgbClr val="1A1A1A"/>
                </a:solidFill>
                <a:latin typeface="Calibri"/>
              </a:rPr>
              <a:t>•  Query performance improves as the optimizer scans only relevant partitions.</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sanihub.info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Vertical Partitioning Strategy</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Vertical partitioning splits columns into separate tables based on access patterns.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Frequently accessed columns are kept together, while rarely used columns are separated.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reduces I/O overhead by loading only necessary columns into memory.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improves cache efficiency for queries that do not require all columns.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Join operations are required to reconstruct the full logical row from partitions.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Range Partitioning Mechanics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Partitioning customer IDs from 0-1000, 1001-2000, and so on.</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Range partitioning distributes rows based on a column value falling within a range.</a:t>
            </a:r>
          </a:p>
          <a:p>
            <a:pPr algn="l">
              <a:lnSpc>
                <a:spcPct val="135000"/>
              </a:lnSpc>
            </a:pPr>
            <a:r>
              <a:rPr sz="1300">
                <a:solidFill>
                  <a:srgbClr val="1A1A1A"/>
                </a:solidFill>
                <a:latin typeface="Calibri"/>
              </a:rPr>
              <a:t>•  Partitions are defined by upper bounds, such as years, months, or numeric intervals.</a:t>
            </a:r>
          </a:p>
          <a:p>
            <a:pPr algn="l">
              <a:lnSpc>
                <a:spcPct val="135000"/>
              </a:lnSpc>
            </a:pPr>
            <a:r>
              <a:rPr sz="1300">
                <a:solidFill>
                  <a:srgbClr val="1A1A1A"/>
                </a:solidFill>
                <a:latin typeface="Calibri"/>
              </a:rPr>
              <a:t>•  Queries with range predicates on the partition key are highly optimized.</a:t>
            </a:r>
          </a:p>
          <a:p>
            <a:pPr algn="l">
              <a:lnSpc>
                <a:spcPct val="135000"/>
              </a:lnSpc>
            </a:pPr>
            <a:r>
              <a:rPr sz="1300">
                <a:solidFill>
                  <a:srgbClr val="1A1A1A"/>
                </a:solidFill>
                <a:latin typeface="Calibri"/>
              </a:rPr>
              <a:t>•  The partition pruning mechanism eliminates irrelevant partitions from the scan.</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Hash Partitioning Mechanics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Hash partitioning uses a hash function on the partition key to assign rows.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Rows are distributed evenly across partitions regardless of the data value.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ensures uniform load balancing across multiple storage nodes or disks.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optimal for queries that require equality checks on the partition key.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Range queries are less efficient as they may require scanning all partitions.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www.databricks.com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Range Partitioning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Query: SELECT × FROM Orders WHERE Order_Date = '2022-05-01'</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Consider a table with 10 million rows partitioned by 'Order_Date'.</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Partition P1 holds dates 2020-2021, P2 holds 2022-2023, P3 holds 2024.</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The optimizer scans only Partition P2, ignoring P1 and P3 entirely.</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Scan time reduces from 100% of data to approximately 33% of data.</a:t>
            </a:r>
          </a:p>
        </p:txBody>
      </p:sp>
      <p:pic>
        <p:nvPicPr>
          <p:cNvPr id="24" name="Picture 23"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Hash Partitioning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Hash function: H(ID) = ID mod 4, creating 4 partitions (P0 to P3)</a:t>
            </a:r>
          </a:p>
        </p:txBody>
      </p:sp>
      <p:sp>
        <p:nvSpPr>
          <p:cNvPr id="16" name="Rectangle 15"/>
          <p:cNvSpPr/>
          <p:nvPr/>
        </p:nvSpPr>
        <p:spPr>
          <a:xfrm>
            <a:off x="502920"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QUERY</a:t>
            </a:r>
          </a:p>
          <a:p>
            <a:pPr algn="l">
              <a:lnSpc>
                <a:spcPct val="135000"/>
              </a:lnSpc>
            </a:pPr>
            <a:r>
              <a:rPr sz="1300">
                <a:solidFill>
                  <a:srgbClr val="1A1A1A"/>
                </a:solidFill>
                <a:latin typeface="Calibri"/>
              </a:rPr>
              <a:t>SELECT × FROM Orders WHERE Customer_ID = 12345.</a:t>
            </a:r>
          </a:p>
        </p:txBody>
      </p:sp>
      <p:sp>
        <p:nvSpPr>
          <p:cNvPr id="19" name="Rectangle 18"/>
          <p:cNvSpPr/>
          <p:nvPr/>
        </p:nvSpPr>
        <p:spPr>
          <a:xfrm>
            <a:off x="6185916"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12345 mod 4 = 1, so the system scans only Partition P1.</a:t>
            </a:r>
          </a:p>
        </p:txBody>
      </p:sp>
      <p:sp>
        <p:nvSpPr>
          <p:cNvPr id="22" name="Rectangle 21"/>
          <p:cNvSpPr/>
          <p:nvPr/>
        </p:nvSpPr>
        <p:spPr>
          <a:xfrm>
            <a:off x="502920"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5083556"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Table has 1 million rows partitioned by 'Customer_ID' using a hash function.</a:t>
            </a:r>
          </a:p>
          <a:p>
            <a:pPr algn="l">
              <a:lnSpc>
                <a:spcPct val="135000"/>
              </a:lnSpc>
            </a:pPr>
            <a:r>
              <a:rPr sz="1300">
                <a:solidFill>
                  <a:srgbClr val="1A1A1A"/>
                </a:solidFill>
                <a:latin typeface="Calibri"/>
              </a:rPr>
              <a:t>•  Scan time reduces from 100% to 25% of total data volume.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Partition Pruning Mechanism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Partition pruning is a query optimization technique that skips irrelevant partitions.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optimizer analyzes the WHERE clause to identify the relevant partition range.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generates a plan that accesses only the necessary physical storage segments.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reduces I/O operations and CPU usage significantly for large tables.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Pruning is automatic and transparent to the application layer.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Poor Key Selection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Partitioning by 'Gender' creates two massive partitions instead of many.</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Choosing a partition key with low cardinality leads to uneven data distribution.</a:t>
            </a:r>
          </a:p>
          <a:p>
            <a:pPr algn="l">
              <a:lnSpc>
                <a:spcPct val="135000"/>
              </a:lnSpc>
            </a:pPr>
            <a:r>
              <a:rPr sz="1300">
                <a:solidFill>
                  <a:srgbClr val="1A1A1A"/>
                </a:solidFill>
                <a:latin typeface="Calibri"/>
              </a:rPr>
              <a:t>•  A key with few unique values causes 'hot spots' on specific partitions.</a:t>
            </a:r>
          </a:p>
          <a:p>
            <a:pPr algn="l">
              <a:lnSpc>
                <a:spcPct val="135000"/>
              </a:lnSpc>
            </a:pPr>
            <a:r>
              <a:rPr sz="1300">
                <a:solidFill>
                  <a:srgbClr val="1A1A1A"/>
                </a:solidFill>
                <a:latin typeface="Calibri"/>
              </a:rPr>
              <a:t>•  This negates performance benefits and creates load balancing issues.</a:t>
            </a:r>
          </a:p>
          <a:p>
            <a:pPr algn="l">
              <a:lnSpc>
                <a:spcPct val="135000"/>
              </a:lnSpc>
            </a:pPr>
            <a:r>
              <a:rPr sz="1300">
                <a:solidFill>
                  <a:srgbClr val="1A1A1A"/>
                </a:solidFill>
                <a:latin typeface="Calibri"/>
              </a:rPr>
              <a:t>•  Always select a key with high cardinality for optimal distribution.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Partitioning splits large tables into logical units to improve manageability and performance.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Horizontal partitioning splits rows, while vertical partitioning splits columns.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Range partitioning suits ordered data, while hash partitioning suits uniform distribution.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Partition pruning allows the optimizer to scan only relevant data subsets.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Selecting a high-cardinality partition key is critical to avoid hotspots.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Partitioning Strategies for Large-Scale Data Management</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