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advanced session on storage structures. Today we bridge the gap between traditional indexing and modern NoSQL architectures. We will explore how CAP theorem dictates our storage choices for scalability. Remember, the goal is to empower you with critical analysis skills.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outcomes define our success criteria for this lecture. CO4 ensures you can analyze how NoSQL handles transactions differently than SQL. CO5 requires you to evaluate storage structures for scalability, which is the core of NoSQL design. We will apply these outcomes to real-world distributed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analyze why traditional B-trees fail in distributed environments. You will evaluate how the CAP theorem forces architects to choose between consistency and availability. We will classify databases like Cassandra or MongoDB based on these theoretical constraints. Finally, you will critique how query optimization changes when indexes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social media platform with billions of users; a single relational server cannot handle the load. Traditional B-trees require locking mechanisms that slow down writes across distributed nodes. This creates a bottleneck where query optimization becomes impossible without massive hardware costs. NoSQL storage structures solve this by relaxing schema constraints to enable horizontal scaling.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 theorem is the cornerstone of distributed storage design. You cannot have all three simultaneously in a networked environment. If a network partition occurs, you must choose between serving stale data (Availability) or refusing service (Consistency). This trade-off fundamentally changes how we design storage structures for modern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CP system, if a network partition isolates a node, the system refuses to serve data to prevent inconsistency. This is crucial for banking applications where a wrong balance is unacceptable. You sacrifice availability to ensure that every read reflects the most recent committed write. This aligns with CO4's focus on transaction correctness and recoverability.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an AP system, the database serves data even if it might be slightly outdated. This ensures the application remains responsive during network failures. For a social media feed, seeing a post a few seconds late is acceptable for the sake of uptime. This approach supports CO5's requirement for evaluating scalability and reliability in high-traffic scenarios.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impact of this choice. In a CP system, the system waits for synchronization, adding 500ms to the latency. In an AP system, the write is accepted immediately, adding only 50ms. This 90% reduction in latency comes at the cost of temporary inconsistency. This numerical example illustrates the tangible performance trade-offs in storage structure design.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Key-value stores are the simplest storage structure, using hash tables for instant access. They lack the complex indexing of relational databases, making them incredibly fast for specific lookups. Query optimization here is trivial because you only search by the primary key. This structure is perfect for session storage or caching where speed is paramount.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stores offer a middle ground, allowing flexible schemas with field-level indexing. You can optimize queries on specific attributes like 'user_age' or 'product_category'. This flexibility supports CO5's requirement for evaluating indexing strategies for performance. However, the lack of joins requires denormalization, which impacts storage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Column-family stores are designed for massive scale and analytical queries. They store data by column, which allows for highly efficient compression and scanning. Query optimization here focuses on reading specific columns across millions of rows. This structure is ideal for IoT data or log analysis where you read specific attributes frequently.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NoSQL, we often denormalize data to avoid joins, which are expensive in distributed systems. Query optimization shifts from index tuning to data modeling strategies. For write-heavy systems, we use LSM-trees to batch writes efficiently. This approach directly addresses CO5's focus on evaluating indexing strategies for performance and scalability.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CAP theorem is the fundamental constraint guiding your storage design. You must choose between CP and AP based on your application's needs. NoSQL structures offer flexibility but require a shift in how we model and optimize queries. Remember, there is no one-size-fits-all solution in distributed storage.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theoretical foundation for the concepts discussed today. Elmasri and Navathe offer deep insights into database fundamentals. Silberschatz and Ramakrishnan provide detailed coverage of storage structures and optimization. Please consult the Oracle documentation for practical implementation details of NoSQL systems.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Introduction to NoSQL databases and CAP theorem</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Storage Structures, Indexing and Query Optimization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Storage Structures, Indexing and Query Optimization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differences between relational and NoSQL storage structures.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CAP theorem constraints for distributed database design decisions.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Classify NoSQL databases based on their consistency and availability trade-offs.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CAP theorem to select optimal storage strategies for specific workloads.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query optimization techniques in the absence of traditional indexing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Motivation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Limitations of Relational Storage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Relational storage relies on rigid schemas that hinder horizontal scaling capabilities.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Traditional B-tree indexing becomes inefficient when data spans multiple physical nodes.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ACID transactions in distributed systems introduce significant latency and complexity overhead.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Vertical scaling hits a physical ceiling requiring expensive hardware upgrades.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NoSQL storage structures prioritize flexibility and partition tolerance over strict schemas.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CAP Theorem Fundamentals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CAP theorem states a distributed system can only guarantee two of three properties.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Consistency ensures every read receives the most recent write or an error.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Availability guarantees every request receives a non-error response without delay.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Partition tolerance ensures the system operates despite network failures between nodes.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Architects must choose between CP (Consistency + Partition tolerance) or AP (Availability + Partition tolerance).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CP Systems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Consistency and Partition Tolerance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 systems prioritize data accuracy over immediate availability during network partitions.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system returns an error or timeout if a node cannot be reached.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Examples include HBase and MongoDB configured for strong consistency.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focuses on ensuring data integrity before returning results.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systems are ideal for financial transactions requiring strict serializability.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s3.amazonaws.com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AP Systems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Availability and Partition Tolerance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 systems prioritize uptime and responsiveness over immediate data consistency.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system serves the most recent available data, which may be stale.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Examples include Cassandra and DynamoDB in default configurations.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focuses on speed rather than strict data synchronization.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These systems are ideal for social media feeds and caching layers.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perfmatrix.com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CAP Trade-off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CP Strategy: System blocks writes to maintain consistency, latency = 500ms</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A distributed system with 3 nodes and a network partition.</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AP STRATEGY</a:t>
            </a:r>
          </a:p>
          <a:p>
            <a:pPr algn="l">
              <a:lnSpc>
                <a:spcPct val="135000"/>
              </a:lnSpc>
            </a:pPr>
            <a:r>
              <a:rPr sz="1300">
                <a:solidFill>
                  <a:srgbClr val="1A1A1A"/>
                </a:solidFill>
                <a:latin typeface="Calibri"/>
              </a:rPr>
              <a:t>System accepts writes locally, latency = 50ms, eventual consistency.</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FORMULA</a:t>
            </a:r>
          </a:p>
          <a:p>
            <a:pPr algn="l">
              <a:lnSpc>
                <a:spcPct val="135000"/>
              </a:lnSpc>
            </a:pPr>
            <a:r>
              <a:rPr sz="1300">
                <a:solidFill>
                  <a:srgbClr val="1A1A1A"/>
                </a:solidFill>
                <a:latin typeface="Calibri"/>
              </a:rPr>
              <a:t>Latency_CP = Latency_base + Sync_Time vs Latency_AP = Latency_base.</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AP reduces latency by 90% but risks temporary data divergence.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NoSQL Storage Structures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Key-Value Stores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Key-value stores use hash tables for O(1) average time complexity lookups.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is stored as opaque blobs without internal structure or indexing.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is limited to exact key matches only.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Examples include Redis and DynamoDB for high-speed caching applications.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Scalability is achieved through simple partitioning based on hash keys.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yourbasic.org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NoSQL Storage Structures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Document Stores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Document stores store data as JSON-like documents with flexible schemas.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Indexing can be applied to specific fields within the document structure.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supports complex queries on nested attributes and arrays.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Examples include MongoDB and Couchbase for content management systems.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Scalability is achieved through sharding based on document identifiers.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ik.imagekit.io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NoSQL Storage Structures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Column-Family Stores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Column-family stores organize data by columns rather than rows for efficiency.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Indexing is optimized for scanning large datasets across specific columns.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excels in analytical workloads and time-series data.</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Examples include Apache Cassandra and HBase for massive scale analytics.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Scalability is achieved through distributed column families across many nodes.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Query Optimization in NoSQL Environments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Traditional B-tree indexing is often replaced by hash or LSM-tree structures.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relies on denormalization to avoid expensive join operations.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Read-heavy workloads benefit from materialized views and pre-computed aggregates.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Write-heavy workloads use log-structured merge trees for high throughput.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Optimization strategies must align with the chosen CAP theorem trade-off.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CAP theorem forces a choice between consistency and availability in distributed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NoSQL storage structures prioritize scalability and flexibility over rigid relational schemas.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CP systems ensure data accuracy but sacrifice availability during network partitions.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 systems ensure uptime but may serve stale data temporarily.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Query optimization in NoSQL relies on denormalization and specialized indexing.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NoSQL databases and CAP theorem</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